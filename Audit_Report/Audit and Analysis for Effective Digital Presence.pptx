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7" r:id="rId1"/>
  </p:sldMasterIdLst>
  <p:notesMasterIdLst>
    <p:notesMasterId r:id="rId19"/>
  </p:notesMasterIdLst>
  <p:sldIdLst>
    <p:sldId id="256" r:id="rId2"/>
    <p:sldId id="259" r:id="rId3"/>
    <p:sldId id="265" r:id="rId4"/>
    <p:sldId id="345" r:id="rId5"/>
    <p:sldId id="263" r:id="rId6"/>
    <p:sldId id="347" r:id="rId7"/>
    <p:sldId id="348" r:id="rId8"/>
    <p:sldId id="351" r:id="rId9"/>
    <p:sldId id="353" r:id="rId10"/>
    <p:sldId id="261" r:id="rId11"/>
    <p:sldId id="346" r:id="rId12"/>
    <p:sldId id="354" r:id="rId13"/>
    <p:sldId id="356" r:id="rId14"/>
    <p:sldId id="358" r:id="rId15"/>
    <p:sldId id="264" r:id="rId16"/>
    <p:sldId id="359" r:id="rId17"/>
    <p:sldId id="280" r:id="rId18"/>
  </p:sldIdLst>
  <p:sldSz cx="9144000" cy="5143500" type="screen16x9"/>
  <p:notesSz cx="6858000" cy="9144000"/>
  <p:embeddedFontLst>
    <p:embeddedFont>
      <p:font typeface="Darker Grotesque Medium" panose="020B0604020202020204" charset="0"/>
      <p:regular r:id="rId20"/>
      <p:bold r:id="rId21"/>
    </p:embeddedFont>
    <p:embeddedFont>
      <p:font typeface="Enriqueta Medium" panose="020B0604020202020204" charset="0"/>
      <p:regular r:id="rId22"/>
      <p:bold r:id="rId23"/>
    </p:embeddedFont>
    <p:embeddedFont>
      <p:font typeface="Kulim Park"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AD69"/>
    <a:srgbClr val="868D2F"/>
    <a:srgbClr val="FFFFFF"/>
    <a:srgbClr val="EE42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6B9B33-1100-41AB-9F92-0602A9A9A24B}" v="169" dt="2025-09-26T05:58:59.367"/>
  </p1510:revLst>
</p1510:revInfo>
</file>

<file path=ppt/tableStyles.xml><?xml version="1.0" encoding="utf-8"?>
<a:tblStyleLst xmlns:a="http://schemas.openxmlformats.org/drawingml/2006/main" def="{0FD28400-F4E2-4B88-B836-D3B1DB189E51}">
  <a:tblStyle styleId="{0FD28400-F4E2-4B88-B836-D3B1DB189E5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b9239f114b_0_6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b9239f114b_0_6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b9239f114b_0_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b9239f114b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a:extLst>
            <a:ext uri="{FF2B5EF4-FFF2-40B4-BE49-F238E27FC236}">
              <a16:creationId xmlns:a16="http://schemas.microsoft.com/office/drawing/2014/main" id="{F280642B-234E-30CA-CDDE-8EB67E72E505}"/>
            </a:ext>
          </a:extLst>
        </p:cNvPr>
        <p:cNvGrpSpPr/>
        <p:nvPr/>
      </p:nvGrpSpPr>
      <p:grpSpPr>
        <a:xfrm>
          <a:off x="0" y="0"/>
          <a:ext cx="0" cy="0"/>
          <a:chOff x="0" y="0"/>
          <a:chExt cx="0" cy="0"/>
        </a:xfrm>
      </p:grpSpPr>
      <p:sp>
        <p:nvSpPr>
          <p:cNvPr id="1439" name="Google Shape;1439;gad0f31e61d_4_18:notes">
            <a:extLst>
              <a:ext uri="{FF2B5EF4-FFF2-40B4-BE49-F238E27FC236}">
                <a16:creationId xmlns:a16="http://schemas.microsoft.com/office/drawing/2014/main" id="{6C194595-A5D5-BCEF-6E4E-AD591B7814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ad0f31e61d_4_18:notes">
            <a:extLst>
              <a:ext uri="{FF2B5EF4-FFF2-40B4-BE49-F238E27FC236}">
                <a16:creationId xmlns:a16="http://schemas.microsoft.com/office/drawing/2014/main" id="{A0DAC6C8-1093-73A8-D90A-569E6A558E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045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acda54a9e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acda54a9e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0144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37840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066F5-6925-F364-FB2D-E94A6A037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01B19-BBD5-9DA1-5099-1B6C462DBD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6E105F-FCC9-FFAB-835B-6ED7E63B21D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096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C438-3D31-1E50-B90C-194C03F30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3C52C-2A4C-4BE0-6584-017BBE790B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A96BBBB-5F8E-20F7-9BB3-1635A051D8E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25893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acda54a9e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acda54a9e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a:extLst>
            <a:ext uri="{FF2B5EF4-FFF2-40B4-BE49-F238E27FC236}">
              <a16:creationId xmlns:a16="http://schemas.microsoft.com/office/drawing/2014/main" id="{C37596AD-585D-20A3-9FE8-6132F6D28A13}"/>
            </a:ext>
          </a:extLst>
        </p:cNvPr>
        <p:cNvGrpSpPr/>
        <p:nvPr/>
      </p:nvGrpSpPr>
      <p:grpSpPr>
        <a:xfrm>
          <a:off x="0" y="0"/>
          <a:ext cx="0" cy="0"/>
          <a:chOff x="0" y="0"/>
          <a:chExt cx="0" cy="0"/>
        </a:xfrm>
      </p:grpSpPr>
      <p:sp>
        <p:nvSpPr>
          <p:cNvPr id="1042" name="Google Shape;1042;gacda54a9ef_0_12:notes">
            <a:extLst>
              <a:ext uri="{FF2B5EF4-FFF2-40B4-BE49-F238E27FC236}">
                <a16:creationId xmlns:a16="http://schemas.microsoft.com/office/drawing/2014/main" id="{5B8177D0-BE2C-2BEE-BA95-E467D3CA6B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acda54a9ef_0_12:notes">
            <a:extLst>
              <a:ext uri="{FF2B5EF4-FFF2-40B4-BE49-F238E27FC236}">
                <a16:creationId xmlns:a16="http://schemas.microsoft.com/office/drawing/2014/main" id="{FCC8349D-75C3-F655-A923-BCEF5D7FD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2812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b9239f114b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3" name="Google Shape;1123;gb9239f114b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9"/>
        <p:cNvGrpSpPr/>
        <p:nvPr/>
      </p:nvGrpSpPr>
      <p:grpSpPr>
        <a:xfrm>
          <a:off x="0" y="0"/>
          <a:ext cx="0" cy="0"/>
          <a:chOff x="0" y="0"/>
          <a:chExt cx="0" cy="0"/>
        </a:xfrm>
      </p:grpSpPr>
      <p:sp>
        <p:nvSpPr>
          <p:cNvPr id="3880" name="Google Shape;3880;gad0f31e61d_4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1" name="Google Shape;3881;gad0f31e61d_4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5.xml"/><Relationship Id="rId1" Type="http://schemas.openxmlformats.org/officeDocument/2006/relationships/slideMaster" Target="../slideMasters/slideMaster1.xml"/><Relationship Id="rId4" Type="http://schemas.openxmlformats.org/officeDocument/2006/relationships/slide" Target="../slides/slide1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039525" y="770400"/>
            <a:ext cx="3384600" cy="2870100"/>
          </a:xfrm>
          <a:prstGeom prst="rect">
            <a:avLst/>
          </a:prstGeom>
        </p:spPr>
        <p:txBody>
          <a:bodyPr spcFirstLastPara="1" wrap="square" lIns="91425" tIns="91425" rIns="91425" bIns="91425" anchor="b" anchorCtr="0">
            <a:noAutofit/>
          </a:bodyPr>
          <a:lstStyle>
            <a:lvl1pPr lvl="0" algn="r">
              <a:lnSpc>
                <a:spcPct val="90000"/>
              </a:lnSpc>
              <a:spcBef>
                <a:spcPts val="0"/>
              </a:spcBef>
              <a:spcAft>
                <a:spcPts val="0"/>
              </a:spcAft>
              <a:buSzPts val="5200"/>
              <a:buNone/>
              <a:defRPr sz="6500">
                <a:solidFill>
                  <a:schemeClr val="accent3"/>
                </a:solidFill>
                <a:latin typeface="Kulim Park"/>
                <a:ea typeface="Kulim Park"/>
                <a:cs typeface="Kulim Park"/>
                <a:sym typeface="Kulim Par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5199602" y="3677425"/>
            <a:ext cx="3224400" cy="6375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2800"/>
              <a:buNone/>
              <a:defRPr sz="2200">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1951050" y="2536900"/>
            <a:ext cx="5241900" cy="836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3270900" y="1254835"/>
            <a:ext cx="2602200" cy="101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7500">
                <a:solidFill>
                  <a:schemeClr val="accent2"/>
                </a:solidFill>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14" name="Google Shape;14;p3"/>
          <p:cNvSpPr txBox="1">
            <a:spLocks noGrp="1"/>
          </p:cNvSpPr>
          <p:nvPr>
            <p:ph type="subTitle" idx="1"/>
          </p:nvPr>
        </p:nvSpPr>
        <p:spPr>
          <a:xfrm>
            <a:off x="3358050" y="3473218"/>
            <a:ext cx="2427900" cy="343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a:solidFill>
                  <a:schemeClr val="lt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229700" y="1357025"/>
            <a:ext cx="4194300" cy="275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1">
  <p:cSld name="CUSTOM_7_1">
    <p:spTree>
      <p:nvGrpSpPr>
        <p:cNvPr id="1" name="Shape 53"/>
        <p:cNvGrpSpPr/>
        <p:nvPr/>
      </p:nvGrpSpPr>
      <p:grpSpPr>
        <a:xfrm>
          <a:off x="0" y="0"/>
          <a:ext cx="0" cy="0"/>
          <a:chOff x="0" y="0"/>
          <a:chExt cx="0" cy="0"/>
        </a:xfrm>
      </p:grpSpPr>
      <p:sp>
        <p:nvSpPr>
          <p:cNvPr id="54" name="Google Shape;54;p14">
            <a:hlinkClick r:id="rId2" action="ppaction://hlinksldjump"/>
          </p:cNvPr>
          <p:cNvSpPr txBox="1">
            <a:spLocks noGrp="1"/>
          </p:cNvSpPr>
          <p:nvPr>
            <p:ph type="subTitle" idx="1"/>
          </p:nvPr>
        </p:nvSpPr>
        <p:spPr>
          <a:xfrm>
            <a:off x="720008" y="2705350"/>
            <a:ext cx="1840200" cy="648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3"/>
              </a:buClr>
              <a:buSzPts val="1800"/>
              <a:buFont typeface="Enriqueta Medium"/>
              <a:buNone/>
              <a:defRPr b="1">
                <a:solidFill>
                  <a:schemeClr val="accent2"/>
                </a:solidFill>
                <a:latin typeface="Kulim Park"/>
                <a:ea typeface="Kulim Park"/>
                <a:cs typeface="Kulim Park"/>
                <a:sym typeface="Kulim Park"/>
              </a:defRPr>
            </a:lvl1pPr>
            <a:lvl2pPr lvl="1"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2pPr>
            <a:lvl3pPr lvl="2"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3pPr>
            <a:lvl4pPr lvl="3"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4pPr>
            <a:lvl5pPr lvl="4"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5pPr>
            <a:lvl6pPr lvl="5"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6pPr>
            <a:lvl7pPr lvl="6"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7pPr>
            <a:lvl8pPr lvl="7"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8pPr>
            <a:lvl9pPr lvl="8"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9pPr>
          </a:lstStyle>
          <a:p>
            <a:endParaRPr/>
          </a:p>
        </p:txBody>
      </p:sp>
      <p:sp>
        <p:nvSpPr>
          <p:cNvPr id="55" name="Google Shape;55;p14"/>
          <p:cNvSpPr txBox="1">
            <a:spLocks noGrp="1"/>
          </p:cNvSpPr>
          <p:nvPr>
            <p:ph type="subTitle" idx="2"/>
          </p:nvPr>
        </p:nvSpPr>
        <p:spPr>
          <a:xfrm>
            <a:off x="795308" y="3506050"/>
            <a:ext cx="1689600" cy="64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600">
                <a:solidFill>
                  <a:schemeClr val="accent6"/>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56" name="Google Shape;56;p14">
            <a:hlinkClick r:id="rId3" action="ppaction://hlinksldjump"/>
          </p:cNvPr>
          <p:cNvSpPr txBox="1">
            <a:spLocks noGrp="1"/>
          </p:cNvSpPr>
          <p:nvPr>
            <p:ph type="subTitle" idx="3"/>
          </p:nvPr>
        </p:nvSpPr>
        <p:spPr>
          <a:xfrm>
            <a:off x="4517416" y="2705350"/>
            <a:ext cx="1840200" cy="648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3"/>
              </a:buClr>
              <a:buSzPts val="1800"/>
              <a:buFont typeface="Enriqueta Medium"/>
              <a:buNone/>
              <a:defRPr b="1">
                <a:solidFill>
                  <a:schemeClr val="accent2"/>
                </a:solidFill>
                <a:latin typeface="Kulim Park"/>
                <a:ea typeface="Kulim Park"/>
                <a:cs typeface="Kulim Park"/>
                <a:sym typeface="Kulim Park"/>
              </a:defRPr>
            </a:lvl1pPr>
            <a:lvl2pPr lvl="1"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2pPr>
            <a:lvl3pPr lvl="2"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3pPr>
            <a:lvl4pPr lvl="3"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4pPr>
            <a:lvl5pPr lvl="4"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5pPr>
            <a:lvl6pPr lvl="5"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6pPr>
            <a:lvl7pPr lvl="6"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7pPr>
            <a:lvl8pPr lvl="7"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8pPr>
            <a:lvl9pPr lvl="8"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9pPr>
          </a:lstStyle>
          <a:p>
            <a:endParaRPr/>
          </a:p>
        </p:txBody>
      </p:sp>
      <p:sp>
        <p:nvSpPr>
          <p:cNvPr id="57" name="Google Shape;57;p14"/>
          <p:cNvSpPr txBox="1">
            <a:spLocks noGrp="1"/>
          </p:cNvSpPr>
          <p:nvPr>
            <p:ph type="subTitle" idx="4"/>
          </p:nvPr>
        </p:nvSpPr>
        <p:spPr>
          <a:xfrm>
            <a:off x="4592716" y="3506050"/>
            <a:ext cx="1689600" cy="64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600">
                <a:solidFill>
                  <a:schemeClr val="accent6"/>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58" name="Google Shape;58;p14">
            <a:hlinkClick r:id="rId4" action="ppaction://hlinksldjump"/>
          </p:cNvPr>
          <p:cNvSpPr txBox="1">
            <a:spLocks noGrp="1"/>
          </p:cNvSpPr>
          <p:nvPr>
            <p:ph type="subTitle" idx="5"/>
          </p:nvPr>
        </p:nvSpPr>
        <p:spPr>
          <a:xfrm>
            <a:off x="2636521" y="2705350"/>
            <a:ext cx="1840200" cy="648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3"/>
              </a:buClr>
              <a:buSzPts val="1800"/>
              <a:buFont typeface="Enriqueta Medium"/>
              <a:buNone/>
              <a:defRPr b="1">
                <a:solidFill>
                  <a:schemeClr val="accent2"/>
                </a:solidFill>
                <a:latin typeface="Kulim Park"/>
                <a:ea typeface="Kulim Park"/>
                <a:cs typeface="Kulim Park"/>
                <a:sym typeface="Kulim Park"/>
              </a:defRPr>
            </a:lvl1pPr>
            <a:lvl2pPr lvl="1"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2pPr>
            <a:lvl3pPr lvl="2"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3pPr>
            <a:lvl4pPr lvl="3"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4pPr>
            <a:lvl5pPr lvl="4"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5pPr>
            <a:lvl6pPr lvl="5"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6pPr>
            <a:lvl7pPr lvl="6"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7pPr>
            <a:lvl8pPr lvl="7"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8pPr>
            <a:lvl9pPr lvl="8"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9pPr>
          </a:lstStyle>
          <a:p>
            <a:endParaRPr/>
          </a:p>
        </p:txBody>
      </p:sp>
      <p:sp>
        <p:nvSpPr>
          <p:cNvPr id="59" name="Google Shape;59;p14"/>
          <p:cNvSpPr txBox="1">
            <a:spLocks noGrp="1"/>
          </p:cNvSpPr>
          <p:nvPr>
            <p:ph type="subTitle" idx="6"/>
          </p:nvPr>
        </p:nvSpPr>
        <p:spPr>
          <a:xfrm>
            <a:off x="2711821" y="3506050"/>
            <a:ext cx="1689600" cy="64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600">
                <a:solidFill>
                  <a:schemeClr val="accent6"/>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60" name="Google Shape;60;p14"/>
          <p:cNvSpPr txBox="1">
            <a:spLocks noGrp="1"/>
          </p:cNvSpPr>
          <p:nvPr>
            <p:ph type="title" hasCustomPrompt="1"/>
          </p:nvPr>
        </p:nvSpPr>
        <p:spPr>
          <a:xfrm>
            <a:off x="795308" y="1904900"/>
            <a:ext cx="1689600" cy="366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61" name="Google Shape;61;p14"/>
          <p:cNvSpPr txBox="1">
            <a:spLocks noGrp="1"/>
          </p:cNvSpPr>
          <p:nvPr>
            <p:ph type="title" idx="7" hasCustomPrompt="1"/>
          </p:nvPr>
        </p:nvSpPr>
        <p:spPr>
          <a:xfrm>
            <a:off x="2711821" y="1904900"/>
            <a:ext cx="1689600" cy="366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62" name="Google Shape;62;p14"/>
          <p:cNvSpPr txBox="1">
            <a:spLocks noGrp="1"/>
          </p:cNvSpPr>
          <p:nvPr>
            <p:ph type="title" idx="8" hasCustomPrompt="1"/>
          </p:nvPr>
        </p:nvSpPr>
        <p:spPr>
          <a:xfrm>
            <a:off x="4517416" y="1904900"/>
            <a:ext cx="1840200" cy="366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63" name="Google Shape;63;p14"/>
          <p:cNvSpPr txBox="1">
            <a:spLocks noGrp="1"/>
          </p:cNvSpPr>
          <p:nvPr>
            <p:ph type="title" idx="9"/>
          </p:nvPr>
        </p:nvSpPr>
        <p:spPr>
          <a:xfrm>
            <a:off x="3896410" y="390700"/>
            <a:ext cx="45276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3"/>
              </a:buClr>
              <a:buSzPts val="2800"/>
              <a:buNone/>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64" name="Google Shape;64;p14">
            <a:hlinkClick r:id="rId3" action="ppaction://hlinksldjump"/>
          </p:cNvPr>
          <p:cNvSpPr txBox="1">
            <a:spLocks noGrp="1"/>
          </p:cNvSpPr>
          <p:nvPr>
            <p:ph type="subTitle" idx="13"/>
          </p:nvPr>
        </p:nvSpPr>
        <p:spPr>
          <a:xfrm>
            <a:off x="6472595" y="2705350"/>
            <a:ext cx="1840200" cy="648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3"/>
              </a:buClr>
              <a:buSzPts val="1800"/>
              <a:buFont typeface="Enriqueta Medium"/>
              <a:buNone/>
              <a:defRPr b="1">
                <a:solidFill>
                  <a:schemeClr val="accent2"/>
                </a:solidFill>
                <a:latin typeface="Kulim Park"/>
                <a:ea typeface="Kulim Park"/>
                <a:cs typeface="Kulim Park"/>
                <a:sym typeface="Kulim Park"/>
              </a:defRPr>
            </a:lvl1pPr>
            <a:lvl2pPr lvl="1"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2pPr>
            <a:lvl3pPr lvl="2"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3pPr>
            <a:lvl4pPr lvl="3"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4pPr>
            <a:lvl5pPr lvl="4"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5pPr>
            <a:lvl6pPr lvl="5"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6pPr>
            <a:lvl7pPr lvl="6"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7pPr>
            <a:lvl8pPr lvl="7"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8pPr>
            <a:lvl9pPr lvl="8" rtl="0">
              <a:spcBef>
                <a:spcPts val="0"/>
              </a:spcBef>
              <a:spcAft>
                <a:spcPts val="0"/>
              </a:spcAft>
              <a:buClr>
                <a:schemeClr val="accent3"/>
              </a:buClr>
              <a:buSzPts val="1400"/>
              <a:buFont typeface="Enriqueta Medium"/>
              <a:buNone/>
              <a:defRPr>
                <a:solidFill>
                  <a:schemeClr val="accent3"/>
                </a:solidFill>
                <a:latin typeface="Enriqueta Medium"/>
                <a:ea typeface="Enriqueta Medium"/>
                <a:cs typeface="Enriqueta Medium"/>
                <a:sym typeface="Enriqueta Medium"/>
              </a:defRPr>
            </a:lvl9pPr>
          </a:lstStyle>
          <a:p>
            <a:endParaRPr/>
          </a:p>
        </p:txBody>
      </p:sp>
      <p:sp>
        <p:nvSpPr>
          <p:cNvPr id="65" name="Google Shape;65;p14"/>
          <p:cNvSpPr txBox="1">
            <a:spLocks noGrp="1"/>
          </p:cNvSpPr>
          <p:nvPr>
            <p:ph type="subTitle" idx="14"/>
          </p:nvPr>
        </p:nvSpPr>
        <p:spPr>
          <a:xfrm>
            <a:off x="6547895" y="3506050"/>
            <a:ext cx="1689600" cy="64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600">
                <a:solidFill>
                  <a:schemeClr val="accent3"/>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66" name="Google Shape;66;p14"/>
          <p:cNvSpPr txBox="1">
            <a:spLocks noGrp="1"/>
          </p:cNvSpPr>
          <p:nvPr>
            <p:ph type="title" idx="15" hasCustomPrompt="1"/>
          </p:nvPr>
        </p:nvSpPr>
        <p:spPr>
          <a:xfrm>
            <a:off x="6472595" y="1904900"/>
            <a:ext cx="1840200" cy="366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67" name="Google Shape;67;p14"/>
          <p:cNvSpPr/>
          <p:nvPr/>
        </p:nvSpPr>
        <p:spPr>
          <a:xfrm>
            <a:off x="-1137125" y="-2900650"/>
            <a:ext cx="5033529" cy="4070732"/>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14"/>
          <p:cNvGrpSpPr/>
          <p:nvPr/>
        </p:nvGrpSpPr>
        <p:grpSpPr>
          <a:xfrm>
            <a:off x="1511850" y="229925"/>
            <a:ext cx="854554" cy="1111750"/>
            <a:chOff x="1511850" y="229925"/>
            <a:chExt cx="854554" cy="1111750"/>
          </a:xfrm>
        </p:grpSpPr>
        <p:sp>
          <p:nvSpPr>
            <p:cNvPr id="69" name="Google Shape;69;p14"/>
            <p:cNvSpPr/>
            <p:nvPr/>
          </p:nvSpPr>
          <p:spPr>
            <a:xfrm>
              <a:off x="1515971" y="682074"/>
              <a:ext cx="87166" cy="358839"/>
            </a:xfrm>
            <a:custGeom>
              <a:avLst/>
              <a:gdLst/>
              <a:ahLst/>
              <a:cxnLst/>
              <a:rect l="l" t="t" r="r" b="b"/>
              <a:pathLst>
                <a:path w="1121" h="4615" extrusionOk="0">
                  <a:moveTo>
                    <a:pt x="1121" y="0"/>
                  </a:moveTo>
                  <a:lnTo>
                    <a:pt x="1" y="4308"/>
                  </a:lnTo>
                  <a:lnTo>
                    <a:pt x="1067" y="4615"/>
                  </a:lnTo>
                  <a:lnTo>
                    <a:pt x="1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p:nvPr/>
          </p:nvSpPr>
          <p:spPr>
            <a:xfrm>
              <a:off x="1511850" y="677953"/>
              <a:ext cx="95486" cy="367159"/>
            </a:xfrm>
            <a:custGeom>
              <a:avLst/>
              <a:gdLst/>
              <a:ahLst/>
              <a:cxnLst/>
              <a:rect l="l" t="t" r="r" b="b"/>
              <a:pathLst>
                <a:path w="1228" h="4722" extrusionOk="0">
                  <a:moveTo>
                    <a:pt x="1120" y="480"/>
                  </a:moveTo>
                  <a:lnTo>
                    <a:pt x="1067" y="4602"/>
                  </a:lnTo>
                  <a:lnTo>
                    <a:pt x="120" y="4321"/>
                  </a:lnTo>
                  <a:lnTo>
                    <a:pt x="1120" y="480"/>
                  </a:lnTo>
                  <a:close/>
                  <a:moveTo>
                    <a:pt x="1187" y="0"/>
                  </a:moveTo>
                  <a:cubicBezTo>
                    <a:pt x="1160" y="0"/>
                    <a:pt x="1133" y="14"/>
                    <a:pt x="1120" y="41"/>
                  </a:cubicBezTo>
                  <a:lnTo>
                    <a:pt x="13" y="4348"/>
                  </a:lnTo>
                  <a:cubicBezTo>
                    <a:pt x="0" y="4374"/>
                    <a:pt x="13" y="4401"/>
                    <a:pt x="40" y="4415"/>
                  </a:cubicBezTo>
                  <a:lnTo>
                    <a:pt x="1094" y="4721"/>
                  </a:lnTo>
                  <a:lnTo>
                    <a:pt x="1120" y="4721"/>
                  </a:lnTo>
                  <a:cubicBezTo>
                    <a:pt x="1120" y="4721"/>
                    <a:pt x="1133" y="4721"/>
                    <a:pt x="1147" y="4708"/>
                  </a:cubicBezTo>
                  <a:cubicBezTo>
                    <a:pt x="1160" y="4708"/>
                    <a:pt x="1160" y="4694"/>
                    <a:pt x="1160" y="4668"/>
                  </a:cubicBezTo>
                  <a:lnTo>
                    <a:pt x="1227" y="53"/>
                  </a:lnTo>
                  <a:cubicBezTo>
                    <a:pt x="1227" y="27"/>
                    <a:pt x="1213" y="0"/>
                    <a:pt x="11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4"/>
            <p:cNvSpPr/>
            <p:nvPr/>
          </p:nvSpPr>
          <p:spPr>
            <a:xfrm>
              <a:off x="1628952" y="234124"/>
              <a:ext cx="733253" cy="692020"/>
            </a:xfrm>
            <a:custGeom>
              <a:avLst/>
              <a:gdLst/>
              <a:ahLst/>
              <a:cxnLst/>
              <a:rect l="l" t="t" r="r" b="b"/>
              <a:pathLst>
                <a:path w="9430" h="8900" extrusionOk="0">
                  <a:moveTo>
                    <a:pt x="738" y="0"/>
                  </a:moveTo>
                  <a:cubicBezTo>
                    <a:pt x="645" y="0"/>
                    <a:pt x="614" y="27"/>
                    <a:pt x="614" y="27"/>
                  </a:cubicBezTo>
                  <a:cubicBezTo>
                    <a:pt x="614" y="27"/>
                    <a:pt x="95" y="121"/>
                    <a:pt x="41" y="547"/>
                  </a:cubicBezTo>
                  <a:cubicBezTo>
                    <a:pt x="1" y="774"/>
                    <a:pt x="41" y="1014"/>
                    <a:pt x="175" y="1200"/>
                  </a:cubicBezTo>
                  <a:cubicBezTo>
                    <a:pt x="175" y="1200"/>
                    <a:pt x="7354" y="8900"/>
                    <a:pt x="7558" y="8900"/>
                  </a:cubicBezTo>
                  <a:cubicBezTo>
                    <a:pt x="7561" y="8900"/>
                    <a:pt x="7562" y="8898"/>
                    <a:pt x="7563" y="8896"/>
                  </a:cubicBezTo>
                  <a:cubicBezTo>
                    <a:pt x="7589" y="8695"/>
                    <a:pt x="9377" y="2441"/>
                    <a:pt x="9403" y="1748"/>
                  </a:cubicBezTo>
                  <a:cubicBezTo>
                    <a:pt x="9430" y="1054"/>
                    <a:pt x="8776" y="1227"/>
                    <a:pt x="6749" y="960"/>
                  </a:cubicBezTo>
                  <a:cubicBezTo>
                    <a:pt x="4722" y="681"/>
                    <a:pt x="1548" y="254"/>
                    <a:pt x="1135" y="94"/>
                  </a:cubicBezTo>
                  <a:cubicBezTo>
                    <a:pt x="943" y="20"/>
                    <a:pt x="817" y="0"/>
                    <a:pt x="7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4"/>
            <p:cNvSpPr/>
            <p:nvPr/>
          </p:nvSpPr>
          <p:spPr>
            <a:xfrm>
              <a:off x="1624831" y="229925"/>
              <a:ext cx="741573" cy="700106"/>
            </a:xfrm>
            <a:custGeom>
              <a:avLst/>
              <a:gdLst/>
              <a:ahLst/>
              <a:cxnLst/>
              <a:rect l="l" t="t" r="r" b="b"/>
              <a:pathLst>
                <a:path w="9537" h="9004" extrusionOk="0">
                  <a:moveTo>
                    <a:pt x="784" y="106"/>
                  </a:moveTo>
                  <a:cubicBezTo>
                    <a:pt x="856" y="106"/>
                    <a:pt x="979" y="124"/>
                    <a:pt x="1174" y="201"/>
                  </a:cubicBezTo>
                  <a:cubicBezTo>
                    <a:pt x="1588" y="361"/>
                    <a:pt x="4721" y="774"/>
                    <a:pt x="6789" y="1068"/>
                  </a:cubicBezTo>
                  <a:cubicBezTo>
                    <a:pt x="7309" y="1135"/>
                    <a:pt x="7749" y="1174"/>
                    <a:pt x="8096" y="1201"/>
                  </a:cubicBezTo>
                  <a:cubicBezTo>
                    <a:pt x="9163" y="1308"/>
                    <a:pt x="9416" y="1348"/>
                    <a:pt x="9403" y="1802"/>
                  </a:cubicBezTo>
                  <a:cubicBezTo>
                    <a:pt x="9389" y="2295"/>
                    <a:pt x="8482" y="5575"/>
                    <a:pt x="7949" y="7536"/>
                  </a:cubicBezTo>
                  <a:cubicBezTo>
                    <a:pt x="7749" y="8256"/>
                    <a:pt x="7629" y="8696"/>
                    <a:pt x="7589" y="8870"/>
                  </a:cubicBezTo>
                  <a:cubicBezTo>
                    <a:pt x="7069" y="8456"/>
                    <a:pt x="2988" y="4135"/>
                    <a:pt x="267" y="1228"/>
                  </a:cubicBezTo>
                  <a:cubicBezTo>
                    <a:pt x="148" y="1041"/>
                    <a:pt x="107" y="828"/>
                    <a:pt x="148" y="601"/>
                  </a:cubicBezTo>
                  <a:cubicBezTo>
                    <a:pt x="201" y="228"/>
                    <a:pt x="667" y="134"/>
                    <a:pt x="681" y="134"/>
                  </a:cubicBezTo>
                  <a:lnTo>
                    <a:pt x="694" y="121"/>
                  </a:lnTo>
                  <a:cubicBezTo>
                    <a:pt x="694" y="121"/>
                    <a:pt x="718" y="106"/>
                    <a:pt x="784" y="106"/>
                  </a:cubicBezTo>
                  <a:close/>
                  <a:moveTo>
                    <a:pt x="782" y="1"/>
                  </a:moveTo>
                  <a:cubicBezTo>
                    <a:pt x="708" y="1"/>
                    <a:pt x="665" y="15"/>
                    <a:pt x="640" y="27"/>
                  </a:cubicBezTo>
                  <a:cubicBezTo>
                    <a:pt x="574" y="41"/>
                    <a:pt x="107" y="161"/>
                    <a:pt x="41" y="588"/>
                  </a:cubicBezTo>
                  <a:cubicBezTo>
                    <a:pt x="0" y="828"/>
                    <a:pt x="41" y="1082"/>
                    <a:pt x="174" y="1281"/>
                  </a:cubicBezTo>
                  <a:lnTo>
                    <a:pt x="187" y="1295"/>
                  </a:lnTo>
                  <a:cubicBezTo>
                    <a:pt x="201" y="1308"/>
                    <a:pt x="2015" y="3255"/>
                    <a:pt x="3828" y="5162"/>
                  </a:cubicBezTo>
                  <a:cubicBezTo>
                    <a:pt x="7242" y="8776"/>
                    <a:pt x="7549" y="9003"/>
                    <a:pt x="7616" y="9003"/>
                  </a:cubicBezTo>
                  <a:lnTo>
                    <a:pt x="7629" y="9003"/>
                  </a:lnTo>
                  <a:lnTo>
                    <a:pt x="7669" y="8989"/>
                  </a:lnTo>
                  <a:lnTo>
                    <a:pt x="7669" y="8950"/>
                  </a:lnTo>
                  <a:cubicBezTo>
                    <a:pt x="7682" y="8897"/>
                    <a:pt x="7842" y="8310"/>
                    <a:pt x="8043" y="7563"/>
                  </a:cubicBezTo>
                  <a:cubicBezTo>
                    <a:pt x="8589" y="5602"/>
                    <a:pt x="9483" y="2308"/>
                    <a:pt x="9510" y="1802"/>
                  </a:cubicBezTo>
                  <a:cubicBezTo>
                    <a:pt x="9536" y="1242"/>
                    <a:pt x="9136" y="1201"/>
                    <a:pt x="8096" y="1108"/>
                  </a:cubicBezTo>
                  <a:cubicBezTo>
                    <a:pt x="7749" y="1068"/>
                    <a:pt x="7322" y="1028"/>
                    <a:pt x="6802" y="961"/>
                  </a:cubicBezTo>
                  <a:cubicBezTo>
                    <a:pt x="4869" y="694"/>
                    <a:pt x="1615" y="255"/>
                    <a:pt x="1201" y="95"/>
                  </a:cubicBezTo>
                  <a:cubicBezTo>
                    <a:pt x="1004" y="22"/>
                    <a:pt x="871" y="1"/>
                    <a:pt x="7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p:nvPr/>
          </p:nvSpPr>
          <p:spPr>
            <a:xfrm>
              <a:off x="1534633" y="327431"/>
              <a:ext cx="770499" cy="880498"/>
            </a:xfrm>
            <a:custGeom>
              <a:avLst/>
              <a:gdLst/>
              <a:ahLst/>
              <a:cxnLst/>
              <a:rect l="l" t="t" r="r" b="b"/>
              <a:pathLst>
                <a:path w="9909" h="11324" extrusionOk="0">
                  <a:moveTo>
                    <a:pt x="1388" y="0"/>
                  </a:moveTo>
                  <a:lnTo>
                    <a:pt x="1" y="10176"/>
                  </a:lnTo>
                  <a:lnTo>
                    <a:pt x="8536" y="11323"/>
                  </a:lnTo>
                  <a:lnTo>
                    <a:pt x="9909" y="1161"/>
                  </a:lnTo>
                  <a:lnTo>
                    <a:pt x="138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4"/>
            <p:cNvSpPr/>
            <p:nvPr/>
          </p:nvSpPr>
          <p:spPr>
            <a:xfrm>
              <a:off x="1530512" y="323310"/>
              <a:ext cx="778819" cy="888740"/>
            </a:xfrm>
            <a:custGeom>
              <a:avLst/>
              <a:gdLst/>
              <a:ahLst/>
              <a:cxnLst/>
              <a:rect l="l" t="t" r="r" b="b"/>
              <a:pathLst>
                <a:path w="10016" h="11430" extrusionOk="0">
                  <a:moveTo>
                    <a:pt x="1480" y="121"/>
                  </a:moveTo>
                  <a:lnTo>
                    <a:pt x="9909" y="1254"/>
                  </a:lnTo>
                  <a:lnTo>
                    <a:pt x="8548" y="11323"/>
                  </a:lnTo>
                  <a:lnTo>
                    <a:pt x="120" y="10176"/>
                  </a:lnTo>
                  <a:lnTo>
                    <a:pt x="1480" y="121"/>
                  </a:lnTo>
                  <a:close/>
                  <a:moveTo>
                    <a:pt x="1441" y="0"/>
                  </a:moveTo>
                  <a:cubicBezTo>
                    <a:pt x="1427" y="0"/>
                    <a:pt x="1414" y="0"/>
                    <a:pt x="1400" y="14"/>
                  </a:cubicBezTo>
                  <a:cubicBezTo>
                    <a:pt x="1387" y="27"/>
                    <a:pt x="1387" y="41"/>
                    <a:pt x="1387" y="53"/>
                  </a:cubicBezTo>
                  <a:lnTo>
                    <a:pt x="0" y="10216"/>
                  </a:lnTo>
                  <a:cubicBezTo>
                    <a:pt x="0" y="10242"/>
                    <a:pt x="27" y="10269"/>
                    <a:pt x="54" y="10283"/>
                  </a:cubicBezTo>
                  <a:lnTo>
                    <a:pt x="8575" y="11430"/>
                  </a:lnTo>
                  <a:lnTo>
                    <a:pt x="8589" y="11430"/>
                  </a:lnTo>
                  <a:cubicBezTo>
                    <a:pt x="8615" y="11430"/>
                    <a:pt x="8642" y="11416"/>
                    <a:pt x="8642" y="11389"/>
                  </a:cubicBezTo>
                  <a:lnTo>
                    <a:pt x="10015" y="1214"/>
                  </a:lnTo>
                  <a:cubicBezTo>
                    <a:pt x="10015" y="1200"/>
                    <a:pt x="10015" y="1188"/>
                    <a:pt x="10002" y="1174"/>
                  </a:cubicBezTo>
                  <a:cubicBezTo>
                    <a:pt x="10002" y="1174"/>
                    <a:pt x="9989" y="1161"/>
                    <a:pt x="9976" y="1161"/>
                  </a:cubicBezTo>
                  <a:lnTo>
                    <a:pt x="144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4"/>
            <p:cNvSpPr/>
            <p:nvPr/>
          </p:nvSpPr>
          <p:spPr>
            <a:xfrm>
              <a:off x="2179628" y="573216"/>
              <a:ext cx="43622" cy="9408"/>
            </a:xfrm>
            <a:custGeom>
              <a:avLst/>
              <a:gdLst/>
              <a:ahLst/>
              <a:cxnLst/>
              <a:rect l="l" t="t" r="r" b="b"/>
              <a:pathLst>
                <a:path w="561" h="121" extrusionOk="0">
                  <a:moveTo>
                    <a:pt x="40" y="1"/>
                  </a:moveTo>
                  <a:cubicBezTo>
                    <a:pt x="27" y="1"/>
                    <a:pt x="14" y="13"/>
                    <a:pt x="1" y="27"/>
                  </a:cubicBezTo>
                  <a:cubicBezTo>
                    <a:pt x="1" y="40"/>
                    <a:pt x="14" y="54"/>
                    <a:pt x="27" y="54"/>
                  </a:cubicBezTo>
                  <a:lnTo>
                    <a:pt x="520" y="120"/>
                  </a:lnTo>
                  <a:lnTo>
                    <a:pt x="534" y="120"/>
                  </a:lnTo>
                  <a:cubicBezTo>
                    <a:pt x="547" y="120"/>
                    <a:pt x="547" y="107"/>
                    <a:pt x="561" y="93"/>
                  </a:cubicBezTo>
                  <a:cubicBezTo>
                    <a:pt x="561" y="81"/>
                    <a:pt x="547" y="67"/>
                    <a:pt x="534" y="67"/>
                  </a:cubicBezTo>
                  <a:lnTo>
                    <a:pt x="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p:nvPr/>
          </p:nvSpPr>
          <p:spPr>
            <a:xfrm>
              <a:off x="1937959" y="540014"/>
              <a:ext cx="215777" cy="33279"/>
            </a:xfrm>
            <a:custGeom>
              <a:avLst/>
              <a:gdLst/>
              <a:ahLst/>
              <a:cxnLst/>
              <a:rect l="l" t="t" r="r" b="b"/>
              <a:pathLst>
                <a:path w="2775" h="428" extrusionOk="0">
                  <a:moveTo>
                    <a:pt x="41" y="1"/>
                  </a:moveTo>
                  <a:cubicBezTo>
                    <a:pt x="28" y="1"/>
                    <a:pt x="15" y="14"/>
                    <a:pt x="15" y="28"/>
                  </a:cubicBezTo>
                  <a:cubicBezTo>
                    <a:pt x="1" y="40"/>
                    <a:pt x="15" y="54"/>
                    <a:pt x="28" y="54"/>
                  </a:cubicBezTo>
                  <a:lnTo>
                    <a:pt x="2748" y="428"/>
                  </a:lnTo>
                  <a:cubicBezTo>
                    <a:pt x="2762" y="428"/>
                    <a:pt x="2775" y="414"/>
                    <a:pt x="2775" y="401"/>
                  </a:cubicBezTo>
                  <a:cubicBezTo>
                    <a:pt x="2775" y="387"/>
                    <a:pt x="2762" y="374"/>
                    <a:pt x="2748" y="374"/>
                  </a:cubicBezTo>
                  <a:lnTo>
                    <a:pt x="4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p:nvPr/>
          </p:nvSpPr>
          <p:spPr>
            <a:xfrm>
              <a:off x="1682916" y="505802"/>
              <a:ext cx="229229" cy="34290"/>
            </a:xfrm>
            <a:custGeom>
              <a:avLst/>
              <a:gdLst/>
              <a:ahLst/>
              <a:cxnLst/>
              <a:rect l="l" t="t" r="r" b="b"/>
              <a:pathLst>
                <a:path w="2948" h="441" extrusionOk="0">
                  <a:moveTo>
                    <a:pt x="27" y="0"/>
                  </a:moveTo>
                  <a:cubicBezTo>
                    <a:pt x="14" y="0"/>
                    <a:pt x="0" y="14"/>
                    <a:pt x="0" y="27"/>
                  </a:cubicBezTo>
                  <a:cubicBezTo>
                    <a:pt x="0" y="41"/>
                    <a:pt x="0" y="54"/>
                    <a:pt x="27" y="54"/>
                  </a:cubicBezTo>
                  <a:lnTo>
                    <a:pt x="2921" y="441"/>
                  </a:lnTo>
                  <a:cubicBezTo>
                    <a:pt x="2934" y="441"/>
                    <a:pt x="2948" y="441"/>
                    <a:pt x="2948" y="427"/>
                  </a:cubicBezTo>
                  <a:cubicBezTo>
                    <a:pt x="2948" y="414"/>
                    <a:pt x="2934" y="400"/>
                    <a:pt x="2921" y="388"/>
                  </a:cubicBezTo>
                  <a:lnTo>
                    <a:pt x="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4"/>
            <p:cNvSpPr/>
            <p:nvPr/>
          </p:nvSpPr>
          <p:spPr>
            <a:xfrm>
              <a:off x="2119521" y="636431"/>
              <a:ext cx="94398" cy="16640"/>
            </a:xfrm>
            <a:custGeom>
              <a:avLst/>
              <a:gdLst/>
              <a:ahLst/>
              <a:cxnLst/>
              <a:rect l="l" t="t" r="r" b="b"/>
              <a:pathLst>
                <a:path w="1214" h="214" extrusionOk="0">
                  <a:moveTo>
                    <a:pt x="27" y="1"/>
                  </a:moveTo>
                  <a:cubicBezTo>
                    <a:pt x="13" y="1"/>
                    <a:pt x="0" y="14"/>
                    <a:pt x="0" y="27"/>
                  </a:cubicBezTo>
                  <a:cubicBezTo>
                    <a:pt x="0" y="41"/>
                    <a:pt x="13" y="54"/>
                    <a:pt x="27" y="54"/>
                  </a:cubicBezTo>
                  <a:lnTo>
                    <a:pt x="1174" y="214"/>
                  </a:lnTo>
                  <a:cubicBezTo>
                    <a:pt x="1187" y="214"/>
                    <a:pt x="1200" y="201"/>
                    <a:pt x="1200" y="187"/>
                  </a:cubicBezTo>
                  <a:cubicBezTo>
                    <a:pt x="1213" y="174"/>
                    <a:pt x="1200" y="161"/>
                    <a:pt x="1187" y="161"/>
                  </a:cubicBezTo>
                  <a:lnTo>
                    <a:pt x="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p:nvPr/>
          </p:nvSpPr>
          <p:spPr>
            <a:xfrm>
              <a:off x="1673585" y="576326"/>
              <a:ext cx="358851" cy="51863"/>
            </a:xfrm>
            <a:custGeom>
              <a:avLst/>
              <a:gdLst/>
              <a:ahLst/>
              <a:cxnLst/>
              <a:rect l="l" t="t" r="r" b="b"/>
              <a:pathLst>
                <a:path w="4615" h="667" extrusionOk="0">
                  <a:moveTo>
                    <a:pt x="27" y="0"/>
                  </a:moveTo>
                  <a:cubicBezTo>
                    <a:pt x="13" y="0"/>
                    <a:pt x="1" y="0"/>
                    <a:pt x="1" y="27"/>
                  </a:cubicBezTo>
                  <a:cubicBezTo>
                    <a:pt x="1" y="41"/>
                    <a:pt x="1" y="53"/>
                    <a:pt x="13" y="53"/>
                  </a:cubicBezTo>
                  <a:lnTo>
                    <a:pt x="4588" y="667"/>
                  </a:lnTo>
                  <a:cubicBezTo>
                    <a:pt x="4601" y="667"/>
                    <a:pt x="4615" y="654"/>
                    <a:pt x="4615" y="640"/>
                  </a:cubicBezTo>
                  <a:cubicBezTo>
                    <a:pt x="4615" y="627"/>
                    <a:pt x="4601" y="614"/>
                    <a:pt x="4588" y="614"/>
                  </a:cubicBezTo>
                  <a:lnTo>
                    <a:pt x="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a:off x="1852970" y="671732"/>
              <a:ext cx="350531" cy="51863"/>
            </a:xfrm>
            <a:custGeom>
              <a:avLst/>
              <a:gdLst/>
              <a:ahLst/>
              <a:cxnLst/>
              <a:rect l="l" t="t" r="r" b="b"/>
              <a:pathLst>
                <a:path w="4508" h="667" extrusionOk="0">
                  <a:moveTo>
                    <a:pt x="41" y="0"/>
                  </a:moveTo>
                  <a:cubicBezTo>
                    <a:pt x="27" y="0"/>
                    <a:pt x="14" y="14"/>
                    <a:pt x="0" y="27"/>
                  </a:cubicBezTo>
                  <a:cubicBezTo>
                    <a:pt x="0" y="41"/>
                    <a:pt x="14" y="53"/>
                    <a:pt x="27" y="53"/>
                  </a:cubicBezTo>
                  <a:lnTo>
                    <a:pt x="4481" y="667"/>
                  </a:lnTo>
                  <a:cubicBezTo>
                    <a:pt x="4495" y="667"/>
                    <a:pt x="4508" y="654"/>
                    <a:pt x="4508" y="640"/>
                  </a:cubicBezTo>
                  <a:cubicBezTo>
                    <a:pt x="4508" y="627"/>
                    <a:pt x="4508" y="613"/>
                    <a:pt x="4495" y="613"/>
                  </a:cubicBezTo>
                  <a:lnTo>
                    <a:pt x="4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p:nvPr/>
          </p:nvSpPr>
          <p:spPr>
            <a:xfrm>
              <a:off x="1663243" y="646384"/>
              <a:ext cx="158703" cy="25426"/>
            </a:xfrm>
            <a:custGeom>
              <a:avLst/>
              <a:gdLst/>
              <a:ahLst/>
              <a:cxnLst/>
              <a:rect l="l" t="t" r="r" b="b"/>
              <a:pathLst>
                <a:path w="2041" h="327" extrusionOk="0">
                  <a:moveTo>
                    <a:pt x="28" y="1"/>
                  </a:moveTo>
                  <a:cubicBezTo>
                    <a:pt x="19" y="1"/>
                    <a:pt x="9" y="10"/>
                    <a:pt x="0" y="20"/>
                  </a:cubicBezTo>
                  <a:cubicBezTo>
                    <a:pt x="0" y="33"/>
                    <a:pt x="13" y="46"/>
                    <a:pt x="27" y="46"/>
                  </a:cubicBezTo>
                  <a:lnTo>
                    <a:pt x="2014" y="326"/>
                  </a:lnTo>
                  <a:cubicBezTo>
                    <a:pt x="2027" y="326"/>
                    <a:pt x="2040" y="313"/>
                    <a:pt x="2040" y="299"/>
                  </a:cubicBezTo>
                  <a:cubicBezTo>
                    <a:pt x="2040" y="287"/>
                    <a:pt x="2027" y="273"/>
                    <a:pt x="2014" y="273"/>
                  </a:cubicBezTo>
                  <a:lnTo>
                    <a:pt x="40" y="6"/>
                  </a:lnTo>
                  <a:cubicBezTo>
                    <a:pt x="36" y="2"/>
                    <a:pt x="32" y="1"/>
                    <a:pt x="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4"/>
            <p:cNvSpPr/>
            <p:nvPr/>
          </p:nvSpPr>
          <p:spPr>
            <a:xfrm>
              <a:off x="1968128" y="758819"/>
              <a:ext cx="226119" cy="34290"/>
            </a:xfrm>
            <a:custGeom>
              <a:avLst/>
              <a:gdLst/>
              <a:ahLst/>
              <a:cxnLst/>
              <a:rect l="l" t="t" r="r" b="b"/>
              <a:pathLst>
                <a:path w="2908" h="441" extrusionOk="0">
                  <a:moveTo>
                    <a:pt x="40" y="0"/>
                  </a:moveTo>
                  <a:cubicBezTo>
                    <a:pt x="13" y="0"/>
                    <a:pt x="0" y="14"/>
                    <a:pt x="0" y="27"/>
                  </a:cubicBezTo>
                  <a:cubicBezTo>
                    <a:pt x="0" y="41"/>
                    <a:pt x="13" y="54"/>
                    <a:pt x="27" y="54"/>
                  </a:cubicBezTo>
                  <a:lnTo>
                    <a:pt x="2881" y="441"/>
                  </a:lnTo>
                  <a:cubicBezTo>
                    <a:pt x="2894" y="441"/>
                    <a:pt x="2907" y="441"/>
                    <a:pt x="2907" y="427"/>
                  </a:cubicBezTo>
                  <a:cubicBezTo>
                    <a:pt x="2907" y="414"/>
                    <a:pt x="2894" y="400"/>
                    <a:pt x="2881" y="388"/>
                  </a:cubicBezTo>
                  <a:lnTo>
                    <a:pt x="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4"/>
            <p:cNvSpPr/>
            <p:nvPr/>
          </p:nvSpPr>
          <p:spPr>
            <a:xfrm>
              <a:off x="1780345" y="733937"/>
              <a:ext cx="167101" cy="26048"/>
            </a:xfrm>
            <a:custGeom>
              <a:avLst/>
              <a:gdLst/>
              <a:ahLst/>
              <a:cxnLst/>
              <a:rect l="l" t="t" r="r" b="b"/>
              <a:pathLst>
                <a:path w="2149" h="335" extrusionOk="0">
                  <a:moveTo>
                    <a:pt x="27" y="0"/>
                  </a:moveTo>
                  <a:cubicBezTo>
                    <a:pt x="15" y="0"/>
                    <a:pt x="1" y="0"/>
                    <a:pt x="1" y="27"/>
                  </a:cubicBezTo>
                  <a:cubicBezTo>
                    <a:pt x="1" y="41"/>
                    <a:pt x="15" y="54"/>
                    <a:pt x="27" y="54"/>
                  </a:cubicBezTo>
                  <a:lnTo>
                    <a:pt x="2122" y="334"/>
                  </a:lnTo>
                  <a:cubicBezTo>
                    <a:pt x="2135" y="334"/>
                    <a:pt x="2148" y="320"/>
                    <a:pt x="2148" y="307"/>
                  </a:cubicBezTo>
                  <a:cubicBezTo>
                    <a:pt x="2148" y="294"/>
                    <a:pt x="2135" y="281"/>
                    <a:pt x="2122" y="281"/>
                  </a:cubicBezTo>
                  <a:lnTo>
                    <a:pt x="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4"/>
            <p:cNvSpPr/>
            <p:nvPr/>
          </p:nvSpPr>
          <p:spPr>
            <a:xfrm>
              <a:off x="1653834" y="716364"/>
              <a:ext cx="102795" cy="17650"/>
            </a:xfrm>
            <a:custGeom>
              <a:avLst/>
              <a:gdLst/>
              <a:ahLst/>
              <a:cxnLst/>
              <a:rect l="l" t="t" r="r" b="b"/>
              <a:pathLst>
                <a:path w="1322" h="227" extrusionOk="0">
                  <a:moveTo>
                    <a:pt x="41" y="0"/>
                  </a:moveTo>
                  <a:cubicBezTo>
                    <a:pt x="15" y="0"/>
                    <a:pt x="1" y="13"/>
                    <a:pt x="1" y="27"/>
                  </a:cubicBezTo>
                  <a:cubicBezTo>
                    <a:pt x="1" y="39"/>
                    <a:pt x="15" y="53"/>
                    <a:pt x="27" y="53"/>
                  </a:cubicBezTo>
                  <a:lnTo>
                    <a:pt x="1295" y="226"/>
                  </a:lnTo>
                  <a:cubicBezTo>
                    <a:pt x="1308" y="226"/>
                    <a:pt x="1322" y="213"/>
                    <a:pt x="1322" y="200"/>
                  </a:cubicBezTo>
                  <a:cubicBezTo>
                    <a:pt x="1322" y="187"/>
                    <a:pt x="1308" y="173"/>
                    <a:pt x="1295" y="173"/>
                  </a:cubicBezTo>
                  <a:lnTo>
                    <a:pt x="4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4"/>
            <p:cNvSpPr/>
            <p:nvPr/>
          </p:nvSpPr>
          <p:spPr>
            <a:xfrm>
              <a:off x="2100860" y="849093"/>
              <a:ext cx="83978" cy="14540"/>
            </a:xfrm>
            <a:custGeom>
              <a:avLst/>
              <a:gdLst/>
              <a:ahLst/>
              <a:cxnLst/>
              <a:rect l="l" t="t" r="r" b="b"/>
              <a:pathLst>
                <a:path w="1080" h="187" extrusionOk="0">
                  <a:moveTo>
                    <a:pt x="40" y="0"/>
                  </a:moveTo>
                  <a:cubicBezTo>
                    <a:pt x="27" y="0"/>
                    <a:pt x="13" y="0"/>
                    <a:pt x="0" y="27"/>
                  </a:cubicBezTo>
                  <a:cubicBezTo>
                    <a:pt x="0" y="40"/>
                    <a:pt x="13" y="53"/>
                    <a:pt x="27" y="53"/>
                  </a:cubicBezTo>
                  <a:lnTo>
                    <a:pt x="1053" y="187"/>
                  </a:lnTo>
                  <a:cubicBezTo>
                    <a:pt x="1067" y="187"/>
                    <a:pt x="1080" y="173"/>
                    <a:pt x="1080" y="160"/>
                  </a:cubicBezTo>
                  <a:cubicBezTo>
                    <a:pt x="1080" y="146"/>
                    <a:pt x="1067" y="133"/>
                    <a:pt x="1053" y="133"/>
                  </a:cubicBezTo>
                  <a:lnTo>
                    <a:pt x="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644581" y="786811"/>
              <a:ext cx="407527" cy="59172"/>
            </a:xfrm>
            <a:custGeom>
              <a:avLst/>
              <a:gdLst/>
              <a:ahLst/>
              <a:cxnLst/>
              <a:rect l="l" t="t" r="r" b="b"/>
              <a:pathLst>
                <a:path w="5241" h="761" extrusionOk="0">
                  <a:moveTo>
                    <a:pt x="27" y="1"/>
                  </a:moveTo>
                  <a:cubicBezTo>
                    <a:pt x="13" y="1"/>
                    <a:pt x="0" y="14"/>
                    <a:pt x="0" y="28"/>
                  </a:cubicBezTo>
                  <a:cubicBezTo>
                    <a:pt x="0" y="40"/>
                    <a:pt x="13" y="54"/>
                    <a:pt x="27" y="54"/>
                  </a:cubicBezTo>
                  <a:lnTo>
                    <a:pt x="5214" y="760"/>
                  </a:lnTo>
                  <a:cubicBezTo>
                    <a:pt x="5228" y="760"/>
                    <a:pt x="5241" y="748"/>
                    <a:pt x="5241" y="734"/>
                  </a:cubicBezTo>
                  <a:cubicBezTo>
                    <a:pt x="5241" y="721"/>
                    <a:pt x="5228" y="707"/>
                    <a:pt x="5214" y="707"/>
                  </a:cubicBezTo>
                  <a:lnTo>
                    <a:pt x="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p:nvPr/>
          </p:nvSpPr>
          <p:spPr>
            <a:xfrm>
              <a:off x="1946279" y="899790"/>
              <a:ext cx="229307" cy="34368"/>
            </a:xfrm>
            <a:custGeom>
              <a:avLst/>
              <a:gdLst/>
              <a:ahLst/>
              <a:cxnLst/>
              <a:rect l="l" t="t" r="r" b="b"/>
              <a:pathLst>
                <a:path w="2949" h="442" extrusionOk="0">
                  <a:moveTo>
                    <a:pt x="41" y="1"/>
                  </a:moveTo>
                  <a:cubicBezTo>
                    <a:pt x="27" y="1"/>
                    <a:pt x="14" y="1"/>
                    <a:pt x="14" y="15"/>
                  </a:cubicBezTo>
                  <a:cubicBezTo>
                    <a:pt x="1" y="28"/>
                    <a:pt x="14" y="42"/>
                    <a:pt x="27" y="54"/>
                  </a:cubicBezTo>
                  <a:lnTo>
                    <a:pt x="2908" y="442"/>
                  </a:lnTo>
                  <a:lnTo>
                    <a:pt x="2922" y="442"/>
                  </a:lnTo>
                  <a:cubicBezTo>
                    <a:pt x="2935" y="442"/>
                    <a:pt x="2948" y="428"/>
                    <a:pt x="2948" y="415"/>
                  </a:cubicBezTo>
                  <a:cubicBezTo>
                    <a:pt x="2948" y="401"/>
                    <a:pt x="2935" y="388"/>
                    <a:pt x="2922" y="388"/>
                  </a:cubicBezTo>
                  <a:lnTo>
                    <a:pt x="4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a:off x="1635173" y="857335"/>
              <a:ext cx="277983" cy="41599"/>
            </a:xfrm>
            <a:custGeom>
              <a:avLst/>
              <a:gdLst/>
              <a:ahLst/>
              <a:cxnLst/>
              <a:rect l="l" t="t" r="r" b="b"/>
              <a:pathLst>
                <a:path w="3575" h="535" extrusionOk="0">
                  <a:moveTo>
                    <a:pt x="27" y="1"/>
                  </a:moveTo>
                  <a:cubicBezTo>
                    <a:pt x="15" y="1"/>
                    <a:pt x="1" y="14"/>
                    <a:pt x="1" y="27"/>
                  </a:cubicBezTo>
                  <a:cubicBezTo>
                    <a:pt x="1" y="40"/>
                    <a:pt x="15" y="54"/>
                    <a:pt x="27" y="54"/>
                  </a:cubicBezTo>
                  <a:lnTo>
                    <a:pt x="3535" y="534"/>
                  </a:lnTo>
                  <a:lnTo>
                    <a:pt x="3548" y="534"/>
                  </a:lnTo>
                  <a:cubicBezTo>
                    <a:pt x="3562" y="534"/>
                    <a:pt x="3562" y="520"/>
                    <a:pt x="3575" y="507"/>
                  </a:cubicBezTo>
                  <a:cubicBezTo>
                    <a:pt x="3575" y="494"/>
                    <a:pt x="3562" y="481"/>
                    <a:pt x="3548" y="481"/>
                  </a:cubicBezTo>
                  <a:lnTo>
                    <a:pt x="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2015793" y="980733"/>
              <a:ext cx="150383" cy="23949"/>
            </a:xfrm>
            <a:custGeom>
              <a:avLst/>
              <a:gdLst/>
              <a:ahLst/>
              <a:cxnLst/>
              <a:rect l="l" t="t" r="r" b="b"/>
              <a:pathLst>
                <a:path w="1934" h="308" extrusionOk="0">
                  <a:moveTo>
                    <a:pt x="40" y="0"/>
                  </a:moveTo>
                  <a:cubicBezTo>
                    <a:pt x="13" y="0"/>
                    <a:pt x="1" y="0"/>
                    <a:pt x="1" y="14"/>
                  </a:cubicBezTo>
                  <a:cubicBezTo>
                    <a:pt x="1" y="41"/>
                    <a:pt x="13" y="54"/>
                    <a:pt x="27" y="54"/>
                  </a:cubicBezTo>
                  <a:lnTo>
                    <a:pt x="1894" y="307"/>
                  </a:lnTo>
                  <a:cubicBezTo>
                    <a:pt x="1907" y="307"/>
                    <a:pt x="1921" y="294"/>
                    <a:pt x="1921" y="281"/>
                  </a:cubicBezTo>
                  <a:cubicBezTo>
                    <a:pt x="1934" y="267"/>
                    <a:pt x="1921" y="254"/>
                    <a:pt x="1907" y="254"/>
                  </a:cubicBezTo>
                  <a:lnTo>
                    <a:pt x="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a:off x="1721327" y="940300"/>
              <a:ext cx="263442" cy="39500"/>
            </a:xfrm>
            <a:custGeom>
              <a:avLst/>
              <a:gdLst/>
              <a:ahLst/>
              <a:cxnLst/>
              <a:rect l="l" t="t" r="r" b="b"/>
              <a:pathLst>
                <a:path w="3388" h="508" extrusionOk="0">
                  <a:moveTo>
                    <a:pt x="27" y="1"/>
                  </a:moveTo>
                  <a:cubicBezTo>
                    <a:pt x="13" y="1"/>
                    <a:pt x="0" y="13"/>
                    <a:pt x="0" y="27"/>
                  </a:cubicBezTo>
                  <a:cubicBezTo>
                    <a:pt x="0" y="40"/>
                    <a:pt x="13" y="54"/>
                    <a:pt x="27" y="54"/>
                  </a:cubicBezTo>
                  <a:lnTo>
                    <a:pt x="3361" y="507"/>
                  </a:lnTo>
                  <a:cubicBezTo>
                    <a:pt x="3374" y="507"/>
                    <a:pt x="3388" y="494"/>
                    <a:pt x="3388" y="481"/>
                  </a:cubicBezTo>
                  <a:cubicBezTo>
                    <a:pt x="3388" y="467"/>
                    <a:pt x="3374" y="454"/>
                    <a:pt x="3361" y="454"/>
                  </a:cubicBezTo>
                  <a:lnTo>
                    <a:pt x="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4"/>
            <p:cNvSpPr/>
            <p:nvPr/>
          </p:nvSpPr>
          <p:spPr>
            <a:xfrm>
              <a:off x="1625920" y="927860"/>
              <a:ext cx="68504" cy="12519"/>
            </a:xfrm>
            <a:custGeom>
              <a:avLst/>
              <a:gdLst/>
              <a:ahLst/>
              <a:cxnLst/>
              <a:rect l="l" t="t" r="r" b="b"/>
              <a:pathLst>
                <a:path w="881" h="161" extrusionOk="0">
                  <a:moveTo>
                    <a:pt x="27" y="1"/>
                  </a:moveTo>
                  <a:cubicBezTo>
                    <a:pt x="13" y="1"/>
                    <a:pt x="0" y="1"/>
                    <a:pt x="0" y="13"/>
                  </a:cubicBezTo>
                  <a:cubicBezTo>
                    <a:pt x="0" y="27"/>
                    <a:pt x="0" y="40"/>
                    <a:pt x="13" y="54"/>
                  </a:cubicBezTo>
                  <a:lnTo>
                    <a:pt x="854" y="161"/>
                  </a:lnTo>
                  <a:cubicBezTo>
                    <a:pt x="867" y="161"/>
                    <a:pt x="880" y="147"/>
                    <a:pt x="880" y="134"/>
                  </a:cubicBezTo>
                  <a:cubicBezTo>
                    <a:pt x="880" y="120"/>
                    <a:pt x="880" y="107"/>
                    <a:pt x="867" y="107"/>
                  </a:cubicBezTo>
                  <a:lnTo>
                    <a:pt x="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4"/>
            <p:cNvSpPr/>
            <p:nvPr/>
          </p:nvSpPr>
          <p:spPr>
            <a:xfrm>
              <a:off x="2300929" y="336839"/>
              <a:ext cx="61273" cy="85064"/>
            </a:xfrm>
            <a:custGeom>
              <a:avLst/>
              <a:gdLst/>
              <a:ahLst/>
              <a:cxnLst/>
              <a:rect l="l" t="t" r="r" b="b"/>
              <a:pathLst>
                <a:path w="788" h="1094" extrusionOk="0">
                  <a:moveTo>
                    <a:pt x="498" y="0"/>
                  </a:moveTo>
                  <a:cubicBezTo>
                    <a:pt x="474" y="0"/>
                    <a:pt x="450" y="4"/>
                    <a:pt x="427" y="13"/>
                  </a:cubicBezTo>
                  <a:cubicBezTo>
                    <a:pt x="107" y="119"/>
                    <a:pt x="14" y="946"/>
                    <a:pt x="1" y="1026"/>
                  </a:cubicBezTo>
                  <a:cubicBezTo>
                    <a:pt x="1" y="1067"/>
                    <a:pt x="27" y="1094"/>
                    <a:pt x="54" y="1094"/>
                  </a:cubicBezTo>
                  <a:cubicBezTo>
                    <a:pt x="81" y="1094"/>
                    <a:pt x="107" y="1067"/>
                    <a:pt x="107" y="1040"/>
                  </a:cubicBezTo>
                  <a:cubicBezTo>
                    <a:pt x="148" y="720"/>
                    <a:pt x="267" y="173"/>
                    <a:pt x="454" y="119"/>
                  </a:cubicBezTo>
                  <a:cubicBezTo>
                    <a:pt x="468" y="114"/>
                    <a:pt x="482" y="111"/>
                    <a:pt x="496" y="111"/>
                  </a:cubicBezTo>
                  <a:cubicBezTo>
                    <a:pt x="554" y="111"/>
                    <a:pt x="620" y="152"/>
                    <a:pt x="694" y="226"/>
                  </a:cubicBezTo>
                  <a:cubicBezTo>
                    <a:pt x="701" y="239"/>
                    <a:pt x="714" y="246"/>
                    <a:pt x="728" y="246"/>
                  </a:cubicBezTo>
                  <a:cubicBezTo>
                    <a:pt x="741" y="246"/>
                    <a:pt x="754" y="239"/>
                    <a:pt x="761" y="226"/>
                  </a:cubicBezTo>
                  <a:cubicBezTo>
                    <a:pt x="788" y="213"/>
                    <a:pt x="788" y="173"/>
                    <a:pt x="761" y="160"/>
                  </a:cubicBezTo>
                  <a:cubicBezTo>
                    <a:pt x="678" y="55"/>
                    <a:pt x="585" y="0"/>
                    <a:pt x="4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a:off x="1874742" y="715276"/>
              <a:ext cx="205435" cy="622196"/>
            </a:xfrm>
            <a:custGeom>
              <a:avLst/>
              <a:gdLst/>
              <a:ahLst/>
              <a:cxnLst/>
              <a:rect l="l" t="t" r="r" b="b"/>
              <a:pathLst>
                <a:path w="2642" h="8002" extrusionOk="0">
                  <a:moveTo>
                    <a:pt x="534" y="0"/>
                  </a:moveTo>
                  <a:lnTo>
                    <a:pt x="1" y="160"/>
                  </a:lnTo>
                  <a:lnTo>
                    <a:pt x="2108" y="7255"/>
                  </a:lnTo>
                  <a:lnTo>
                    <a:pt x="2641" y="8002"/>
                  </a:lnTo>
                  <a:lnTo>
                    <a:pt x="2641" y="7095"/>
                  </a:lnTo>
                  <a:lnTo>
                    <a:pt x="5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4"/>
            <p:cNvSpPr/>
            <p:nvPr/>
          </p:nvSpPr>
          <p:spPr>
            <a:xfrm>
              <a:off x="1870621" y="711388"/>
              <a:ext cx="213678" cy="630282"/>
            </a:xfrm>
            <a:custGeom>
              <a:avLst/>
              <a:gdLst/>
              <a:ahLst/>
              <a:cxnLst/>
              <a:rect l="l" t="t" r="r" b="b"/>
              <a:pathLst>
                <a:path w="2748" h="8106" extrusionOk="0">
                  <a:moveTo>
                    <a:pt x="561" y="117"/>
                  </a:moveTo>
                  <a:lnTo>
                    <a:pt x="2654" y="7159"/>
                  </a:lnTo>
                  <a:lnTo>
                    <a:pt x="2641" y="7879"/>
                  </a:lnTo>
                  <a:lnTo>
                    <a:pt x="2214" y="7278"/>
                  </a:lnTo>
                  <a:lnTo>
                    <a:pt x="120" y="251"/>
                  </a:lnTo>
                  <a:lnTo>
                    <a:pt x="561" y="117"/>
                  </a:lnTo>
                  <a:close/>
                  <a:moveTo>
                    <a:pt x="594" y="0"/>
                  </a:moveTo>
                  <a:cubicBezTo>
                    <a:pt x="587" y="0"/>
                    <a:pt x="580" y="4"/>
                    <a:pt x="573" y="11"/>
                  </a:cubicBezTo>
                  <a:lnTo>
                    <a:pt x="40" y="171"/>
                  </a:lnTo>
                  <a:cubicBezTo>
                    <a:pt x="13" y="171"/>
                    <a:pt x="1" y="197"/>
                    <a:pt x="13" y="224"/>
                  </a:cubicBezTo>
                  <a:lnTo>
                    <a:pt x="2120" y="7319"/>
                  </a:lnTo>
                  <a:lnTo>
                    <a:pt x="2120" y="7332"/>
                  </a:lnTo>
                  <a:lnTo>
                    <a:pt x="2654" y="8079"/>
                  </a:lnTo>
                  <a:cubicBezTo>
                    <a:pt x="2654" y="8092"/>
                    <a:pt x="2681" y="8105"/>
                    <a:pt x="2694" y="8105"/>
                  </a:cubicBezTo>
                  <a:lnTo>
                    <a:pt x="2707" y="8092"/>
                  </a:lnTo>
                  <a:cubicBezTo>
                    <a:pt x="2734" y="8092"/>
                    <a:pt x="2748" y="8066"/>
                    <a:pt x="2748" y="8052"/>
                  </a:cubicBezTo>
                  <a:lnTo>
                    <a:pt x="2748" y="7145"/>
                  </a:lnTo>
                  <a:lnTo>
                    <a:pt x="2748" y="7132"/>
                  </a:lnTo>
                  <a:lnTo>
                    <a:pt x="641" y="37"/>
                  </a:lnTo>
                  <a:cubicBezTo>
                    <a:pt x="641" y="23"/>
                    <a:pt x="627" y="11"/>
                    <a:pt x="614" y="11"/>
                  </a:cubicBezTo>
                  <a:cubicBezTo>
                    <a:pt x="607" y="4"/>
                    <a:pt x="600" y="0"/>
                    <a:pt x="5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4"/>
            <p:cNvSpPr/>
            <p:nvPr/>
          </p:nvSpPr>
          <p:spPr>
            <a:xfrm>
              <a:off x="1877852" y="723047"/>
              <a:ext cx="183663" cy="558981"/>
            </a:xfrm>
            <a:custGeom>
              <a:avLst/>
              <a:gdLst/>
              <a:ahLst/>
              <a:cxnLst/>
              <a:rect l="l" t="t" r="r" b="b"/>
              <a:pathLst>
                <a:path w="2362" h="7189" extrusionOk="0">
                  <a:moveTo>
                    <a:pt x="294" y="0"/>
                  </a:moveTo>
                  <a:lnTo>
                    <a:pt x="0" y="80"/>
                  </a:lnTo>
                  <a:lnTo>
                    <a:pt x="2068" y="7188"/>
                  </a:lnTo>
                  <a:lnTo>
                    <a:pt x="2361" y="7108"/>
                  </a:lnTo>
                  <a:lnTo>
                    <a:pt x="2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4"/>
            <p:cNvSpPr/>
            <p:nvPr/>
          </p:nvSpPr>
          <p:spPr>
            <a:xfrm>
              <a:off x="1875753" y="720997"/>
              <a:ext cx="187862" cy="563102"/>
            </a:xfrm>
            <a:custGeom>
              <a:avLst/>
              <a:gdLst/>
              <a:ahLst/>
              <a:cxnLst/>
              <a:rect l="l" t="t" r="r" b="b"/>
              <a:pathLst>
                <a:path w="2416" h="7242" extrusionOk="0">
                  <a:moveTo>
                    <a:pt x="294" y="54"/>
                  </a:moveTo>
                  <a:lnTo>
                    <a:pt x="2362" y="7108"/>
                  </a:lnTo>
                  <a:lnTo>
                    <a:pt x="2108" y="7188"/>
                  </a:lnTo>
                  <a:lnTo>
                    <a:pt x="54" y="134"/>
                  </a:lnTo>
                  <a:lnTo>
                    <a:pt x="294" y="54"/>
                  </a:lnTo>
                  <a:close/>
                  <a:moveTo>
                    <a:pt x="308" y="1"/>
                  </a:moveTo>
                  <a:lnTo>
                    <a:pt x="15" y="81"/>
                  </a:lnTo>
                  <a:cubicBezTo>
                    <a:pt x="1" y="94"/>
                    <a:pt x="1" y="107"/>
                    <a:pt x="1" y="120"/>
                  </a:cubicBezTo>
                  <a:lnTo>
                    <a:pt x="2068" y="7229"/>
                  </a:lnTo>
                  <a:cubicBezTo>
                    <a:pt x="2068" y="7229"/>
                    <a:pt x="2081" y="7229"/>
                    <a:pt x="2081" y="7242"/>
                  </a:cubicBezTo>
                  <a:lnTo>
                    <a:pt x="2108" y="7242"/>
                  </a:lnTo>
                  <a:lnTo>
                    <a:pt x="2401" y="7149"/>
                  </a:lnTo>
                  <a:cubicBezTo>
                    <a:pt x="2415" y="7149"/>
                    <a:pt x="2415" y="7135"/>
                    <a:pt x="2415" y="7122"/>
                  </a:cubicBezTo>
                  <a:lnTo>
                    <a:pt x="347" y="14"/>
                  </a:lnTo>
                  <a:cubicBezTo>
                    <a:pt x="335" y="14"/>
                    <a:pt x="335" y="14"/>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p:nvPr/>
          </p:nvSpPr>
          <p:spPr>
            <a:xfrm>
              <a:off x="2034455" y="1262753"/>
              <a:ext cx="49843" cy="78921"/>
            </a:xfrm>
            <a:custGeom>
              <a:avLst/>
              <a:gdLst/>
              <a:ahLst/>
              <a:cxnLst/>
              <a:rect l="l" t="t" r="r" b="b"/>
              <a:pathLst>
                <a:path w="641" h="1015" extrusionOk="0">
                  <a:moveTo>
                    <a:pt x="534" y="121"/>
                  </a:moveTo>
                  <a:lnTo>
                    <a:pt x="534" y="788"/>
                  </a:lnTo>
                  <a:lnTo>
                    <a:pt x="147" y="241"/>
                  </a:lnTo>
                  <a:lnTo>
                    <a:pt x="534" y="121"/>
                  </a:lnTo>
                  <a:close/>
                  <a:moveTo>
                    <a:pt x="574" y="1"/>
                  </a:moveTo>
                  <a:lnTo>
                    <a:pt x="40" y="161"/>
                  </a:lnTo>
                  <a:cubicBezTo>
                    <a:pt x="27" y="175"/>
                    <a:pt x="13" y="187"/>
                    <a:pt x="13" y="201"/>
                  </a:cubicBezTo>
                  <a:cubicBezTo>
                    <a:pt x="1" y="214"/>
                    <a:pt x="13" y="228"/>
                    <a:pt x="13" y="241"/>
                  </a:cubicBezTo>
                  <a:lnTo>
                    <a:pt x="547" y="988"/>
                  </a:lnTo>
                  <a:cubicBezTo>
                    <a:pt x="547" y="1001"/>
                    <a:pt x="574" y="1014"/>
                    <a:pt x="587" y="1014"/>
                  </a:cubicBezTo>
                  <a:lnTo>
                    <a:pt x="600" y="1001"/>
                  </a:lnTo>
                  <a:cubicBezTo>
                    <a:pt x="627" y="1001"/>
                    <a:pt x="641" y="975"/>
                    <a:pt x="641" y="961"/>
                  </a:cubicBezTo>
                  <a:lnTo>
                    <a:pt x="641" y="54"/>
                  </a:lnTo>
                  <a:cubicBezTo>
                    <a:pt x="641" y="41"/>
                    <a:pt x="641" y="27"/>
                    <a:pt x="627" y="15"/>
                  </a:cubicBezTo>
                  <a:cubicBezTo>
                    <a:pt x="614" y="1"/>
                    <a:pt x="600" y="1"/>
                    <a:pt x="5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4"/>
            <p:cNvSpPr/>
            <p:nvPr/>
          </p:nvSpPr>
          <p:spPr>
            <a:xfrm>
              <a:off x="2059337" y="1302175"/>
              <a:ext cx="20839" cy="35301"/>
            </a:xfrm>
            <a:custGeom>
              <a:avLst/>
              <a:gdLst/>
              <a:ahLst/>
              <a:cxnLst/>
              <a:rect l="l" t="t" r="r" b="b"/>
              <a:pathLst>
                <a:path w="268" h="454" extrusionOk="0">
                  <a:moveTo>
                    <a:pt x="267" y="0"/>
                  </a:moveTo>
                  <a:lnTo>
                    <a:pt x="1" y="80"/>
                  </a:lnTo>
                  <a:lnTo>
                    <a:pt x="267" y="454"/>
                  </a:lnTo>
                  <a:lnTo>
                    <a:pt x="2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a:off x="2055216" y="1298054"/>
              <a:ext cx="29081" cy="43621"/>
            </a:xfrm>
            <a:custGeom>
              <a:avLst/>
              <a:gdLst/>
              <a:ahLst/>
              <a:cxnLst/>
              <a:rect l="l" t="t" r="r" b="b"/>
              <a:pathLst>
                <a:path w="374" h="561" extrusionOk="0">
                  <a:moveTo>
                    <a:pt x="267" y="121"/>
                  </a:moveTo>
                  <a:lnTo>
                    <a:pt x="267" y="334"/>
                  </a:lnTo>
                  <a:lnTo>
                    <a:pt x="134" y="160"/>
                  </a:lnTo>
                  <a:lnTo>
                    <a:pt x="267" y="121"/>
                  </a:lnTo>
                  <a:close/>
                  <a:moveTo>
                    <a:pt x="307" y="0"/>
                  </a:moveTo>
                  <a:lnTo>
                    <a:pt x="40" y="80"/>
                  </a:lnTo>
                  <a:cubicBezTo>
                    <a:pt x="27" y="80"/>
                    <a:pt x="13" y="94"/>
                    <a:pt x="0" y="121"/>
                  </a:cubicBezTo>
                  <a:cubicBezTo>
                    <a:pt x="0" y="133"/>
                    <a:pt x="0" y="147"/>
                    <a:pt x="13" y="160"/>
                  </a:cubicBezTo>
                  <a:lnTo>
                    <a:pt x="280" y="534"/>
                  </a:lnTo>
                  <a:cubicBezTo>
                    <a:pt x="280" y="547"/>
                    <a:pt x="307" y="560"/>
                    <a:pt x="320" y="560"/>
                  </a:cubicBezTo>
                  <a:lnTo>
                    <a:pt x="333" y="547"/>
                  </a:lnTo>
                  <a:cubicBezTo>
                    <a:pt x="360" y="547"/>
                    <a:pt x="374" y="521"/>
                    <a:pt x="374" y="507"/>
                  </a:cubicBezTo>
                  <a:lnTo>
                    <a:pt x="374" y="53"/>
                  </a:lnTo>
                  <a:cubicBezTo>
                    <a:pt x="374" y="41"/>
                    <a:pt x="374" y="14"/>
                    <a:pt x="360" y="14"/>
                  </a:cubicBezTo>
                  <a:cubicBezTo>
                    <a:pt x="347" y="0"/>
                    <a:pt x="320" y="0"/>
                    <a:pt x="3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1859191" y="659136"/>
              <a:ext cx="57152" cy="68658"/>
            </a:xfrm>
            <a:custGeom>
              <a:avLst/>
              <a:gdLst/>
              <a:ahLst/>
              <a:cxnLst/>
              <a:rect l="l" t="t" r="r" b="b"/>
              <a:pathLst>
                <a:path w="735" h="883" extrusionOk="0">
                  <a:moveTo>
                    <a:pt x="325" y="1"/>
                  </a:moveTo>
                  <a:cubicBezTo>
                    <a:pt x="298" y="1"/>
                    <a:pt x="269" y="5"/>
                    <a:pt x="240" y="16"/>
                  </a:cubicBezTo>
                  <a:cubicBezTo>
                    <a:pt x="94" y="55"/>
                    <a:pt x="0" y="215"/>
                    <a:pt x="54" y="363"/>
                  </a:cubicBezTo>
                  <a:lnTo>
                    <a:pt x="201" y="882"/>
                  </a:lnTo>
                  <a:lnTo>
                    <a:pt x="734" y="722"/>
                  </a:lnTo>
                  <a:lnTo>
                    <a:pt x="587" y="203"/>
                  </a:lnTo>
                  <a:cubicBezTo>
                    <a:pt x="544" y="84"/>
                    <a:pt x="441" y="1"/>
                    <a:pt x="3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a:off x="1854992" y="655093"/>
              <a:ext cx="65472" cy="76822"/>
            </a:xfrm>
            <a:custGeom>
              <a:avLst/>
              <a:gdLst/>
              <a:ahLst/>
              <a:cxnLst/>
              <a:rect l="l" t="t" r="r" b="b"/>
              <a:pathLst>
                <a:path w="842" h="988" extrusionOk="0">
                  <a:moveTo>
                    <a:pt x="361" y="102"/>
                  </a:moveTo>
                  <a:cubicBezTo>
                    <a:pt x="461" y="102"/>
                    <a:pt x="554" y="165"/>
                    <a:pt x="588" y="267"/>
                  </a:cubicBezTo>
                  <a:lnTo>
                    <a:pt x="735" y="747"/>
                  </a:lnTo>
                  <a:lnTo>
                    <a:pt x="294" y="868"/>
                  </a:lnTo>
                  <a:lnTo>
                    <a:pt x="148" y="401"/>
                  </a:lnTo>
                  <a:cubicBezTo>
                    <a:pt x="122" y="281"/>
                    <a:pt x="188" y="148"/>
                    <a:pt x="308" y="107"/>
                  </a:cubicBezTo>
                  <a:cubicBezTo>
                    <a:pt x="326" y="103"/>
                    <a:pt x="343" y="102"/>
                    <a:pt x="361" y="102"/>
                  </a:cubicBezTo>
                  <a:close/>
                  <a:moveTo>
                    <a:pt x="372" y="1"/>
                  </a:moveTo>
                  <a:cubicBezTo>
                    <a:pt x="342" y="1"/>
                    <a:pt x="312" y="5"/>
                    <a:pt x="282" y="15"/>
                  </a:cubicBezTo>
                  <a:lnTo>
                    <a:pt x="268" y="15"/>
                  </a:lnTo>
                  <a:cubicBezTo>
                    <a:pt x="95" y="68"/>
                    <a:pt x="1" y="255"/>
                    <a:pt x="54" y="427"/>
                  </a:cubicBezTo>
                  <a:lnTo>
                    <a:pt x="214" y="948"/>
                  </a:lnTo>
                  <a:cubicBezTo>
                    <a:pt x="214" y="975"/>
                    <a:pt x="241" y="988"/>
                    <a:pt x="255" y="988"/>
                  </a:cubicBezTo>
                  <a:lnTo>
                    <a:pt x="268" y="988"/>
                  </a:lnTo>
                  <a:lnTo>
                    <a:pt x="801" y="827"/>
                  </a:lnTo>
                  <a:cubicBezTo>
                    <a:pt x="815" y="827"/>
                    <a:pt x="828" y="815"/>
                    <a:pt x="842" y="801"/>
                  </a:cubicBezTo>
                  <a:lnTo>
                    <a:pt x="842" y="761"/>
                  </a:lnTo>
                  <a:lnTo>
                    <a:pt x="682" y="241"/>
                  </a:lnTo>
                  <a:cubicBezTo>
                    <a:pt x="638" y="98"/>
                    <a:pt x="512" y="1"/>
                    <a:pt x="3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a:off x="1859191" y="659136"/>
              <a:ext cx="50931" cy="47897"/>
            </a:xfrm>
            <a:custGeom>
              <a:avLst/>
              <a:gdLst/>
              <a:ahLst/>
              <a:cxnLst/>
              <a:rect l="l" t="t" r="r" b="b"/>
              <a:pathLst>
                <a:path w="655" h="616" extrusionOk="0">
                  <a:moveTo>
                    <a:pt x="325" y="1"/>
                  </a:moveTo>
                  <a:cubicBezTo>
                    <a:pt x="298" y="1"/>
                    <a:pt x="269" y="5"/>
                    <a:pt x="240" y="16"/>
                  </a:cubicBezTo>
                  <a:cubicBezTo>
                    <a:pt x="94" y="55"/>
                    <a:pt x="0" y="215"/>
                    <a:pt x="54" y="363"/>
                  </a:cubicBezTo>
                  <a:lnTo>
                    <a:pt x="121" y="615"/>
                  </a:lnTo>
                  <a:lnTo>
                    <a:pt x="654" y="455"/>
                  </a:lnTo>
                  <a:lnTo>
                    <a:pt x="587" y="203"/>
                  </a:lnTo>
                  <a:cubicBezTo>
                    <a:pt x="544" y="84"/>
                    <a:pt x="441" y="1"/>
                    <a:pt x="3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a:off x="1854992" y="655093"/>
              <a:ext cx="60262" cy="55051"/>
            </a:xfrm>
            <a:custGeom>
              <a:avLst/>
              <a:gdLst/>
              <a:ahLst/>
              <a:cxnLst/>
              <a:rect l="l" t="t" r="r" b="b"/>
              <a:pathLst>
                <a:path w="775" h="708" extrusionOk="0">
                  <a:moveTo>
                    <a:pt x="361" y="102"/>
                  </a:moveTo>
                  <a:cubicBezTo>
                    <a:pt x="461" y="102"/>
                    <a:pt x="554" y="165"/>
                    <a:pt x="588" y="267"/>
                  </a:cubicBezTo>
                  <a:lnTo>
                    <a:pt x="641" y="468"/>
                  </a:lnTo>
                  <a:lnTo>
                    <a:pt x="214" y="601"/>
                  </a:lnTo>
                  <a:lnTo>
                    <a:pt x="148" y="401"/>
                  </a:lnTo>
                  <a:cubicBezTo>
                    <a:pt x="122" y="281"/>
                    <a:pt x="188" y="148"/>
                    <a:pt x="308" y="107"/>
                  </a:cubicBezTo>
                  <a:cubicBezTo>
                    <a:pt x="326" y="103"/>
                    <a:pt x="343" y="102"/>
                    <a:pt x="361" y="102"/>
                  </a:cubicBezTo>
                  <a:close/>
                  <a:moveTo>
                    <a:pt x="372" y="1"/>
                  </a:moveTo>
                  <a:cubicBezTo>
                    <a:pt x="342" y="1"/>
                    <a:pt x="312" y="5"/>
                    <a:pt x="282" y="15"/>
                  </a:cubicBezTo>
                  <a:lnTo>
                    <a:pt x="268" y="15"/>
                  </a:lnTo>
                  <a:cubicBezTo>
                    <a:pt x="95" y="68"/>
                    <a:pt x="1" y="255"/>
                    <a:pt x="54" y="427"/>
                  </a:cubicBezTo>
                  <a:lnTo>
                    <a:pt x="122" y="681"/>
                  </a:lnTo>
                  <a:cubicBezTo>
                    <a:pt x="134" y="694"/>
                    <a:pt x="148" y="708"/>
                    <a:pt x="175" y="708"/>
                  </a:cubicBezTo>
                  <a:lnTo>
                    <a:pt x="188" y="708"/>
                  </a:lnTo>
                  <a:lnTo>
                    <a:pt x="721" y="548"/>
                  </a:lnTo>
                  <a:cubicBezTo>
                    <a:pt x="748" y="548"/>
                    <a:pt x="774" y="521"/>
                    <a:pt x="762" y="495"/>
                  </a:cubicBezTo>
                  <a:lnTo>
                    <a:pt x="682" y="241"/>
                  </a:lnTo>
                  <a:cubicBezTo>
                    <a:pt x="638" y="98"/>
                    <a:pt x="512" y="1"/>
                    <a:pt x="3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24"/>
        <p:cNvGrpSpPr/>
        <p:nvPr/>
      </p:nvGrpSpPr>
      <p:grpSpPr>
        <a:xfrm>
          <a:off x="0" y="0"/>
          <a:ext cx="0" cy="0"/>
          <a:chOff x="0" y="0"/>
          <a:chExt cx="0" cy="0"/>
        </a:xfrm>
      </p:grpSpPr>
      <p:sp>
        <p:nvSpPr>
          <p:cNvPr id="125" name="Google Shape;125;p16"/>
          <p:cNvSpPr txBox="1">
            <a:spLocks noGrp="1"/>
          </p:cNvSpPr>
          <p:nvPr>
            <p:ph type="title"/>
          </p:nvPr>
        </p:nvSpPr>
        <p:spPr>
          <a:xfrm>
            <a:off x="4114675" y="3891400"/>
            <a:ext cx="36249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800"/>
            </a:lvl1pPr>
            <a:lvl2pPr lvl="1">
              <a:spcBef>
                <a:spcPts val="0"/>
              </a:spcBef>
              <a:spcAft>
                <a:spcPts val="0"/>
              </a:spcAft>
              <a:buSzPts val="1800"/>
              <a:buNone/>
              <a:defRPr sz="1800">
                <a:latin typeface="Darker Grotesque Medium"/>
                <a:ea typeface="Darker Grotesque Medium"/>
                <a:cs typeface="Darker Grotesque Medium"/>
                <a:sym typeface="Darker Grotesque Medium"/>
              </a:defRPr>
            </a:lvl2pPr>
            <a:lvl3pPr lvl="2">
              <a:spcBef>
                <a:spcPts val="0"/>
              </a:spcBef>
              <a:spcAft>
                <a:spcPts val="0"/>
              </a:spcAft>
              <a:buSzPts val="1800"/>
              <a:buNone/>
              <a:defRPr sz="1800">
                <a:latin typeface="Darker Grotesque Medium"/>
                <a:ea typeface="Darker Grotesque Medium"/>
                <a:cs typeface="Darker Grotesque Medium"/>
                <a:sym typeface="Darker Grotesque Medium"/>
              </a:defRPr>
            </a:lvl3pPr>
            <a:lvl4pPr lvl="3">
              <a:spcBef>
                <a:spcPts val="0"/>
              </a:spcBef>
              <a:spcAft>
                <a:spcPts val="0"/>
              </a:spcAft>
              <a:buSzPts val="1800"/>
              <a:buNone/>
              <a:defRPr sz="1800">
                <a:latin typeface="Darker Grotesque Medium"/>
                <a:ea typeface="Darker Grotesque Medium"/>
                <a:cs typeface="Darker Grotesque Medium"/>
                <a:sym typeface="Darker Grotesque Medium"/>
              </a:defRPr>
            </a:lvl4pPr>
            <a:lvl5pPr lvl="4">
              <a:spcBef>
                <a:spcPts val="0"/>
              </a:spcBef>
              <a:spcAft>
                <a:spcPts val="0"/>
              </a:spcAft>
              <a:buSzPts val="1800"/>
              <a:buNone/>
              <a:defRPr sz="1800">
                <a:latin typeface="Darker Grotesque Medium"/>
                <a:ea typeface="Darker Grotesque Medium"/>
                <a:cs typeface="Darker Grotesque Medium"/>
                <a:sym typeface="Darker Grotesque Medium"/>
              </a:defRPr>
            </a:lvl5pPr>
            <a:lvl6pPr lvl="5">
              <a:spcBef>
                <a:spcPts val="0"/>
              </a:spcBef>
              <a:spcAft>
                <a:spcPts val="0"/>
              </a:spcAft>
              <a:buSzPts val="1800"/>
              <a:buNone/>
              <a:defRPr sz="1800">
                <a:latin typeface="Darker Grotesque Medium"/>
                <a:ea typeface="Darker Grotesque Medium"/>
                <a:cs typeface="Darker Grotesque Medium"/>
                <a:sym typeface="Darker Grotesque Medium"/>
              </a:defRPr>
            </a:lvl6pPr>
            <a:lvl7pPr lvl="6">
              <a:spcBef>
                <a:spcPts val="0"/>
              </a:spcBef>
              <a:spcAft>
                <a:spcPts val="0"/>
              </a:spcAft>
              <a:buSzPts val="1800"/>
              <a:buNone/>
              <a:defRPr sz="1800">
                <a:latin typeface="Darker Grotesque Medium"/>
                <a:ea typeface="Darker Grotesque Medium"/>
                <a:cs typeface="Darker Grotesque Medium"/>
                <a:sym typeface="Darker Grotesque Medium"/>
              </a:defRPr>
            </a:lvl7pPr>
            <a:lvl8pPr lvl="7">
              <a:spcBef>
                <a:spcPts val="0"/>
              </a:spcBef>
              <a:spcAft>
                <a:spcPts val="0"/>
              </a:spcAft>
              <a:buSzPts val="1800"/>
              <a:buNone/>
              <a:defRPr sz="1800">
                <a:latin typeface="Darker Grotesque Medium"/>
                <a:ea typeface="Darker Grotesque Medium"/>
                <a:cs typeface="Darker Grotesque Medium"/>
                <a:sym typeface="Darker Grotesque Medium"/>
              </a:defRPr>
            </a:lvl8pPr>
            <a:lvl9pPr lvl="8">
              <a:spcBef>
                <a:spcPts val="0"/>
              </a:spcBef>
              <a:spcAft>
                <a:spcPts val="0"/>
              </a:spcAft>
              <a:buSzPts val="1800"/>
              <a:buNone/>
              <a:defRPr sz="1800">
                <a:latin typeface="Darker Grotesque Medium"/>
                <a:ea typeface="Darker Grotesque Medium"/>
                <a:cs typeface="Darker Grotesque Medium"/>
                <a:sym typeface="Darker Grotesque Medium"/>
              </a:defRPr>
            </a:lvl9pPr>
          </a:lstStyle>
          <a:p>
            <a:endParaRPr/>
          </a:p>
        </p:txBody>
      </p:sp>
      <p:sp>
        <p:nvSpPr>
          <p:cNvPr id="126" name="Google Shape;126;p16"/>
          <p:cNvSpPr txBox="1">
            <a:spLocks noGrp="1"/>
          </p:cNvSpPr>
          <p:nvPr>
            <p:ph type="subTitle" idx="1"/>
          </p:nvPr>
        </p:nvSpPr>
        <p:spPr>
          <a:xfrm>
            <a:off x="4126233" y="755625"/>
            <a:ext cx="3601800" cy="24951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0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rgbClr val="FFFFFF"/>
        </a:solidFill>
        <a:effectLst/>
      </p:bgPr>
    </p:bg>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720000" y="2335275"/>
            <a:ext cx="3503100" cy="8367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3600">
                <a:solidFill>
                  <a:schemeClr val="accent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2" name="Google Shape;132;p18"/>
          <p:cNvSpPr txBox="1">
            <a:spLocks noGrp="1"/>
          </p:cNvSpPr>
          <p:nvPr>
            <p:ph type="title" idx="2" hasCustomPrompt="1"/>
          </p:nvPr>
        </p:nvSpPr>
        <p:spPr>
          <a:xfrm>
            <a:off x="720000" y="1053210"/>
            <a:ext cx="2602200" cy="1012800"/>
          </a:xfrm>
          <a:prstGeom prst="rect">
            <a:avLst/>
          </a:prstGeom>
        </p:spPr>
        <p:txBody>
          <a:bodyPr spcFirstLastPara="1" wrap="square" lIns="91425" tIns="91425" rIns="91425" bIns="91425" anchor="ctr" anchorCtr="0">
            <a:noAutofit/>
          </a:bodyPr>
          <a:lstStyle>
            <a:lvl1pPr lvl="0" rtl="0">
              <a:spcBef>
                <a:spcPts val="0"/>
              </a:spcBef>
              <a:spcAft>
                <a:spcPts val="0"/>
              </a:spcAft>
              <a:buSzPts val="9600"/>
              <a:buNone/>
              <a:defRPr sz="7500"/>
            </a:lvl1pPr>
            <a:lvl2pPr lvl="1" rtl="0">
              <a:spcBef>
                <a:spcPts val="0"/>
              </a:spcBef>
              <a:spcAft>
                <a:spcPts val="0"/>
              </a:spcAft>
              <a:buSzPts val="9600"/>
              <a:buNone/>
              <a:defRPr sz="9600"/>
            </a:lvl2pPr>
            <a:lvl3pPr lvl="2" rtl="0">
              <a:spcBef>
                <a:spcPts val="0"/>
              </a:spcBef>
              <a:spcAft>
                <a:spcPts val="0"/>
              </a:spcAft>
              <a:buSzPts val="9600"/>
              <a:buNone/>
              <a:defRPr sz="9600"/>
            </a:lvl3pPr>
            <a:lvl4pPr lvl="3" rtl="0">
              <a:spcBef>
                <a:spcPts val="0"/>
              </a:spcBef>
              <a:spcAft>
                <a:spcPts val="0"/>
              </a:spcAft>
              <a:buSzPts val="9600"/>
              <a:buNone/>
              <a:defRPr sz="9600"/>
            </a:lvl4pPr>
            <a:lvl5pPr lvl="4" rtl="0">
              <a:spcBef>
                <a:spcPts val="0"/>
              </a:spcBef>
              <a:spcAft>
                <a:spcPts val="0"/>
              </a:spcAft>
              <a:buSzPts val="9600"/>
              <a:buNone/>
              <a:defRPr sz="9600"/>
            </a:lvl5pPr>
            <a:lvl6pPr lvl="5" rtl="0">
              <a:spcBef>
                <a:spcPts val="0"/>
              </a:spcBef>
              <a:spcAft>
                <a:spcPts val="0"/>
              </a:spcAft>
              <a:buSzPts val="9600"/>
              <a:buNone/>
              <a:defRPr sz="9600"/>
            </a:lvl6pPr>
            <a:lvl7pPr lvl="6" rtl="0">
              <a:spcBef>
                <a:spcPts val="0"/>
              </a:spcBef>
              <a:spcAft>
                <a:spcPts val="0"/>
              </a:spcAft>
              <a:buSzPts val="9600"/>
              <a:buNone/>
              <a:defRPr sz="9600"/>
            </a:lvl7pPr>
            <a:lvl8pPr lvl="7" rtl="0">
              <a:spcBef>
                <a:spcPts val="0"/>
              </a:spcBef>
              <a:spcAft>
                <a:spcPts val="0"/>
              </a:spcAft>
              <a:buSzPts val="9600"/>
              <a:buNone/>
              <a:defRPr sz="9600"/>
            </a:lvl8pPr>
            <a:lvl9pPr lvl="8" rtl="0">
              <a:spcBef>
                <a:spcPts val="0"/>
              </a:spcBef>
              <a:spcAft>
                <a:spcPts val="0"/>
              </a:spcAft>
              <a:buSzPts val="9600"/>
              <a:buNone/>
              <a:defRPr sz="9600"/>
            </a:lvl9pPr>
          </a:lstStyle>
          <a:p>
            <a:r>
              <a:t>xx%</a:t>
            </a:r>
          </a:p>
        </p:txBody>
      </p:sp>
      <p:sp>
        <p:nvSpPr>
          <p:cNvPr id="133" name="Google Shape;133;p18"/>
          <p:cNvSpPr txBox="1">
            <a:spLocks noGrp="1"/>
          </p:cNvSpPr>
          <p:nvPr>
            <p:ph type="subTitle" idx="1"/>
          </p:nvPr>
        </p:nvSpPr>
        <p:spPr>
          <a:xfrm>
            <a:off x="720000" y="3500205"/>
            <a:ext cx="2427900" cy="590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8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bg>
      <p:bgPr>
        <a:solidFill>
          <a:schemeClr val="accent1"/>
        </a:solidFill>
        <a:effectLst/>
      </p:bgPr>
    </p:bg>
    <p:spTree>
      <p:nvGrpSpPr>
        <p:cNvPr id="1" name="Shape 134"/>
        <p:cNvGrpSpPr/>
        <p:nvPr/>
      </p:nvGrpSpPr>
      <p:grpSpPr>
        <a:xfrm>
          <a:off x="0" y="0"/>
          <a:ext cx="0" cy="0"/>
          <a:chOff x="0" y="0"/>
          <a:chExt cx="0" cy="0"/>
        </a:xfrm>
      </p:grpSpPr>
      <p:sp>
        <p:nvSpPr>
          <p:cNvPr id="135" name="Google Shape;135;p19"/>
          <p:cNvSpPr txBox="1">
            <a:spLocks noGrp="1"/>
          </p:cNvSpPr>
          <p:nvPr>
            <p:ph type="title"/>
          </p:nvPr>
        </p:nvSpPr>
        <p:spPr>
          <a:xfrm>
            <a:off x="5009500" y="1811388"/>
            <a:ext cx="2984100" cy="836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6" name="Google Shape;136;p19"/>
          <p:cNvSpPr txBox="1">
            <a:spLocks noGrp="1"/>
          </p:cNvSpPr>
          <p:nvPr>
            <p:ph type="title" idx="2" hasCustomPrompt="1"/>
          </p:nvPr>
        </p:nvSpPr>
        <p:spPr>
          <a:xfrm>
            <a:off x="2418850" y="1886100"/>
            <a:ext cx="1954500" cy="1371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8000">
                <a:solidFill>
                  <a:schemeClr val="accent2"/>
                </a:solidFill>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137" name="Google Shape;137;p19"/>
          <p:cNvSpPr txBox="1">
            <a:spLocks noGrp="1"/>
          </p:cNvSpPr>
          <p:nvPr>
            <p:ph type="subTitle" idx="1"/>
          </p:nvPr>
        </p:nvSpPr>
        <p:spPr>
          <a:xfrm>
            <a:off x="5009500" y="2900099"/>
            <a:ext cx="2427900" cy="432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lt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5">
  <p:cSld name="CUSTOM_4_1_1_1">
    <p:spTree>
      <p:nvGrpSpPr>
        <p:cNvPr id="1" name="Shape 295"/>
        <p:cNvGrpSpPr/>
        <p:nvPr/>
      </p:nvGrpSpPr>
      <p:grpSpPr>
        <a:xfrm>
          <a:off x="0" y="0"/>
          <a:ext cx="0" cy="0"/>
          <a:chOff x="0" y="0"/>
          <a:chExt cx="0" cy="0"/>
        </a:xfrm>
      </p:grpSpPr>
      <p:sp>
        <p:nvSpPr>
          <p:cNvPr id="296" name="Google Shape;296;p43"/>
          <p:cNvSpPr txBox="1">
            <a:spLocks noGrp="1"/>
          </p:cNvSpPr>
          <p:nvPr>
            <p:ph type="title"/>
          </p:nvPr>
        </p:nvSpPr>
        <p:spPr>
          <a:xfrm>
            <a:off x="3896410" y="390700"/>
            <a:ext cx="45276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97" name="Google Shape;297;p43"/>
          <p:cNvSpPr txBox="1">
            <a:spLocks noGrp="1"/>
          </p:cNvSpPr>
          <p:nvPr>
            <p:ph type="subTitle" idx="1"/>
          </p:nvPr>
        </p:nvSpPr>
        <p:spPr>
          <a:xfrm>
            <a:off x="1361188" y="1384651"/>
            <a:ext cx="2817300" cy="29682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600">
                <a:solidFill>
                  <a:srgbClr val="373845"/>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CUSTOM_8">
    <p:spTree>
      <p:nvGrpSpPr>
        <p:cNvPr id="1" name="Shape 302"/>
        <p:cNvGrpSpPr/>
        <p:nvPr/>
      </p:nvGrpSpPr>
      <p:grpSpPr>
        <a:xfrm>
          <a:off x="0" y="0"/>
          <a:ext cx="0" cy="0"/>
          <a:chOff x="0" y="0"/>
          <a:chExt cx="0" cy="0"/>
        </a:xfrm>
      </p:grpSpPr>
      <p:sp>
        <p:nvSpPr>
          <p:cNvPr id="303" name="Google Shape;303;p45"/>
          <p:cNvSpPr txBox="1">
            <a:spLocks noGrp="1"/>
          </p:cNvSpPr>
          <p:nvPr>
            <p:ph type="title"/>
          </p:nvPr>
        </p:nvSpPr>
        <p:spPr>
          <a:xfrm>
            <a:off x="3896410" y="390700"/>
            <a:ext cx="45276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3"/>
              </a:buClr>
              <a:buSzPts val="2800"/>
              <a:buNone/>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04" name="Google Shape;304;p45"/>
          <p:cNvSpPr txBox="1">
            <a:spLocks noGrp="1"/>
          </p:cNvSpPr>
          <p:nvPr>
            <p:ph type="subTitle" idx="1"/>
          </p:nvPr>
        </p:nvSpPr>
        <p:spPr>
          <a:xfrm>
            <a:off x="1081575" y="2533377"/>
            <a:ext cx="2363100" cy="1109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6"/>
              </a:buClr>
              <a:buSzPts val="1600"/>
              <a:buNone/>
              <a:defRPr sz="1600">
                <a:solidFill>
                  <a:schemeClr val="accent3"/>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05" name="Google Shape;305;p45"/>
          <p:cNvSpPr txBox="1">
            <a:spLocks noGrp="1"/>
          </p:cNvSpPr>
          <p:nvPr>
            <p:ph type="title" idx="2"/>
          </p:nvPr>
        </p:nvSpPr>
        <p:spPr>
          <a:xfrm>
            <a:off x="1081650" y="1854325"/>
            <a:ext cx="23631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1800">
                <a:solidFill>
                  <a:schemeClr val="accent2"/>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6">
    <p:bg>
      <p:bgPr>
        <a:solidFill>
          <a:schemeClr val="accent1"/>
        </a:solidFill>
        <a:effectLst/>
      </p:bgPr>
    </p:bg>
    <p:spTree>
      <p:nvGrpSpPr>
        <p:cNvPr id="1" name="Shape 3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1pPr>
            <a:lvl2pPr lvl="1">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2pPr>
            <a:lvl3pPr lvl="2">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3pPr>
            <a:lvl4pPr lvl="3">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4pPr>
            <a:lvl5pPr lvl="4">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5pPr>
            <a:lvl6pPr lvl="5">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6pPr>
            <a:lvl7pPr lvl="6">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7pPr>
            <a:lvl8pPr lvl="7">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8pPr>
            <a:lvl9pPr lvl="8">
              <a:spcBef>
                <a:spcPts val="0"/>
              </a:spcBef>
              <a:spcAft>
                <a:spcPts val="0"/>
              </a:spcAft>
              <a:buClr>
                <a:schemeClr val="dk1"/>
              </a:buClr>
              <a:buSzPts val="2800"/>
              <a:buFont typeface="Kulim Park"/>
              <a:buNone/>
              <a:defRPr sz="2800" b="1">
                <a:solidFill>
                  <a:schemeClr val="dk1"/>
                </a:solidFill>
                <a:latin typeface="Kulim Park"/>
                <a:ea typeface="Kulim Park"/>
                <a:cs typeface="Kulim Park"/>
                <a:sym typeface="Kulim Park"/>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6"/>
              </a:buClr>
              <a:buSzPts val="1800"/>
              <a:buFont typeface="Darker Grotesque Medium"/>
              <a:buChar char="●"/>
              <a:defRPr sz="1800">
                <a:solidFill>
                  <a:schemeClr val="accent6"/>
                </a:solidFill>
                <a:latin typeface="Darker Grotesque Medium"/>
                <a:ea typeface="Darker Grotesque Medium"/>
                <a:cs typeface="Darker Grotesque Medium"/>
                <a:sym typeface="Darker Grotesque Medium"/>
              </a:defRPr>
            </a:lvl1pPr>
            <a:lvl2pPr marL="914400" lvl="1"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2pPr>
            <a:lvl3pPr marL="1371600" lvl="2"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3pPr>
            <a:lvl4pPr marL="1828800" lvl="3"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4pPr>
            <a:lvl5pPr marL="2286000" lvl="4"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5pPr>
            <a:lvl6pPr marL="2743200" lvl="5"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6pPr>
            <a:lvl7pPr marL="3200400" lvl="6"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7pPr>
            <a:lvl8pPr marL="3657600" lvl="7" indent="-317500">
              <a:lnSpc>
                <a:spcPct val="115000"/>
              </a:lnSpc>
              <a:spcBef>
                <a:spcPts val="1600"/>
              </a:spcBef>
              <a:spcAft>
                <a:spcPts val="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8pPr>
            <a:lvl9pPr marL="4114800" lvl="8" indent="-317500">
              <a:lnSpc>
                <a:spcPct val="115000"/>
              </a:lnSpc>
              <a:spcBef>
                <a:spcPts val="1600"/>
              </a:spcBef>
              <a:spcAft>
                <a:spcPts val="1600"/>
              </a:spcAft>
              <a:buClr>
                <a:schemeClr val="accent6"/>
              </a:buClr>
              <a:buSzPts val="1400"/>
              <a:buFont typeface="Darker Grotesque Medium"/>
              <a:buChar char="■"/>
              <a:defRPr>
                <a:solidFill>
                  <a:schemeClr val="accent6"/>
                </a:solidFill>
                <a:latin typeface="Darker Grotesque Medium"/>
                <a:ea typeface="Darker Grotesque Medium"/>
                <a:cs typeface="Darker Grotesque Medium"/>
                <a:sym typeface="Darker Grotesque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6" r:id="rId3"/>
    <p:sldLayoutId id="2147483658" r:id="rId4"/>
    <p:sldLayoutId id="2147483660" r:id="rId5"/>
    <p:sldLayoutId id="2147483662" r:id="rId6"/>
    <p:sldLayoutId id="2147483664" r:id="rId7"/>
    <p:sldLayoutId id="2147483665" r:id="rId8"/>
    <p:sldLayoutId id="2147483689" r:id="rId9"/>
    <p:sldLayoutId id="2147483691" r:id="rId10"/>
    <p:sldLayoutId id="214748369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pos="5306">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dhruvshop.42web.io/"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24"/>
        <p:cNvGrpSpPr/>
        <p:nvPr/>
      </p:nvGrpSpPr>
      <p:grpSpPr>
        <a:xfrm>
          <a:off x="0" y="0"/>
          <a:ext cx="0" cy="0"/>
          <a:chOff x="0" y="0"/>
          <a:chExt cx="0" cy="0"/>
        </a:xfrm>
      </p:grpSpPr>
      <p:sp>
        <p:nvSpPr>
          <p:cNvPr id="325" name="Google Shape;325;p52"/>
          <p:cNvSpPr txBox="1">
            <a:spLocks noGrp="1"/>
          </p:cNvSpPr>
          <p:nvPr>
            <p:ph type="ctrTitle"/>
          </p:nvPr>
        </p:nvSpPr>
        <p:spPr>
          <a:xfrm>
            <a:off x="603261" y="545679"/>
            <a:ext cx="5357834" cy="2370041"/>
          </a:xfrm>
          <a:prstGeom prst="rect">
            <a:avLst/>
          </a:prstGeom>
        </p:spPr>
        <p:txBody>
          <a:bodyPr spcFirstLastPara="1" wrap="square" lIns="91425" tIns="91425" rIns="91425" bIns="91425" anchor="b" anchorCtr="0">
            <a:noAutofit/>
          </a:bodyPr>
          <a:lstStyle/>
          <a:p>
            <a:pPr lvl="0" algn="l">
              <a:buSzPts val="1100"/>
            </a:pPr>
            <a:r>
              <a:rPr lang="en-US" sz="4000" dirty="0">
                <a:latin typeface="Calibri" panose="020F0502020204030204" pitchFamily="34" charset="0"/>
                <a:ea typeface="Calibri" panose="020F0502020204030204" pitchFamily="34" charset="0"/>
                <a:cs typeface="Calibri" panose="020F0502020204030204" pitchFamily="34" charset="0"/>
              </a:rPr>
              <a:t>Comprehensive Audit and Analysis for Effective Digital Presence</a:t>
            </a:r>
            <a:endParaRPr sz="4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
        <p:nvSpPr>
          <p:cNvPr id="326" name="Google Shape;326;p52"/>
          <p:cNvSpPr txBox="1">
            <a:spLocks noGrp="1"/>
          </p:cNvSpPr>
          <p:nvPr>
            <p:ph type="subTitle" idx="1"/>
          </p:nvPr>
        </p:nvSpPr>
        <p:spPr>
          <a:xfrm>
            <a:off x="603261" y="2918597"/>
            <a:ext cx="3275056" cy="888968"/>
          </a:xfrm>
          <a:prstGeom prst="rect">
            <a:avLst/>
          </a:prstGeom>
        </p:spPr>
        <p:txBody>
          <a:bodyPr spcFirstLastPara="1" wrap="square" lIns="91425" tIns="91425" rIns="91425" bIns="91425" anchor="ctr" anchorCtr="0">
            <a:noAutofit/>
          </a:bodyPr>
          <a:lstStyle/>
          <a:p>
            <a:pPr marL="0" lvl="0" indent="0" algn="l"/>
            <a:r>
              <a:rPr lang="en-US" sz="1800" dirty="0">
                <a:latin typeface="Calibri" panose="020F0502020204030204" pitchFamily="34" charset="0"/>
                <a:ea typeface="Calibri" panose="020F0502020204030204" pitchFamily="34" charset="0"/>
                <a:cs typeface="Calibri" panose="020F0502020204030204" pitchFamily="34" charset="0"/>
              </a:rPr>
              <a:t>Improving Website Performance &amp; Designing a Conversion-Focused Landing Page.</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endParaRPr>
          </a:p>
        </p:txBody>
      </p:sp>
      <p:sp>
        <p:nvSpPr>
          <p:cNvPr id="327" name="Google Shape;327;p52"/>
          <p:cNvSpPr/>
          <p:nvPr/>
        </p:nvSpPr>
        <p:spPr>
          <a:xfrm rot="7200233">
            <a:off x="4514787" y="1299581"/>
            <a:ext cx="4306032" cy="3232277"/>
          </a:xfrm>
          <a:custGeom>
            <a:avLst/>
            <a:gdLst/>
            <a:ahLst/>
            <a:cxnLst/>
            <a:rect l="l" t="t" r="r" b="b"/>
            <a:pathLst>
              <a:path w="254148" h="186811" extrusionOk="0">
                <a:moveTo>
                  <a:pt x="78567" y="1"/>
                </a:moveTo>
                <a:cubicBezTo>
                  <a:pt x="68215" y="1"/>
                  <a:pt x="57290" y="2991"/>
                  <a:pt x="44894" y="10799"/>
                </a:cubicBezTo>
                <a:cubicBezTo>
                  <a:pt x="0" y="39005"/>
                  <a:pt x="23127" y="186810"/>
                  <a:pt x="142323" y="186810"/>
                </a:cubicBezTo>
                <a:cubicBezTo>
                  <a:pt x="145508" y="186810"/>
                  <a:pt x="148762" y="186705"/>
                  <a:pt x="152085" y="186489"/>
                </a:cubicBezTo>
                <a:cubicBezTo>
                  <a:pt x="152085" y="186489"/>
                  <a:pt x="152351" y="186501"/>
                  <a:pt x="152856" y="186501"/>
                </a:cubicBezTo>
                <a:cubicBezTo>
                  <a:pt x="158914" y="186501"/>
                  <a:pt x="199306" y="184696"/>
                  <a:pt x="225711" y="137753"/>
                </a:cubicBezTo>
                <a:cubicBezTo>
                  <a:pt x="254147" y="86728"/>
                  <a:pt x="220597" y="39928"/>
                  <a:pt x="168853" y="29686"/>
                </a:cubicBezTo>
                <a:cubicBezTo>
                  <a:pt x="130848" y="22323"/>
                  <a:pt x="106849" y="1"/>
                  <a:pt x="78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52"/>
          <p:cNvGrpSpPr/>
          <p:nvPr/>
        </p:nvGrpSpPr>
        <p:grpSpPr>
          <a:xfrm>
            <a:off x="5321496" y="1331307"/>
            <a:ext cx="3628964" cy="3168824"/>
            <a:chOff x="613154" y="1146065"/>
            <a:chExt cx="3628964" cy="3168824"/>
          </a:xfrm>
        </p:grpSpPr>
        <p:sp>
          <p:nvSpPr>
            <p:cNvPr id="329" name="Google Shape;329;p52"/>
            <p:cNvSpPr/>
            <p:nvPr/>
          </p:nvSpPr>
          <p:spPr>
            <a:xfrm>
              <a:off x="613154" y="2724497"/>
              <a:ext cx="777851" cy="1445245"/>
            </a:xfrm>
            <a:custGeom>
              <a:avLst/>
              <a:gdLst/>
              <a:ahLst/>
              <a:cxnLst/>
              <a:rect l="l" t="t" r="r" b="b"/>
              <a:pathLst>
                <a:path w="48837" h="90739" extrusionOk="0">
                  <a:moveTo>
                    <a:pt x="23029" y="0"/>
                  </a:moveTo>
                  <a:cubicBezTo>
                    <a:pt x="22019" y="0"/>
                    <a:pt x="20927" y="391"/>
                    <a:pt x="19772" y="1318"/>
                  </a:cubicBezTo>
                  <a:cubicBezTo>
                    <a:pt x="14397" y="5610"/>
                    <a:pt x="14859" y="16021"/>
                    <a:pt x="14706" y="22105"/>
                  </a:cubicBezTo>
                  <a:cubicBezTo>
                    <a:pt x="14582" y="27294"/>
                    <a:pt x="14891" y="32454"/>
                    <a:pt x="15662" y="37581"/>
                  </a:cubicBezTo>
                  <a:cubicBezTo>
                    <a:pt x="13664" y="35754"/>
                    <a:pt x="10622" y="33058"/>
                    <a:pt x="8285" y="33058"/>
                  </a:cubicBezTo>
                  <a:cubicBezTo>
                    <a:pt x="6829" y="33058"/>
                    <a:pt x="5647" y="34104"/>
                    <a:pt x="5160" y="37055"/>
                  </a:cubicBezTo>
                  <a:cubicBezTo>
                    <a:pt x="3524" y="46786"/>
                    <a:pt x="12203" y="68778"/>
                    <a:pt x="12203" y="68778"/>
                  </a:cubicBezTo>
                  <a:cubicBezTo>
                    <a:pt x="12203" y="68778"/>
                    <a:pt x="6713" y="66094"/>
                    <a:pt x="3266" y="66094"/>
                  </a:cubicBezTo>
                  <a:cubicBezTo>
                    <a:pt x="1808" y="66094"/>
                    <a:pt x="715" y="66575"/>
                    <a:pt x="559" y="67943"/>
                  </a:cubicBezTo>
                  <a:cubicBezTo>
                    <a:pt x="1" y="72576"/>
                    <a:pt x="8682" y="83140"/>
                    <a:pt x="8682" y="83140"/>
                  </a:cubicBezTo>
                  <a:cubicBezTo>
                    <a:pt x="8682" y="83140"/>
                    <a:pt x="7032" y="82596"/>
                    <a:pt x="5337" y="82596"/>
                  </a:cubicBezTo>
                  <a:cubicBezTo>
                    <a:pt x="3879" y="82596"/>
                    <a:pt x="2387" y="82999"/>
                    <a:pt x="1886" y="84499"/>
                  </a:cubicBezTo>
                  <a:cubicBezTo>
                    <a:pt x="806" y="87743"/>
                    <a:pt x="6243" y="90738"/>
                    <a:pt x="6243" y="90738"/>
                  </a:cubicBezTo>
                  <a:lnTo>
                    <a:pt x="39879" y="90738"/>
                  </a:lnTo>
                  <a:cubicBezTo>
                    <a:pt x="46118" y="89935"/>
                    <a:pt x="48280" y="88299"/>
                    <a:pt x="48280" y="86384"/>
                  </a:cubicBezTo>
                  <a:cubicBezTo>
                    <a:pt x="48280" y="85756"/>
                    <a:pt x="47529" y="85546"/>
                    <a:pt x="46527" y="85546"/>
                  </a:cubicBezTo>
                  <a:cubicBezTo>
                    <a:pt x="44523" y="85546"/>
                    <a:pt x="41517" y="86384"/>
                    <a:pt x="41517" y="86384"/>
                  </a:cubicBezTo>
                  <a:cubicBezTo>
                    <a:pt x="41517" y="86384"/>
                    <a:pt x="48836" y="81534"/>
                    <a:pt x="45562" y="77209"/>
                  </a:cubicBezTo>
                  <a:cubicBezTo>
                    <a:pt x="44600" y="75917"/>
                    <a:pt x="43300" y="75462"/>
                    <a:pt x="41947" y="75462"/>
                  </a:cubicBezTo>
                  <a:cubicBezTo>
                    <a:pt x="38743" y="75462"/>
                    <a:pt x="35245" y="78012"/>
                    <a:pt x="35245" y="78012"/>
                  </a:cubicBezTo>
                  <a:cubicBezTo>
                    <a:pt x="35245" y="78012"/>
                    <a:pt x="44203" y="60932"/>
                    <a:pt x="38243" y="57658"/>
                  </a:cubicBezTo>
                  <a:cubicBezTo>
                    <a:pt x="37194" y="57087"/>
                    <a:pt x="36303" y="56852"/>
                    <a:pt x="35549" y="56852"/>
                  </a:cubicBezTo>
                  <a:cubicBezTo>
                    <a:pt x="32013" y="56852"/>
                    <a:pt x="31447" y="62012"/>
                    <a:pt x="31447" y="62012"/>
                  </a:cubicBezTo>
                  <a:cubicBezTo>
                    <a:pt x="32280" y="54414"/>
                    <a:pt x="31386" y="46197"/>
                    <a:pt x="31138" y="38599"/>
                  </a:cubicBezTo>
                  <a:lnTo>
                    <a:pt x="31138" y="38105"/>
                  </a:lnTo>
                  <a:cubicBezTo>
                    <a:pt x="31138" y="27788"/>
                    <a:pt x="32621" y="16762"/>
                    <a:pt x="29438" y="6784"/>
                  </a:cubicBezTo>
                  <a:cubicBezTo>
                    <a:pt x="28438" y="3664"/>
                    <a:pt x="26120" y="0"/>
                    <a:pt x="230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2"/>
            <p:cNvSpPr/>
            <p:nvPr/>
          </p:nvSpPr>
          <p:spPr>
            <a:xfrm>
              <a:off x="976269" y="2973252"/>
              <a:ext cx="46731" cy="1196012"/>
            </a:xfrm>
            <a:custGeom>
              <a:avLst/>
              <a:gdLst/>
              <a:ahLst/>
              <a:cxnLst/>
              <a:rect l="l" t="t" r="r" b="b"/>
              <a:pathLst>
                <a:path w="2934" h="75091" extrusionOk="0">
                  <a:moveTo>
                    <a:pt x="248" y="0"/>
                  </a:moveTo>
                  <a:cubicBezTo>
                    <a:pt x="124" y="32"/>
                    <a:pt x="1" y="124"/>
                    <a:pt x="1" y="279"/>
                  </a:cubicBezTo>
                  <a:lnTo>
                    <a:pt x="2440" y="74843"/>
                  </a:lnTo>
                  <a:cubicBezTo>
                    <a:pt x="2472" y="74997"/>
                    <a:pt x="2563" y="75091"/>
                    <a:pt x="2687" y="75091"/>
                  </a:cubicBezTo>
                  <a:lnTo>
                    <a:pt x="2719" y="75091"/>
                  </a:lnTo>
                  <a:cubicBezTo>
                    <a:pt x="2842" y="75091"/>
                    <a:pt x="2934" y="74967"/>
                    <a:pt x="2934" y="74843"/>
                  </a:cubicBezTo>
                  <a:lnTo>
                    <a:pt x="495" y="247"/>
                  </a:lnTo>
                  <a:cubicBezTo>
                    <a:pt x="495" y="124"/>
                    <a:pt x="371" y="0"/>
                    <a:pt x="2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2"/>
            <p:cNvSpPr/>
            <p:nvPr/>
          </p:nvSpPr>
          <p:spPr>
            <a:xfrm>
              <a:off x="790300" y="3474507"/>
              <a:ext cx="211565" cy="197867"/>
            </a:xfrm>
            <a:custGeom>
              <a:avLst/>
              <a:gdLst/>
              <a:ahLst/>
              <a:cxnLst/>
              <a:rect l="l" t="t" r="r" b="b"/>
              <a:pathLst>
                <a:path w="13283" h="12423" extrusionOk="0">
                  <a:moveTo>
                    <a:pt x="276" y="0"/>
                  </a:moveTo>
                  <a:cubicBezTo>
                    <a:pt x="210" y="0"/>
                    <a:pt x="143" y="31"/>
                    <a:pt x="92" y="97"/>
                  </a:cubicBezTo>
                  <a:cubicBezTo>
                    <a:pt x="1" y="191"/>
                    <a:pt x="1" y="344"/>
                    <a:pt x="92" y="438"/>
                  </a:cubicBezTo>
                  <a:lnTo>
                    <a:pt x="12850" y="12361"/>
                  </a:lnTo>
                  <a:cubicBezTo>
                    <a:pt x="12912" y="12423"/>
                    <a:pt x="12974" y="12423"/>
                    <a:pt x="13036" y="12423"/>
                  </a:cubicBezTo>
                  <a:cubicBezTo>
                    <a:pt x="13098" y="12423"/>
                    <a:pt x="13159" y="12390"/>
                    <a:pt x="13189" y="12361"/>
                  </a:cubicBezTo>
                  <a:cubicBezTo>
                    <a:pt x="13283" y="12267"/>
                    <a:pt x="13283" y="12114"/>
                    <a:pt x="13189" y="12020"/>
                  </a:cubicBezTo>
                  <a:lnTo>
                    <a:pt x="433" y="67"/>
                  </a:lnTo>
                  <a:cubicBezTo>
                    <a:pt x="390" y="24"/>
                    <a:pt x="333" y="0"/>
                    <a:pt x="2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2"/>
            <p:cNvSpPr/>
            <p:nvPr/>
          </p:nvSpPr>
          <p:spPr>
            <a:xfrm>
              <a:off x="854743" y="3457225"/>
              <a:ext cx="52163" cy="129029"/>
            </a:xfrm>
            <a:custGeom>
              <a:avLst/>
              <a:gdLst/>
              <a:ahLst/>
              <a:cxnLst/>
              <a:rect l="l" t="t" r="r" b="b"/>
              <a:pathLst>
                <a:path w="3275" h="8101" extrusionOk="0">
                  <a:moveTo>
                    <a:pt x="279" y="1"/>
                  </a:moveTo>
                  <a:cubicBezTo>
                    <a:pt x="259" y="1"/>
                    <a:pt x="238" y="3"/>
                    <a:pt x="218" y="8"/>
                  </a:cubicBezTo>
                  <a:cubicBezTo>
                    <a:pt x="94" y="70"/>
                    <a:pt x="0" y="193"/>
                    <a:pt x="62" y="349"/>
                  </a:cubicBezTo>
                  <a:lnTo>
                    <a:pt x="2780" y="7916"/>
                  </a:lnTo>
                  <a:cubicBezTo>
                    <a:pt x="2812" y="8039"/>
                    <a:pt x="2904" y="8101"/>
                    <a:pt x="2997" y="8101"/>
                  </a:cubicBezTo>
                  <a:cubicBezTo>
                    <a:pt x="3027" y="8101"/>
                    <a:pt x="3059" y="8071"/>
                    <a:pt x="3089" y="8071"/>
                  </a:cubicBezTo>
                  <a:cubicBezTo>
                    <a:pt x="3212" y="8039"/>
                    <a:pt x="3274" y="7886"/>
                    <a:pt x="3245" y="7762"/>
                  </a:cubicBezTo>
                  <a:lnTo>
                    <a:pt x="526" y="164"/>
                  </a:lnTo>
                  <a:cubicBezTo>
                    <a:pt x="475" y="61"/>
                    <a:pt x="381" y="1"/>
                    <a:pt x="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2"/>
            <p:cNvSpPr/>
            <p:nvPr/>
          </p:nvSpPr>
          <p:spPr>
            <a:xfrm>
              <a:off x="1006261" y="3811453"/>
              <a:ext cx="164340" cy="176254"/>
            </a:xfrm>
            <a:custGeom>
              <a:avLst/>
              <a:gdLst/>
              <a:ahLst/>
              <a:cxnLst/>
              <a:rect l="l" t="t" r="r" b="b"/>
              <a:pathLst>
                <a:path w="10318" h="11066" extrusionOk="0">
                  <a:moveTo>
                    <a:pt x="10024" y="1"/>
                  </a:moveTo>
                  <a:cubicBezTo>
                    <a:pt x="9963" y="1"/>
                    <a:pt x="9901" y="24"/>
                    <a:pt x="9855" y="69"/>
                  </a:cubicBezTo>
                  <a:lnTo>
                    <a:pt x="94" y="10665"/>
                  </a:lnTo>
                  <a:cubicBezTo>
                    <a:pt x="1" y="10757"/>
                    <a:pt x="1" y="10912"/>
                    <a:pt x="94" y="11004"/>
                  </a:cubicBezTo>
                  <a:cubicBezTo>
                    <a:pt x="156" y="11066"/>
                    <a:pt x="218" y="11066"/>
                    <a:pt x="280" y="11066"/>
                  </a:cubicBezTo>
                  <a:cubicBezTo>
                    <a:pt x="342" y="11066"/>
                    <a:pt x="403" y="11036"/>
                    <a:pt x="465" y="11004"/>
                  </a:cubicBezTo>
                  <a:lnTo>
                    <a:pt x="10226" y="410"/>
                  </a:lnTo>
                  <a:cubicBezTo>
                    <a:pt x="10317" y="317"/>
                    <a:pt x="10288" y="163"/>
                    <a:pt x="10194" y="69"/>
                  </a:cubicBezTo>
                  <a:cubicBezTo>
                    <a:pt x="10148" y="24"/>
                    <a:pt x="10086" y="1"/>
                    <a:pt x="10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2"/>
            <p:cNvSpPr/>
            <p:nvPr/>
          </p:nvSpPr>
          <p:spPr>
            <a:xfrm>
              <a:off x="747009" y="3906620"/>
              <a:ext cx="268124" cy="141627"/>
            </a:xfrm>
            <a:custGeom>
              <a:avLst/>
              <a:gdLst/>
              <a:ahLst/>
              <a:cxnLst/>
              <a:rect l="l" t="t" r="r" b="b"/>
              <a:pathLst>
                <a:path w="16834" h="8892" extrusionOk="0">
                  <a:moveTo>
                    <a:pt x="294" y="0"/>
                  </a:moveTo>
                  <a:cubicBezTo>
                    <a:pt x="199" y="0"/>
                    <a:pt x="107" y="51"/>
                    <a:pt x="63" y="119"/>
                  </a:cubicBezTo>
                  <a:cubicBezTo>
                    <a:pt x="1" y="242"/>
                    <a:pt x="30" y="396"/>
                    <a:pt x="154" y="457"/>
                  </a:cubicBezTo>
                  <a:lnTo>
                    <a:pt x="16433" y="8859"/>
                  </a:lnTo>
                  <a:cubicBezTo>
                    <a:pt x="16463" y="8891"/>
                    <a:pt x="16525" y="8891"/>
                    <a:pt x="16557" y="8891"/>
                  </a:cubicBezTo>
                  <a:cubicBezTo>
                    <a:pt x="16648" y="8891"/>
                    <a:pt x="16710" y="8859"/>
                    <a:pt x="16772" y="8767"/>
                  </a:cubicBezTo>
                  <a:cubicBezTo>
                    <a:pt x="16834" y="8644"/>
                    <a:pt x="16772" y="8488"/>
                    <a:pt x="16648" y="8426"/>
                  </a:cubicBezTo>
                  <a:lnTo>
                    <a:pt x="401" y="25"/>
                  </a:lnTo>
                  <a:cubicBezTo>
                    <a:pt x="367" y="8"/>
                    <a:pt x="330" y="0"/>
                    <a:pt x="2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2"/>
            <p:cNvSpPr/>
            <p:nvPr/>
          </p:nvSpPr>
          <p:spPr>
            <a:xfrm>
              <a:off x="790778" y="3979823"/>
              <a:ext cx="102860" cy="12328"/>
            </a:xfrm>
            <a:custGeom>
              <a:avLst/>
              <a:gdLst/>
              <a:ahLst/>
              <a:cxnLst/>
              <a:rect l="l" t="t" r="r" b="b"/>
              <a:pathLst>
                <a:path w="6458" h="774" extrusionOk="0">
                  <a:moveTo>
                    <a:pt x="248" y="0"/>
                  </a:moveTo>
                  <a:cubicBezTo>
                    <a:pt x="124" y="0"/>
                    <a:pt x="1" y="124"/>
                    <a:pt x="1" y="247"/>
                  </a:cubicBezTo>
                  <a:cubicBezTo>
                    <a:pt x="1" y="371"/>
                    <a:pt x="95" y="495"/>
                    <a:pt x="218" y="495"/>
                  </a:cubicBezTo>
                  <a:lnTo>
                    <a:pt x="6210" y="774"/>
                  </a:lnTo>
                  <a:cubicBezTo>
                    <a:pt x="6334" y="774"/>
                    <a:pt x="6457" y="680"/>
                    <a:pt x="6457" y="527"/>
                  </a:cubicBezTo>
                  <a:cubicBezTo>
                    <a:pt x="6457" y="403"/>
                    <a:pt x="6364" y="280"/>
                    <a:pt x="6210" y="280"/>
                  </a:cubicBez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2"/>
            <p:cNvSpPr/>
            <p:nvPr/>
          </p:nvSpPr>
          <p:spPr>
            <a:xfrm>
              <a:off x="976269" y="2973252"/>
              <a:ext cx="46731" cy="1196012"/>
            </a:xfrm>
            <a:custGeom>
              <a:avLst/>
              <a:gdLst/>
              <a:ahLst/>
              <a:cxnLst/>
              <a:rect l="l" t="t" r="r" b="b"/>
              <a:pathLst>
                <a:path w="2934" h="75091" extrusionOk="0">
                  <a:moveTo>
                    <a:pt x="248" y="0"/>
                  </a:moveTo>
                  <a:cubicBezTo>
                    <a:pt x="124" y="32"/>
                    <a:pt x="1" y="124"/>
                    <a:pt x="1" y="279"/>
                  </a:cubicBezTo>
                  <a:lnTo>
                    <a:pt x="2440" y="74843"/>
                  </a:lnTo>
                  <a:cubicBezTo>
                    <a:pt x="2472" y="74997"/>
                    <a:pt x="2563" y="75091"/>
                    <a:pt x="2687" y="75091"/>
                  </a:cubicBezTo>
                  <a:lnTo>
                    <a:pt x="2719" y="75091"/>
                  </a:lnTo>
                  <a:cubicBezTo>
                    <a:pt x="2842" y="75091"/>
                    <a:pt x="2934" y="74967"/>
                    <a:pt x="2934" y="74843"/>
                  </a:cubicBezTo>
                  <a:lnTo>
                    <a:pt x="495" y="247"/>
                  </a:lnTo>
                  <a:cubicBezTo>
                    <a:pt x="495" y="124"/>
                    <a:pt x="371" y="0"/>
                    <a:pt x="248" y="0"/>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2"/>
            <p:cNvSpPr/>
            <p:nvPr/>
          </p:nvSpPr>
          <p:spPr>
            <a:xfrm>
              <a:off x="790300" y="3474507"/>
              <a:ext cx="211565" cy="197867"/>
            </a:xfrm>
            <a:custGeom>
              <a:avLst/>
              <a:gdLst/>
              <a:ahLst/>
              <a:cxnLst/>
              <a:rect l="l" t="t" r="r" b="b"/>
              <a:pathLst>
                <a:path w="13283" h="12423" extrusionOk="0">
                  <a:moveTo>
                    <a:pt x="276" y="0"/>
                  </a:moveTo>
                  <a:cubicBezTo>
                    <a:pt x="210" y="0"/>
                    <a:pt x="143" y="31"/>
                    <a:pt x="92" y="97"/>
                  </a:cubicBezTo>
                  <a:cubicBezTo>
                    <a:pt x="1" y="191"/>
                    <a:pt x="1" y="344"/>
                    <a:pt x="92" y="438"/>
                  </a:cubicBezTo>
                  <a:lnTo>
                    <a:pt x="12850" y="12361"/>
                  </a:lnTo>
                  <a:cubicBezTo>
                    <a:pt x="12912" y="12423"/>
                    <a:pt x="12974" y="12423"/>
                    <a:pt x="13036" y="12423"/>
                  </a:cubicBezTo>
                  <a:cubicBezTo>
                    <a:pt x="13098" y="12423"/>
                    <a:pt x="13159" y="12390"/>
                    <a:pt x="13189" y="12361"/>
                  </a:cubicBezTo>
                  <a:cubicBezTo>
                    <a:pt x="13283" y="12267"/>
                    <a:pt x="13283" y="12114"/>
                    <a:pt x="13189" y="12020"/>
                  </a:cubicBezTo>
                  <a:lnTo>
                    <a:pt x="433" y="67"/>
                  </a:lnTo>
                  <a:cubicBezTo>
                    <a:pt x="390" y="24"/>
                    <a:pt x="333" y="0"/>
                    <a:pt x="276" y="0"/>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2"/>
            <p:cNvSpPr/>
            <p:nvPr/>
          </p:nvSpPr>
          <p:spPr>
            <a:xfrm>
              <a:off x="854743" y="3457225"/>
              <a:ext cx="52163" cy="129029"/>
            </a:xfrm>
            <a:custGeom>
              <a:avLst/>
              <a:gdLst/>
              <a:ahLst/>
              <a:cxnLst/>
              <a:rect l="l" t="t" r="r" b="b"/>
              <a:pathLst>
                <a:path w="3275" h="8101" extrusionOk="0">
                  <a:moveTo>
                    <a:pt x="279" y="1"/>
                  </a:moveTo>
                  <a:cubicBezTo>
                    <a:pt x="259" y="1"/>
                    <a:pt x="238" y="3"/>
                    <a:pt x="218" y="8"/>
                  </a:cubicBezTo>
                  <a:cubicBezTo>
                    <a:pt x="94" y="70"/>
                    <a:pt x="0" y="193"/>
                    <a:pt x="62" y="349"/>
                  </a:cubicBezTo>
                  <a:lnTo>
                    <a:pt x="2780" y="7916"/>
                  </a:lnTo>
                  <a:cubicBezTo>
                    <a:pt x="2812" y="8039"/>
                    <a:pt x="2904" y="8101"/>
                    <a:pt x="2997" y="8101"/>
                  </a:cubicBezTo>
                  <a:cubicBezTo>
                    <a:pt x="3027" y="8101"/>
                    <a:pt x="3059" y="8071"/>
                    <a:pt x="3089" y="8071"/>
                  </a:cubicBezTo>
                  <a:cubicBezTo>
                    <a:pt x="3212" y="8039"/>
                    <a:pt x="3274" y="7886"/>
                    <a:pt x="3245" y="7762"/>
                  </a:cubicBezTo>
                  <a:lnTo>
                    <a:pt x="526" y="164"/>
                  </a:lnTo>
                  <a:cubicBezTo>
                    <a:pt x="475" y="61"/>
                    <a:pt x="381" y="1"/>
                    <a:pt x="279"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2"/>
            <p:cNvSpPr/>
            <p:nvPr/>
          </p:nvSpPr>
          <p:spPr>
            <a:xfrm>
              <a:off x="1006261" y="3811453"/>
              <a:ext cx="164340" cy="176254"/>
            </a:xfrm>
            <a:custGeom>
              <a:avLst/>
              <a:gdLst/>
              <a:ahLst/>
              <a:cxnLst/>
              <a:rect l="l" t="t" r="r" b="b"/>
              <a:pathLst>
                <a:path w="10318" h="11066" extrusionOk="0">
                  <a:moveTo>
                    <a:pt x="10024" y="1"/>
                  </a:moveTo>
                  <a:cubicBezTo>
                    <a:pt x="9963" y="1"/>
                    <a:pt x="9901" y="24"/>
                    <a:pt x="9855" y="69"/>
                  </a:cubicBezTo>
                  <a:lnTo>
                    <a:pt x="94" y="10665"/>
                  </a:lnTo>
                  <a:cubicBezTo>
                    <a:pt x="1" y="10757"/>
                    <a:pt x="1" y="10912"/>
                    <a:pt x="94" y="11004"/>
                  </a:cubicBezTo>
                  <a:cubicBezTo>
                    <a:pt x="156" y="11066"/>
                    <a:pt x="218" y="11066"/>
                    <a:pt x="280" y="11066"/>
                  </a:cubicBezTo>
                  <a:cubicBezTo>
                    <a:pt x="342" y="11066"/>
                    <a:pt x="403" y="11036"/>
                    <a:pt x="465" y="11004"/>
                  </a:cubicBezTo>
                  <a:lnTo>
                    <a:pt x="10226" y="410"/>
                  </a:lnTo>
                  <a:cubicBezTo>
                    <a:pt x="10317" y="317"/>
                    <a:pt x="10288" y="163"/>
                    <a:pt x="10194" y="69"/>
                  </a:cubicBezTo>
                  <a:cubicBezTo>
                    <a:pt x="10148" y="24"/>
                    <a:pt x="10086" y="1"/>
                    <a:pt x="10024"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2"/>
            <p:cNvSpPr/>
            <p:nvPr/>
          </p:nvSpPr>
          <p:spPr>
            <a:xfrm>
              <a:off x="747009" y="3906620"/>
              <a:ext cx="268124" cy="141627"/>
            </a:xfrm>
            <a:custGeom>
              <a:avLst/>
              <a:gdLst/>
              <a:ahLst/>
              <a:cxnLst/>
              <a:rect l="l" t="t" r="r" b="b"/>
              <a:pathLst>
                <a:path w="16834" h="8892" extrusionOk="0">
                  <a:moveTo>
                    <a:pt x="294" y="0"/>
                  </a:moveTo>
                  <a:cubicBezTo>
                    <a:pt x="199" y="0"/>
                    <a:pt x="107" y="51"/>
                    <a:pt x="63" y="119"/>
                  </a:cubicBezTo>
                  <a:cubicBezTo>
                    <a:pt x="1" y="242"/>
                    <a:pt x="30" y="396"/>
                    <a:pt x="154" y="457"/>
                  </a:cubicBezTo>
                  <a:lnTo>
                    <a:pt x="16433" y="8859"/>
                  </a:lnTo>
                  <a:cubicBezTo>
                    <a:pt x="16463" y="8891"/>
                    <a:pt x="16525" y="8891"/>
                    <a:pt x="16557" y="8891"/>
                  </a:cubicBezTo>
                  <a:cubicBezTo>
                    <a:pt x="16648" y="8891"/>
                    <a:pt x="16710" y="8859"/>
                    <a:pt x="16772" y="8767"/>
                  </a:cubicBezTo>
                  <a:cubicBezTo>
                    <a:pt x="16834" y="8644"/>
                    <a:pt x="16772" y="8488"/>
                    <a:pt x="16648" y="8426"/>
                  </a:cubicBezTo>
                  <a:lnTo>
                    <a:pt x="401" y="25"/>
                  </a:lnTo>
                  <a:cubicBezTo>
                    <a:pt x="367" y="8"/>
                    <a:pt x="330" y="0"/>
                    <a:pt x="294" y="0"/>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2"/>
            <p:cNvSpPr/>
            <p:nvPr/>
          </p:nvSpPr>
          <p:spPr>
            <a:xfrm>
              <a:off x="790778" y="3979823"/>
              <a:ext cx="102860" cy="12328"/>
            </a:xfrm>
            <a:custGeom>
              <a:avLst/>
              <a:gdLst/>
              <a:ahLst/>
              <a:cxnLst/>
              <a:rect l="l" t="t" r="r" b="b"/>
              <a:pathLst>
                <a:path w="6458" h="774" extrusionOk="0">
                  <a:moveTo>
                    <a:pt x="248" y="0"/>
                  </a:moveTo>
                  <a:cubicBezTo>
                    <a:pt x="124" y="0"/>
                    <a:pt x="1" y="124"/>
                    <a:pt x="1" y="247"/>
                  </a:cubicBezTo>
                  <a:cubicBezTo>
                    <a:pt x="1" y="371"/>
                    <a:pt x="95" y="495"/>
                    <a:pt x="218" y="495"/>
                  </a:cubicBezTo>
                  <a:lnTo>
                    <a:pt x="6210" y="774"/>
                  </a:lnTo>
                  <a:cubicBezTo>
                    <a:pt x="6334" y="774"/>
                    <a:pt x="6457" y="680"/>
                    <a:pt x="6457" y="527"/>
                  </a:cubicBezTo>
                  <a:cubicBezTo>
                    <a:pt x="6457" y="403"/>
                    <a:pt x="6364" y="280"/>
                    <a:pt x="6210" y="280"/>
                  </a:cubicBezTo>
                  <a:lnTo>
                    <a:pt x="248" y="0"/>
                  </a:ln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2"/>
            <p:cNvSpPr/>
            <p:nvPr/>
          </p:nvSpPr>
          <p:spPr>
            <a:xfrm>
              <a:off x="977257" y="2994898"/>
              <a:ext cx="39373" cy="984941"/>
            </a:xfrm>
            <a:custGeom>
              <a:avLst/>
              <a:gdLst/>
              <a:ahLst/>
              <a:cxnLst/>
              <a:rect l="l" t="t" r="r" b="b"/>
              <a:pathLst>
                <a:path w="2472" h="61839" extrusionOk="0">
                  <a:moveTo>
                    <a:pt x="0" y="0"/>
                  </a:moveTo>
                  <a:lnTo>
                    <a:pt x="1360" y="42040"/>
                  </a:lnTo>
                  <a:lnTo>
                    <a:pt x="1451" y="42132"/>
                  </a:lnTo>
                  <a:cubicBezTo>
                    <a:pt x="1513" y="42164"/>
                    <a:pt x="1513" y="42226"/>
                    <a:pt x="1513" y="42287"/>
                  </a:cubicBezTo>
                  <a:cubicBezTo>
                    <a:pt x="1513" y="42349"/>
                    <a:pt x="1513" y="42411"/>
                    <a:pt x="1451" y="42473"/>
                  </a:cubicBezTo>
                  <a:cubicBezTo>
                    <a:pt x="1451" y="42502"/>
                    <a:pt x="1421" y="42502"/>
                    <a:pt x="1389" y="42535"/>
                  </a:cubicBezTo>
                  <a:lnTo>
                    <a:pt x="2007" y="61838"/>
                  </a:lnTo>
                  <a:lnTo>
                    <a:pt x="2471" y="61315"/>
                  </a:lnTo>
                  <a:lnTo>
                    <a:pt x="495" y="34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2"/>
            <p:cNvSpPr/>
            <p:nvPr/>
          </p:nvSpPr>
          <p:spPr>
            <a:xfrm>
              <a:off x="1009733" y="3982769"/>
              <a:ext cx="13268" cy="186495"/>
            </a:xfrm>
            <a:custGeom>
              <a:avLst/>
              <a:gdLst/>
              <a:ahLst/>
              <a:cxnLst/>
              <a:rect l="l" t="t" r="r" b="b"/>
              <a:pathLst>
                <a:path w="833" h="11709" extrusionOk="0">
                  <a:moveTo>
                    <a:pt x="462" y="1"/>
                  </a:moveTo>
                  <a:lnTo>
                    <a:pt x="247" y="248"/>
                  </a:lnTo>
                  <a:cubicBezTo>
                    <a:pt x="185" y="280"/>
                    <a:pt x="124" y="310"/>
                    <a:pt x="62" y="310"/>
                  </a:cubicBezTo>
                  <a:lnTo>
                    <a:pt x="0" y="310"/>
                  </a:lnTo>
                  <a:lnTo>
                    <a:pt x="91" y="3616"/>
                  </a:lnTo>
                  <a:lnTo>
                    <a:pt x="153" y="3645"/>
                  </a:lnTo>
                  <a:cubicBezTo>
                    <a:pt x="247" y="3707"/>
                    <a:pt x="309" y="3769"/>
                    <a:pt x="309" y="3863"/>
                  </a:cubicBezTo>
                  <a:cubicBezTo>
                    <a:pt x="309" y="3925"/>
                    <a:pt x="277" y="3954"/>
                    <a:pt x="277" y="3986"/>
                  </a:cubicBezTo>
                  <a:cubicBezTo>
                    <a:pt x="247" y="4048"/>
                    <a:pt x="185" y="4110"/>
                    <a:pt x="124" y="4110"/>
                  </a:cubicBezTo>
                  <a:lnTo>
                    <a:pt x="339" y="11461"/>
                  </a:lnTo>
                  <a:cubicBezTo>
                    <a:pt x="371" y="11615"/>
                    <a:pt x="462" y="11709"/>
                    <a:pt x="586" y="11709"/>
                  </a:cubicBezTo>
                  <a:lnTo>
                    <a:pt x="618" y="11709"/>
                  </a:lnTo>
                  <a:cubicBezTo>
                    <a:pt x="741" y="11709"/>
                    <a:pt x="833" y="11585"/>
                    <a:pt x="833" y="11461"/>
                  </a:cubicBezTo>
                  <a:lnTo>
                    <a:pt x="4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2"/>
            <p:cNvSpPr/>
            <p:nvPr/>
          </p:nvSpPr>
          <p:spPr>
            <a:xfrm>
              <a:off x="790778" y="3474586"/>
              <a:ext cx="107272" cy="105775"/>
            </a:xfrm>
            <a:custGeom>
              <a:avLst/>
              <a:gdLst/>
              <a:ahLst/>
              <a:cxnLst/>
              <a:rect l="l" t="t" r="r" b="b"/>
              <a:pathLst>
                <a:path w="6735" h="6641" extrusionOk="0">
                  <a:moveTo>
                    <a:pt x="248" y="0"/>
                  </a:moveTo>
                  <a:cubicBezTo>
                    <a:pt x="186" y="0"/>
                    <a:pt x="124" y="30"/>
                    <a:pt x="62" y="92"/>
                  </a:cubicBezTo>
                  <a:cubicBezTo>
                    <a:pt x="33" y="124"/>
                    <a:pt x="1" y="186"/>
                    <a:pt x="1" y="248"/>
                  </a:cubicBezTo>
                  <a:cubicBezTo>
                    <a:pt x="1" y="309"/>
                    <a:pt x="33" y="371"/>
                    <a:pt x="62" y="433"/>
                  </a:cubicBezTo>
                  <a:lnTo>
                    <a:pt x="6734" y="6640"/>
                  </a:lnTo>
                  <a:lnTo>
                    <a:pt x="6364" y="5652"/>
                  </a:lnTo>
                  <a:lnTo>
                    <a:pt x="403" y="62"/>
                  </a:lnTo>
                  <a:cubicBezTo>
                    <a:pt x="371" y="30"/>
                    <a:pt x="309" y="0"/>
                    <a:pt x="2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2"/>
            <p:cNvSpPr/>
            <p:nvPr/>
          </p:nvSpPr>
          <p:spPr>
            <a:xfrm>
              <a:off x="903465" y="3575933"/>
              <a:ext cx="97890" cy="96441"/>
            </a:xfrm>
            <a:custGeom>
              <a:avLst/>
              <a:gdLst/>
              <a:ahLst/>
              <a:cxnLst/>
              <a:rect l="l" t="t" r="r" b="b"/>
              <a:pathLst>
                <a:path w="6146" h="6055" extrusionOk="0">
                  <a:moveTo>
                    <a:pt x="62" y="0"/>
                  </a:moveTo>
                  <a:lnTo>
                    <a:pt x="186" y="309"/>
                  </a:lnTo>
                  <a:lnTo>
                    <a:pt x="186" y="401"/>
                  </a:lnTo>
                  <a:cubicBezTo>
                    <a:pt x="186" y="495"/>
                    <a:pt x="124" y="586"/>
                    <a:pt x="30" y="618"/>
                  </a:cubicBezTo>
                  <a:lnTo>
                    <a:pt x="0" y="618"/>
                  </a:lnTo>
                  <a:lnTo>
                    <a:pt x="5745" y="5993"/>
                  </a:lnTo>
                  <a:cubicBezTo>
                    <a:pt x="5807" y="6055"/>
                    <a:pt x="5869" y="6055"/>
                    <a:pt x="5931" y="6055"/>
                  </a:cubicBezTo>
                  <a:cubicBezTo>
                    <a:pt x="5993" y="6055"/>
                    <a:pt x="6054" y="6022"/>
                    <a:pt x="6084" y="5993"/>
                  </a:cubicBezTo>
                  <a:cubicBezTo>
                    <a:pt x="6146" y="5931"/>
                    <a:pt x="6146" y="5869"/>
                    <a:pt x="6146" y="5807"/>
                  </a:cubicBezTo>
                  <a:cubicBezTo>
                    <a:pt x="6146" y="5746"/>
                    <a:pt x="6146" y="5684"/>
                    <a:pt x="6084" y="5652"/>
                  </a:cubicBezTo>
                  <a:lnTo>
                    <a:pt x="5993" y="5560"/>
                  </a:lnTo>
                  <a:lnTo>
                    <a:pt x="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2"/>
            <p:cNvSpPr/>
            <p:nvPr/>
          </p:nvSpPr>
          <p:spPr>
            <a:xfrm>
              <a:off x="855714" y="3457353"/>
              <a:ext cx="50713" cy="128901"/>
            </a:xfrm>
            <a:custGeom>
              <a:avLst/>
              <a:gdLst/>
              <a:ahLst/>
              <a:cxnLst/>
              <a:rect l="l" t="t" r="r" b="b"/>
              <a:pathLst>
                <a:path w="3184" h="8093" extrusionOk="0">
                  <a:moveTo>
                    <a:pt x="157" y="0"/>
                  </a:moveTo>
                  <a:cubicBezTo>
                    <a:pt x="63" y="62"/>
                    <a:pt x="1" y="156"/>
                    <a:pt x="1" y="247"/>
                  </a:cubicBezTo>
                  <a:lnTo>
                    <a:pt x="1" y="341"/>
                  </a:lnTo>
                  <a:lnTo>
                    <a:pt x="2287" y="6734"/>
                  </a:lnTo>
                  <a:lnTo>
                    <a:pt x="2657" y="7722"/>
                  </a:lnTo>
                  <a:lnTo>
                    <a:pt x="2719" y="7908"/>
                  </a:lnTo>
                  <a:cubicBezTo>
                    <a:pt x="2751" y="8031"/>
                    <a:pt x="2843" y="8093"/>
                    <a:pt x="2936" y="8093"/>
                  </a:cubicBezTo>
                  <a:cubicBezTo>
                    <a:pt x="2966" y="8093"/>
                    <a:pt x="2998" y="8063"/>
                    <a:pt x="3028" y="8063"/>
                  </a:cubicBezTo>
                  <a:cubicBezTo>
                    <a:pt x="3122" y="8031"/>
                    <a:pt x="3184" y="7940"/>
                    <a:pt x="3184" y="7846"/>
                  </a:cubicBezTo>
                  <a:lnTo>
                    <a:pt x="3184" y="7754"/>
                  </a:lnTo>
                  <a:lnTo>
                    <a:pt x="3060" y="7445"/>
                  </a:lnTo>
                  <a:lnTo>
                    <a:pt x="465" y="156"/>
                  </a:lnTo>
                  <a:cubicBezTo>
                    <a:pt x="433" y="62"/>
                    <a:pt x="342" y="0"/>
                    <a:pt x="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2"/>
            <p:cNvSpPr/>
            <p:nvPr/>
          </p:nvSpPr>
          <p:spPr>
            <a:xfrm>
              <a:off x="1006771" y="3811564"/>
              <a:ext cx="163352" cy="176142"/>
            </a:xfrm>
            <a:custGeom>
              <a:avLst/>
              <a:gdLst/>
              <a:ahLst/>
              <a:cxnLst/>
              <a:rect l="l" t="t" r="r" b="b"/>
              <a:pathLst>
                <a:path w="10256" h="11059" extrusionOk="0">
                  <a:moveTo>
                    <a:pt x="10008" y="1"/>
                  </a:moveTo>
                  <a:cubicBezTo>
                    <a:pt x="9947" y="1"/>
                    <a:pt x="9885" y="33"/>
                    <a:pt x="9823" y="62"/>
                  </a:cubicBezTo>
                  <a:lnTo>
                    <a:pt x="618" y="10041"/>
                  </a:lnTo>
                  <a:lnTo>
                    <a:pt x="154" y="10564"/>
                  </a:lnTo>
                  <a:lnTo>
                    <a:pt x="62" y="10658"/>
                  </a:lnTo>
                  <a:cubicBezTo>
                    <a:pt x="30" y="10720"/>
                    <a:pt x="1" y="10750"/>
                    <a:pt x="1" y="10811"/>
                  </a:cubicBezTo>
                  <a:cubicBezTo>
                    <a:pt x="1" y="10905"/>
                    <a:pt x="30" y="10967"/>
                    <a:pt x="62" y="10997"/>
                  </a:cubicBezTo>
                  <a:cubicBezTo>
                    <a:pt x="92" y="11029"/>
                    <a:pt x="124" y="11059"/>
                    <a:pt x="186" y="11059"/>
                  </a:cubicBezTo>
                  <a:lnTo>
                    <a:pt x="248" y="11059"/>
                  </a:lnTo>
                  <a:cubicBezTo>
                    <a:pt x="310" y="11059"/>
                    <a:pt x="371" y="11029"/>
                    <a:pt x="433" y="10997"/>
                  </a:cubicBezTo>
                  <a:lnTo>
                    <a:pt x="10194" y="403"/>
                  </a:lnTo>
                  <a:cubicBezTo>
                    <a:pt x="10223" y="371"/>
                    <a:pt x="10256" y="310"/>
                    <a:pt x="10256" y="248"/>
                  </a:cubicBezTo>
                  <a:cubicBezTo>
                    <a:pt x="10256" y="186"/>
                    <a:pt x="10223" y="124"/>
                    <a:pt x="10162" y="62"/>
                  </a:cubicBezTo>
                  <a:cubicBezTo>
                    <a:pt x="10132" y="33"/>
                    <a:pt x="10070" y="1"/>
                    <a:pt x="10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2"/>
            <p:cNvSpPr/>
            <p:nvPr/>
          </p:nvSpPr>
          <p:spPr>
            <a:xfrm>
              <a:off x="747487" y="3906540"/>
              <a:ext cx="267168" cy="141707"/>
            </a:xfrm>
            <a:custGeom>
              <a:avLst/>
              <a:gdLst/>
              <a:ahLst/>
              <a:cxnLst/>
              <a:rect l="l" t="t" r="r" b="b"/>
              <a:pathLst>
                <a:path w="16774" h="8897" extrusionOk="0">
                  <a:moveTo>
                    <a:pt x="248" y="0"/>
                  </a:moveTo>
                  <a:cubicBezTo>
                    <a:pt x="156" y="0"/>
                    <a:pt x="62" y="62"/>
                    <a:pt x="33" y="124"/>
                  </a:cubicBezTo>
                  <a:cubicBezTo>
                    <a:pt x="0" y="186"/>
                    <a:pt x="0" y="215"/>
                    <a:pt x="0" y="247"/>
                  </a:cubicBezTo>
                  <a:cubicBezTo>
                    <a:pt x="0" y="339"/>
                    <a:pt x="62" y="433"/>
                    <a:pt x="124" y="462"/>
                  </a:cubicBezTo>
                  <a:lnTo>
                    <a:pt x="8649" y="4881"/>
                  </a:lnTo>
                  <a:lnTo>
                    <a:pt x="8928" y="4881"/>
                  </a:lnTo>
                  <a:cubicBezTo>
                    <a:pt x="9082" y="4881"/>
                    <a:pt x="9175" y="5004"/>
                    <a:pt x="9175" y="5128"/>
                  </a:cubicBezTo>
                  <a:lnTo>
                    <a:pt x="16403" y="8864"/>
                  </a:lnTo>
                  <a:cubicBezTo>
                    <a:pt x="16433" y="8896"/>
                    <a:pt x="16495" y="8896"/>
                    <a:pt x="16527" y="8896"/>
                  </a:cubicBezTo>
                  <a:cubicBezTo>
                    <a:pt x="16618" y="8896"/>
                    <a:pt x="16680" y="8864"/>
                    <a:pt x="16742" y="8772"/>
                  </a:cubicBezTo>
                  <a:cubicBezTo>
                    <a:pt x="16742" y="8740"/>
                    <a:pt x="16774" y="8711"/>
                    <a:pt x="16774" y="8649"/>
                  </a:cubicBezTo>
                  <a:cubicBezTo>
                    <a:pt x="16774" y="8555"/>
                    <a:pt x="16712" y="8493"/>
                    <a:pt x="16618" y="8431"/>
                  </a:cubicBezTo>
                  <a:lnTo>
                    <a:pt x="16556" y="8402"/>
                  </a:lnTo>
                  <a:lnTo>
                    <a:pt x="371" y="30"/>
                  </a:lnTo>
                  <a:cubicBezTo>
                    <a:pt x="309" y="0"/>
                    <a:pt x="280" y="0"/>
                    <a:pt x="2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2"/>
            <p:cNvSpPr/>
            <p:nvPr/>
          </p:nvSpPr>
          <p:spPr>
            <a:xfrm>
              <a:off x="790778" y="3979823"/>
              <a:ext cx="102860" cy="12328"/>
            </a:xfrm>
            <a:custGeom>
              <a:avLst/>
              <a:gdLst/>
              <a:ahLst/>
              <a:cxnLst/>
              <a:rect l="l" t="t" r="r" b="b"/>
              <a:pathLst>
                <a:path w="6458" h="774" extrusionOk="0">
                  <a:moveTo>
                    <a:pt x="218" y="0"/>
                  </a:moveTo>
                  <a:cubicBezTo>
                    <a:pt x="95" y="0"/>
                    <a:pt x="1" y="124"/>
                    <a:pt x="1" y="247"/>
                  </a:cubicBezTo>
                  <a:cubicBezTo>
                    <a:pt x="1" y="403"/>
                    <a:pt x="95" y="495"/>
                    <a:pt x="218" y="495"/>
                  </a:cubicBezTo>
                  <a:lnTo>
                    <a:pt x="6210" y="774"/>
                  </a:lnTo>
                  <a:cubicBezTo>
                    <a:pt x="6334" y="774"/>
                    <a:pt x="6457" y="680"/>
                    <a:pt x="6457" y="527"/>
                  </a:cubicBezTo>
                  <a:cubicBezTo>
                    <a:pt x="6457" y="403"/>
                    <a:pt x="6364" y="280"/>
                    <a:pt x="6210" y="280"/>
                  </a:cubicBezTo>
                  <a:lnTo>
                    <a:pt x="5931" y="280"/>
                  </a:ln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2"/>
            <p:cNvSpPr/>
            <p:nvPr/>
          </p:nvSpPr>
          <p:spPr>
            <a:xfrm>
              <a:off x="1822466" y="1846159"/>
              <a:ext cx="2114965" cy="9349"/>
            </a:xfrm>
            <a:custGeom>
              <a:avLst/>
              <a:gdLst/>
              <a:ahLst/>
              <a:cxnLst/>
              <a:rect l="l" t="t" r="r" b="b"/>
              <a:pathLst>
                <a:path w="132787" h="587" extrusionOk="0">
                  <a:moveTo>
                    <a:pt x="309" y="1"/>
                  </a:moveTo>
                  <a:cubicBezTo>
                    <a:pt x="153" y="1"/>
                    <a:pt x="0" y="124"/>
                    <a:pt x="0" y="278"/>
                  </a:cubicBezTo>
                  <a:lnTo>
                    <a:pt x="0" y="310"/>
                  </a:lnTo>
                  <a:cubicBezTo>
                    <a:pt x="30" y="463"/>
                    <a:pt x="153" y="586"/>
                    <a:pt x="309" y="586"/>
                  </a:cubicBezTo>
                  <a:lnTo>
                    <a:pt x="132478" y="586"/>
                  </a:lnTo>
                  <a:cubicBezTo>
                    <a:pt x="132634" y="586"/>
                    <a:pt x="132787" y="463"/>
                    <a:pt x="132787" y="278"/>
                  </a:cubicBezTo>
                  <a:cubicBezTo>
                    <a:pt x="132787" y="124"/>
                    <a:pt x="132634" y="1"/>
                    <a:pt x="132478"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2"/>
            <p:cNvSpPr/>
            <p:nvPr/>
          </p:nvSpPr>
          <p:spPr>
            <a:xfrm>
              <a:off x="1822466" y="1846159"/>
              <a:ext cx="2114965" cy="9349"/>
            </a:xfrm>
            <a:custGeom>
              <a:avLst/>
              <a:gdLst/>
              <a:ahLst/>
              <a:cxnLst/>
              <a:rect l="l" t="t" r="r" b="b"/>
              <a:pathLst>
                <a:path w="132787" h="587" extrusionOk="0">
                  <a:moveTo>
                    <a:pt x="309" y="1"/>
                  </a:moveTo>
                  <a:cubicBezTo>
                    <a:pt x="153" y="1"/>
                    <a:pt x="0" y="124"/>
                    <a:pt x="0" y="278"/>
                  </a:cubicBezTo>
                  <a:lnTo>
                    <a:pt x="0" y="310"/>
                  </a:lnTo>
                  <a:cubicBezTo>
                    <a:pt x="30" y="463"/>
                    <a:pt x="153" y="586"/>
                    <a:pt x="309" y="586"/>
                  </a:cubicBezTo>
                  <a:lnTo>
                    <a:pt x="132478" y="586"/>
                  </a:lnTo>
                  <a:cubicBezTo>
                    <a:pt x="132634" y="586"/>
                    <a:pt x="132787" y="463"/>
                    <a:pt x="132787" y="278"/>
                  </a:cubicBezTo>
                  <a:cubicBezTo>
                    <a:pt x="132787" y="124"/>
                    <a:pt x="132634" y="1"/>
                    <a:pt x="1324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2"/>
            <p:cNvSpPr/>
            <p:nvPr/>
          </p:nvSpPr>
          <p:spPr>
            <a:xfrm>
              <a:off x="1818532" y="2681015"/>
              <a:ext cx="2114503" cy="9381"/>
            </a:xfrm>
            <a:custGeom>
              <a:avLst/>
              <a:gdLst/>
              <a:ahLst/>
              <a:cxnLst/>
              <a:rect l="l" t="t" r="r" b="b"/>
              <a:pathLst>
                <a:path w="132758" h="589" extrusionOk="0">
                  <a:moveTo>
                    <a:pt x="309" y="1"/>
                  </a:moveTo>
                  <a:cubicBezTo>
                    <a:pt x="124" y="1"/>
                    <a:pt x="0" y="124"/>
                    <a:pt x="0" y="280"/>
                  </a:cubicBezTo>
                  <a:lnTo>
                    <a:pt x="0" y="310"/>
                  </a:lnTo>
                  <a:cubicBezTo>
                    <a:pt x="0" y="465"/>
                    <a:pt x="124" y="589"/>
                    <a:pt x="309" y="589"/>
                  </a:cubicBezTo>
                  <a:lnTo>
                    <a:pt x="132448" y="589"/>
                  </a:lnTo>
                  <a:cubicBezTo>
                    <a:pt x="132633" y="589"/>
                    <a:pt x="132757" y="465"/>
                    <a:pt x="132757" y="280"/>
                  </a:cubicBezTo>
                  <a:cubicBezTo>
                    <a:pt x="132757" y="124"/>
                    <a:pt x="132633" y="1"/>
                    <a:pt x="132448"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2"/>
            <p:cNvSpPr/>
            <p:nvPr/>
          </p:nvSpPr>
          <p:spPr>
            <a:xfrm>
              <a:off x="1818532" y="2681015"/>
              <a:ext cx="2114503" cy="9381"/>
            </a:xfrm>
            <a:custGeom>
              <a:avLst/>
              <a:gdLst/>
              <a:ahLst/>
              <a:cxnLst/>
              <a:rect l="l" t="t" r="r" b="b"/>
              <a:pathLst>
                <a:path w="132758" h="589" extrusionOk="0">
                  <a:moveTo>
                    <a:pt x="309" y="1"/>
                  </a:moveTo>
                  <a:cubicBezTo>
                    <a:pt x="124" y="1"/>
                    <a:pt x="0" y="124"/>
                    <a:pt x="0" y="280"/>
                  </a:cubicBezTo>
                  <a:lnTo>
                    <a:pt x="0" y="310"/>
                  </a:lnTo>
                  <a:cubicBezTo>
                    <a:pt x="0" y="465"/>
                    <a:pt x="124" y="589"/>
                    <a:pt x="309" y="589"/>
                  </a:cubicBezTo>
                  <a:lnTo>
                    <a:pt x="132448" y="589"/>
                  </a:lnTo>
                  <a:cubicBezTo>
                    <a:pt x="132633" y="589"/>
                    <a:pt x="132757" y="465"/>
                    <a:pt x="132757" y="280"/>
                  </a:cubicBezTo>
                  <a:cubicBezTo>
                    <a:pt x="132757" y="124"/>
                    <a:pt x="132633" y="1"/>
                    <a:pt x="132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2"/>
            <p:cNvSpPr/>
            <p:nvPr/>
          </p:nvSpPr>
          <p:spPr>
            <a:xfrm>
              <a:off x="1818532" y="3363396"/>
              <a:ext cx="2114503" cy="9349"/>
            </a:xfrm>
            <a:custGeom>
              <a:avLst/>
              <a:gdLst/>
              <a:ahLst/>
              <a:cxnLst/>
              <a:rect l="l" t="t" r="r" b="b"/>
              <a:pathLst>
                <a:path w="132758" h="587" extrusionOk="0">
                  <a:moveTo>
                    <a:pt x="309" y="1"/>
                  </a:moveTo>
                  <a:cubicBezTo>
                    <a:pt x="124" y="1"/>
                    <a:pt x="0" y="124"/>
                    <a:pt x="0" y="310"/>
                  </a:cubicBezTo>
                  <a:cubicBezTo>
                    <a:pt x="0" y="463"/>
                    <a:pt x="124" y="586"/>
                    <a:pt x="309" y="586"/>
                  </a:cubicBezTo>
                  <a:lnTo>
                    <a:pt x="132478" y="586"/>
                  </a:lnTo>
                  <a:cubicBezTo>
                    <a:pt x="132633" y="586"/>
                    <a:pt x="132757" y="463"/>
                    <a:pt x="132757" y="310"/>
                  </a:cubicBezTo>
                  <a:cubicBezTo>
                    <a:pt x="132757" y="124"/>
                    <a:pt x="132633" y="1"/>
                    <a:pt x="132448"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2"/>
            <p:cNvSpPr/>
            <p:nvPr/>
          </p:nvSpPr>
          <p:spPr>
            <a:xfrm>
              <a:off x="1818532" y="3363396"/>
              <a:ext cx="2114503" cy="9349"/>
            </a:xfrm>
            <a:custGeom>
              <a:avLst/>
              <a:gdLst/>
              <a:ahLst/>
              <a:cxnLst/>
              <a:rect l="l" t="t" r="r" b="b"/>
              <a:pathLst>
                <a:path w="132758" h="587" extrusionOk="0">
                  <a:moveTo>
                    <a:pt x="309" y="1"/>
                  </a:moveTo>
                  <a:cubicBezTo>
                    <a:pt x="124" y="1"/>
                    <a:pt x="0" y="124"/>
                    <a:pt x="0" y="310"/>
                  </a:cubicBezTo>
                  <a:cubicBezTo>
                    <a:pt x="0" y="463"/>
                    <a:pt x="124" y="586"/>
                    <a:pt x="309" y="586"/>
                  </a:cubicBezTo>
                  <a:lnTo>
                    <a:pt x="132478" y="586"/>
                  </a:lnTo>
                  <a:cubicBezTo>
                    <a:pt x="132633" y="586"/>
                    <a:pt x="132757" y="463"/>
                    <a:pt x="132757" y="310"/>
                  </a:cubicBezTo>
                  <a:cubicBezTo>
                    <a:pt x="132757" y="124"/>
                    <a:pt x="132633" y="1"/>
                    <a:pt x="132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2"/>
            <p:cNvSpPr/>
            <p:nvPr/>
          </p:nvSpPr>
          <p:spPr>
            <a:xfrm>
              <a:off x="2269646" y="3488364"/>
              <a:ext cx="1975" cy="710414"/>
            </a:xfrm>
            <a:custGeom>
              <a:avLst/>
              <a:gdLst/>
              <a:ahLst/>
              <a:cxnLst/>
              <a:rect l="l" t="t" r="r" b="b"/>
              <a:pathLst>
                <a:path w="124" h="44603" extrusionOk="0">
                  <a:moveTo>
                    <a:pt x="0" y="0"/>
                  </a:moveTo>
                  <a:lnTo>
                    <a:pt x="0"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2"/>
            <p:cNvSpPr/>
            <p:nvPr/>
          </p:nvSpPr>
          <p:spPr>
            <a:xfrm>
              <a:off x="2370993" y="3488364"/>
              <a:ext cx="2485" cy="710414"/>
            </a:xfrm>
            <a:custGeom>
              <a:avLst/>
              <a:gdLst/>
              <a:ahLst/>
              <a:cxnLst/>
              <a:rect l="l" t="t" r="r" b="b"/>
              <a:pathLst>
                <a:path w="156" h="44603" extrusionOk="0">
                  <a:moveTo>
                    <a:pt x="0" y="0"/>
                  </a:moveTo>
                  <a:lnTo>
                    <a:pt x="0" y="44603"/>
                  </a:lnTo>
                  <a:lnTo>
                    <a:pt x="156" y="44603"/>
                  </a:lnTo>
                  <a:lnTo>
                    <a:pt x="1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2"/>
            <p:cNvSpPr/>
            <p:nvPr/>
          </p:nvSpPr>
          <p:spPr>
            <a:xfrm>
              <a:off x="2472849" y="3488364"/>
              <a:ext cx="1975" cy="710414"/>
            </a:xfrm>
            <a:custGeom>
              <a:avLst/>
              <a:gdLst/>
              <a:ahLst/>
              <a:cxnLst/>
              <a:rect l="l" t="t" r="r" b="b"/>
              <a:pathLst>
                <a:path w="124" h="44603" extrusionOk="0">
                  <a:moveTo>
                    <a:pt x="0" y="0"/>
                  </a:moveTo>
                  <a:lnTo>
                    <a:pt x="0"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2"/>
            <p:cNvSpPr/>
            <p:nvPr/>
          </p:nvSpPr>
          <p:spPr>
            <a:xfrm>
              <a:off x="2574196" y="3488364"/>
              <a:ext cx="1975" cy="710414"/>
            </a:xfrm>
            <a:custGeom>
              <a:avLst/>
              <a:gdLst/>
              <a:ahLst/>
              <a:cxnLst/>
              <a:rect l="l" t="t" r="r" b="b"/>
              <a:pathLst>
                <a:path w="124" h="44603" extrusionOk="0">
                  <a:moveTo>
                    <a:pt x="0" y="0"/>
                  </a:moveTo>
                  <a:lnTo>
                    <a:pt x="0"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2"/>
            <p:cNvSpPr/>
            <p:nvPr/>
          </p:nvSpPr>
          <p:spPr>
            <a:xfrm>
              <a:off x="2675543" y="3488364"/>
              <a:ext cx="1975" cy="710414"/>
            </a:xfrm>
            <a:custGeom>
              <a:avLst/>
              <a:gdLst/>
              <a:ahLst/>
              <a:cxnLst/>
              <a:rect l="l" t="t" r="r" b="b"/>
              <a:pathLst>
                <a:path w="124" h="44603" extrusionOk="0">
                  <a:moveTo>
                    <a:pt x="0" y="0"/>
                  </a:moveTo>
                  <a:lnTo>
                    <a:pt x="0"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2"/>
            <p:cNvSpPr/>
            <p:nvPr/>
          </p:nvSpPr>
          <p:spPr>
            <a:xfrm>
              <a:off x="2776889" y="3488364"/>
              <a:ext cx="2453" cy="710414"/>
            </a:xfrm>
            <a:custGeom>
              <a:avLst/>
              <a:gdLst/>
              <a:ahLst/>
              <a:cxnLst/>
              <a:rect l="l" t="t" r="r" b="b"/>
              <a:pathLst>
                <a:path w="154" h="44603" extrusionOk="0">
                  <a:moveTo>
                    <a:pt x="0" y="0"/>
                  </a:moveTo>
                  <a:lnTo>
                    <a:pt x="0" y="44603"/>
                  </a:lnTo>
                  <a:lnTo>
                    <a:pt x="153" y="44603"/>
                  </a:lnTo>
                  <a:lnTo>
                    <a:pt x="1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2"/>
            <p:cNvSpPr/>
            <p:nvPr/>
          </p:nvSpPr>
          <p:spPr>
            <a:xfrm>
              <a:off x="2878698" y="3488364"/>
              <a:ext cx="1991" cy="710414"/>
            </a:xfrm>
            <a:custGeom>
              <a:avLst/>
              <a:gdLst/>
              <a:ahLst/>
              <a:cxnLst/>
              <a:rect l="l" t="t" r="r" b="b"/>
              <a:pathLst>
                <a:path w="125" h="44603" extrusionOk="0">
                  <a:moveTo>
                    <a:pt x="1" y="0"/>
                  </a:moveTo>
                  <a:lnTo>
                    <a:pt x="1"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2"/>
            <p:cNvSpPr/>
            <p:nvPr/>
          </p:nvSpPr>
          <p:spPr>
            <a:xfrm>
              <a:off x="2980044" y="3488364"/>
              <a:ext cx="1991" cy="710414"/>
            </a:xfrm>
            <a:custGeom>
              <a:avLst/>
              <a:gdLst/>
              <a:ahLst/>
              <a:cxnLst/>
              <a:rect l="l" t="t" r="r" b="b"/>
              <a:pathLst>
                <a:path w="125" h="44603" extrusionOk="0">
                  <a:moveTo>
                    <a:pt x="1" y="0"/>
                  </a:moveTo>
                  <a:lnTo>
                    <a:pt x="1"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2"/>
            <p:cNvSpPr/>
            <p:nvPr/>
          </p:nvSpPr>
          <p:spPr>
            <a:xfrm>
              <a:off x="3081391" y="3488364"/>
              <a:ext cx="1991" cy="710414"/>
            </a:xfrm>
            <a:custGeom>
              <a:avLst/>
              <a:gdLst/>
              <a:ahLst/>
              <a:cxnLst/>
              <a:rect l="l" t="t" r="r" b="b"/>
              <a:pathLst>
                <a:path w="125" h="44603" extrusionOk="0">
                  <a:moveTo>
                    <a:pt x="1" y="0"/>
                  </a:moveTo>
                  <a:lnTo>
                    <a:pt x="1"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2"/>
            <p:cNvSpPr/>
            <p:nvPr/>
          </p:nvSpPr>
          <p:spPr>
            <a:xfrm>
              <a:off x="3182738" y="3488364"/>
              <a:ext cx="2501" cy="710414"/>
            </a:xfrm>
            <a:custGeom>
              <a:avLst/>
              <a:gdLst/>
              <a:ahLst/>
              <a:cxnLst/>
              <a:rect l="l" t="t" r="r" b="b"/>
              <a:pathLst>
                <a:path w="157" h="44603" extrusionOk="0">
                  <a:moveTo>
                    <a:pt x="0" y="0"/>
                  </a:moveTo>
                  <a:lnTo>
                    <a:pt x="0" y="44603"/>
                  </a:lnTo>
                  <a:lnTo>
                    <a:pt x="156" y="44603"/>
                  </a:lnTo>
                  <a:lnTo>
                    <a:pt x="1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2"/>
            <p:cNvSpPr/>
            <p:nvPr/>
          </p:nvSpPr>
          <p:spPr>
            <a:xfrm>
              <a:off x="3284594" y="3488364"/>
              <a:ext cx="1991" cy="710414"/>
            </a:xfrm>
            <a:custGeom>
              <a:avLst/>
              <a:gdLst/>
              <a:ahLst/>
              <a:cxnLst/>
              <a:rect l="l" t="t" r="r" b="b"/>
              <a:pathLst>
                <a:path w="125" h="44603" extrusionOk="0">
                  <a:moveTo>
                    <a:pt x="1" y="0"/>
                  </a:moveTo>
                  <a:lnTo>
                    <a:pt x="1"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2"/>
            <p:cNvSpPr/>
            <p:nvPr/>
          </p:nvSpPr>
          <p:spPr>
            <a:xfrm>
              <a:off x="3385941" y="3488364"/>
              <a:ext cx="1991" cy="710414"/>
            </a:xfrm>
            <a:custGeom>
              <a:avLst/>
              <a:gdLst/>
              <a:ahLst/>
              <a:cxnLst/>
              <a:rect l="l" t="t" r="r" b="b"/>
              <a:pathLst>
                <a:path w="125" h="44603" extrusionOk="0">
                  <a:moveTo>
                    <a:pt x="0" y="0"/>
                  </a:moveTo>
                  <a:lnTo>
                    <a:pt x="0" y="44603"/>
                  </a:lnTo>
                  <a:lnTo>
                    <a:pt x="124" y="44603"/>
                  </a:lnTo>
                  <a:lnTo>
                    <a:pt x="1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2"/>
            <p:cNvSpPr/>
            <p:nvPr/>
          </p:nvSpPr>
          <p:spPr>
            <a:xfrm>
              <a:off x="2276049" y="3553300"/>
              <a:ext cx="1105974" cy="1991"/>
            </a:xfrm>
            <a:custGeom>
              <a:avLst/>
              <a:gdLst/>
              <a:ahLst/>
              <a:cxnLst/>
              <a:rect l="l" t="t" r="r" b="b"/>
              <a:pathLst>
                <a:path w="69438" h="125" extrusionOk="0">
                  <a:moveTo>
                    <a:pt x="1" y="1"/>
                  </a:moveTo>
                  <a:lnTo>
                    <a:pt x="1" y="124"/>
                  </a:lnTo>
                  <a:lnTo>
                    <a:pt x="69437" y="124"/>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2"/>
            <p:cNvSpPr/>
            <p:nvPr/>
          </p:nvSpPr>
          <p:spPr>
            <a:xfrm>
              <a:off x="2276049" y="3649725"/>
              <a:ext cx="1105974" cy="1991"/>
            </a:xfrm>
            <a:custGeom>
              <a:avLst/>
              <a:gdLst/>
              <a:ahLst/>
              <a:cxnLst/>
              <a:rect l="l" t="t" r="r" b="b"/>
              <a:pathLst>
                <a:path w="69438" h="125" extrusionOk="0">
                  <a:moveTo>
                    <a:pt x="1" y="1"/>
                  </a:moveTo>
                  <a:lnTo>
                    <a:pt x="1" y="124"/>
                  </a:lnTo>
                  <a:lnTo>
                    <a:pt x="69437" y="124"/>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2"/>
            <p:cNvSpPr/>
            <p:nvPr/>
          </p:nvSpPr>
          <p:spPr>
            <a:xfrm>
              <a:off x="2276049" y="3746150"/>
              <a:ext cx="1105974" cy="1991"/>
            </a:xfrm>
            <a:custGeom>
              <a:avLst/>
              <a:gdLst/>
              <a:ahLst/>
              <a:cxnLst/>
              <a:rect l="l" t="t" r="r" b="b"/>
              <a:pathLst>
                <a:path w="69438" h="125" extrusionOk="0">
                  <a:moveTo>
                    <a:pt x="1" y="1"/>
                  </a:moveTo>
                  <a:lnTo>
                    <a:pt x="1" y="124"/>
                  </a:lnTo>
                  <a:lnTo>
                    <a:pt x="69437" y="124"/>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2"/>
            <p:cNvSpPr/>
            <p:nvPr/>
          </p:nvSpPr>
          <p:spPr>
            <a:xfrm>
              <a:off x="2276049" y="3842575"/>
              <a:ext cx="1105974" cy="1991"/>
            </a:xfrm>
            <a:custGeom>
              <a:avLst/>
              <a:gdLst/>
              <a:ahLst/>
              <a:cxnLst/>
              <a:rect l="l" t="t" r="r" b="b"/>
              <a:pathLst>
                <a:path w="69438" h="125" extrusionOk="0">
                  <a:moveTo>
                    <a:pt x="1" y="1"/>
                  </a:moveTo>
                  <a:lnTo>
                    <a:pt x="1" y="124"/>
                  </a:lnTo>
                  <a:lnTo>
                    <a:pt x="69437" y="124"/>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2"/>
            <p:cNvSpPr/>
            <p:nvPr/>
          </p:nvSpPr>
          <p:spPr>
            <a:xfrm>
              <a:off x="2276049" y="3939000"/>
              <a:ext cx="1105974" cy="1991"/>
            </a:xfrm>
            <a:custGeom>
              <a:avLst/>
              <a:gdLst/>
              <a:ahLst/>
              <a:cxnLst/>
              <a:rect l="l" t="t" r="r" b="b"/>
              <a:pathLst>
                <a:path w="69438" h="125" extrusionOk="0">
                  <a:moveTo>
                    <a:pt x="1" y="1"/>
                  </a:moveTo>
                  <a:lnTo>
                    <a:pt x="1" y="124"/>
                  </a:lnTo>
                  <a:lnTo>
                    <a:pt x="69437" y="124"/>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2"/>
            <p:cNvSpPr/>
            <p:nvPr/>
          </p:nvSpPr>
          <p:spPr>
            <a:xfrm>
              <a:off x="2276049" y="4035425"/>
              <a:ext cx="1105974" cy="1991"/>
            </a:xfrm>
            <a:custGeom>
              <a:avLst/>
              <a:gdLst/>
              <a:ahLst/>
              <a:cxnLst/>
              <a:rect l="l" t="t" r="r" b="b"/>
              <a:pathLst>
                <a:path w="69438" h="125" extrusionOk="0">
                  <a:moveTo>
                    <a:pt x="1" y="1"/>
                  </a:moveTo>
                  <a:lnTo>
                    <a:pt x="1" y="125"/>
                  </a:lnTo>
                  <a:lnTo>
                    <a:pt x="69437" y="125"/>
                  </a:lnTo>
                  <a:lnTo>
                    <a:pt x="69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2"/>
            <p:cNvSpPr/>
            <p:nvPr/>
          </p:nvSpPr>
          <p:spPr>
            <a:xfrm>
              <a:off x="2276049" y="4131866"/>
              <a:ext cx="1105974" cy="1975"/>
            </a:xfrm>
            <a:custGeom>
              <a:avLst/>
              <a:gdLst/>
              <a:ahLst/>
              <a:cxnLst/>
              <a:rect l="l" t="t" r="r" b="b"/>
              <a:pathLst>
                <a:path w="69438" h="124" extrusionOk="0">
                  <a:moveTo>
                    <a:pt x="1" y="0"/>
                  </a:moveTo>
                  <a:lnTo>
                    <a:pt x="1" y="124"/>
                  </a:lnTo>
                  <a:lnTo>
                    <a:pt x="69437" y="124"/>
                  </a:lnTo>
                  <a:lnTo>
                    <a:pt x="694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2"/>
            <p:cNvSpPr/>
            <p:nvPr/>
          </p:nvSpPr>
          <p:spPr>
            <a:xfrm>
              <a:off x="2359684" y="3732421"/>
              <a:ext cx="310953" cy="462901"/>
            </a:xfrm>
            <a:custGeom>
              <a:avLst/>
              <a:gdLst/>
              <a:ahLst/>
              <a:cxnLst/>
              <a:rect l="l" t="t" r="r" b="b"/>
              <a:pathLst>
                <a:path w="19523" h="29063" extrusionOk="0">
                  <a:moveTo>
                    <a:pt x="9772" y="1"/>
                  </a:moveTo>
                  <a:cubicBezTo>
                    <a:pt x="9726" y="1"/>
                    <a:pt x="9681" y="9"/>
                    <a:pt x="9638" y="28"/>
                  </a:cubicBezTo>
                  <a:cubicBezTo>
                    <a:pt x="9482" y="60"/>
                    <a:pt x="9359" y="183"/>
                    <a:pt x="9329" y="336"/>
                  </a:cubicBezTo>
                  <a:lnTo>
                    <a:pt x="1" y="29062"/>
                  </a:lnTo>
                  <a:lnTo>
                    <a:pt x="19522" y="29062"/>
                  </a:lnTo>
                  <a:lnTo>
                    <a:pt x="10194" y="336"/>
                  </a:lnTo>
                  <a:cubicBezTo>
                    <a:pt x="10145" y="138"/>
                    <a:pt x="9956" y="1"/>
                    <a:pt x="97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2"/>
            <p:cNvSpPr/>
            <p:nvPr/>
          </p:nvSpPr>
          <p:spPr>
            <a:xfrm>
              <a:off x="2354253" y="3728391"/>
              <a:ext cx="322277" cy="470865"/>
            </a:xfrm>
            <a:custGeom>
              <a:avLst/>
              <a:gdLst/>
              <a:ahLst/>
              <a:cxnLst/>
              <a:rect l="l" t="t" r="r" b="b"/>
              <a:pathLst>
                <a:path w="20234" h="29563" extrusionOk="0">
                  <a:moveTo>
                    <a:pt x="10101" y="514"/>
                  </a:moveTo>
                  <a:cubicBezTo>
                    <a:pt x="10140" y="514"/>
                    <a:pt x="10174" y="528"/>
                    <a:pt x="10194" y="528"/>
                  </a:cubicBezTo>
                  <a:cubicBezTo>
                    <a:pt x="10256" y="560"/>
                    <a:pt x="10288" y="589"/>
                    <a:pt x="10288" y="651"/>
                  </a:cubicBezTo>
                  <a:lnTo>
                    <a:pt x="19522" y="29039"/>
                  </a:lnTo>
                  <a:lnTo>
                    <a:pt x="713" y="29039"/>
                  </a:lnTo>
                  <a:lnTo>
                    <a:pt x="9917" y="651"/>
                  </a:lnTo>
                  <a:cubicBezTo>
                    <a:pt x="9947" y="589"/>
                    <a:pt x="9979" y="560"/>
                    <a:pt x="10041" y="528"/>
                  </a:cubicBezTo>
                  <a:cubicBezTo>
                    <a:pt x="10061" y="518"/>
                    <a:pt x="10082" y="514"/>
                    <a:pt x="10101" y="514"/>
                  </a:cubicBezTo>
                  <a:close/>
                  <a:moveTo>
                    <a:pt x="10095" y="0"/>
                  </a:moveTo>
                  <a:cubicBezTo>
                    <a:pt x="10025" y="0"/>
                    <a:pt x="9955" y="10"/>
                    <a:pt x="9885" y="33"/>
                  </a:cubicBezTo>
                  <a:cubicBezTo>
                    <a:pt x="9670" y="95"/>
                    <a:pt x="9485" y="281"/>
                    <a:pt x="9423" y="498"/>
                  </a:cubicBezTo>
                  <a:lnTo>
                    <a:pt x="1" y="29562"/>
                  </a:lnTo>
                  <a:lnTo>
                    <a:pt x="20234" y="29562"/>
                  </a:lnTo>
                  <a:lnTo>
                    <a:pt x="10782" y="498"/>
                  </a:lnTo>
                  <a:cubicBezTo>
                    <a:pt x="10720" y="313"/>
                    <a:pt x="10597" y="157"/>
                    <a:pt x="10441" y="66"/>
                  </a:cubicBezTo>
                  <a:cubicBezTo>
                    <a:pt x="10326" y="27"/>
                    <a:pt x="10210" y="0"/>
                    <a:pt x="100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2"/>
            <p:cNvSpPr/>
            <p:nvPr/>
          </p:nvSpPr>
          <p:spPr>
            <a:xfrm>
              <a:off x="2593866" y="3580902"/>
              <a:ext cx="408827" cy="614419"/>
            </a:xfrm>
            <a:custGeom>
              <a:avLst/>
              <a:gdLst/>
              <a:ahLst/>
              <a:cxnLst/>
              <a:rect l="l" t="t" r="r" b="b"/>
              <a:pathLst>
                <a:path w="25668" h="38576" extrusionOk="0">
                  <a:moveTo>
                    <a:pt x="12841" y="0"/>
                  </a:moveTo>
                  <a:cubicBezTo>
                    <a:pt x="12793" y="0"/>
                    <a:pt x="12744" y="9"/>
                    <a:pt x="12694" y="27"/>
                  </a:cubicBezTo>
                  <a:cubicBezTo>
                    <a:pt x="12541" y="59"/>
                    <a:pt x="12447" y="183"/>
                    <a:pt x="12386" y="336"/>
                  </a:cubicBezTo>
                  <a:lnTo>
                    <a:pt x="1" y="38575"/>
                  </a:lnTo>
                  <a:lnTo>
                    <a:pt x="25667" y="38575"/>
                  </a:lnTo>
                  <a:lnTo>
                    <a:pt x="13250" y="336"/>
                  </a:lnTo>
                  <a:cubicBezTo>
                    <a:pt x="13201" y="138"/>
                    <a:pt x="13033" y="0"/>
                    <a:pt x="12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2"/>
            <p:cNvSpPr/>
            <p:nvPr/>
          </p:nvSpPr>
          <p:spPr>
            <a:xfrm>
              <a:off x="2587973" y="3576857"/>
              <a:ext cx="420629" cy="622399"/>
            </a:xfrm>
            <a:custGeom>
              <a:avLst/>
              <a:gdLst/>
              <a:ahLst/>
              <a:cxnLst/>
              <a:rect l="l" t="t" r="r" b="b"/>
              <a:pathLst>
                <a:path w="26409" h="39077" extrusionOk="0">
                  <a:moveTo>
                    <a:pt x="13187" y="515"/>
                  </a:moveTo>
                  <a:cubicBezTo>
                    <a:pt x="13226" y="515"/>
                    <a:pt x="13260" y="528"/>
                    <a:pt x="13282" y="528"/>
                  </a:cubicBezTo>
                  <a:cubicBezTo>
                    <a:pt x="13344" y="560"/>
                    <a:pt x="13373" y="590"/>
                    <a:pt x="13373" y="652"/>
                  </a:cubicBezTo>
                  <a:lnTo>
                    <a:pt x="25699" y="38553"/>
                  </a:lnTo>
                  <a:lnTo>
                    <a:pt x="709" y="38553"/>
                  </a:lnTo>
                  <a:lnTo>
                    <a:pt x="13003" y="652"/>
                  </a:lnTo>
                  <a:cubicBezTo>
                    <a:pt x="13035" y="590"/>
                    <a:pt x="13064" y="560"/>
                    <a:pt x="13126" y="528"/>
                  </a:cubicBezTo>
                  <a:cubicBezTo>
                    <a:pt x="13147" y="518"/>
                    <a:pt x="13167" y="515"/>
                    <a:pt x="13187" y="515"/>
                  </a:cubicBezTo>
                  <a:close/>
                  <a:moveTo>
                    <a:pt x="13183" y="1"/>
                  </a:moveTo>
                  <a:cubicBezTo>
                    <a:pt x="13113" y="1"/>
                    <a:pt x="13043" y="11"/>
                    <a:pt x="12973" y="34"/>
                  </a:cubicBezTo>
                  <a:cubicBezTo>
                    <a:pt x="12756" y="96"/>
                    <a:pt x="12570" y="281"/>
                    <a:pt x="12508" y="498"/>
                  </a:cubicBezTo>
                  <a:lnTo>
                    <a:pt x="0" y="39076"/>
                  </a:lnTo>
                  <a:lnTo>
                    <a:pt x="26408" y="39076"/>
                  </a:lnTo>
                  <a:lnTo>
                    <a:pt x="13868" y="498"/>
                  </a:lnTo>
                  <a:cubicBezTo>
                    <a:pt x="13838" y="313"/>
                    <a:pt x="13682" y="157"/>
                    <a:pt x="13529" y="66"/>
                  </a:cubicBezTo>
                  <a:cubicBezTo>
                    <a:pt x="13414" y="28"/>
                    <a:pt x="13298" y="1"/>
                    <a:pt x="13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2"/>
            <p:cNvSpPr/>
            <p:nvPr/>
          </p:nvSpPr>
          <p:spPr>
            <a:xfrm>
              <a:off x="2937263" y="3837654"/>
              <a:ext cx="242544" cy="357668"/>
            </a:xfrm>
            <a:custGeom>
              <a:avLst/>
              <a:gdLst/>
              <a:ahLst/>
              <a:cxnLst/>
              <a:rect l="l" t="t" r="r" b="b"/>
              <a:pathLst>
                <a:path w="15228" h="22456" extrusionOk="0">
                  <a:moveTo>
                    <a:pt x="7598" y="0"/>
                  </a:moveTo>
                  <a:cubicBezTo>
                    <a:pt x="7545" y="0"/>
                    <a:pt x="7493" y="10"/>
                    <a:pt x="7443" y="31"/>
                  </a:cubicBezTo>
                  <a:cubicBezTo>
                    <a:pt x="7320" y="63"/>
                    <a:pt x="7228" y="154"/>
                    <a:pt x="7167" y="278"/>
                  </a:cubicBezTo>
                  <a:lnTo>
                    <a:pt x="1" y="22455"/>
                  </a:lnTo>
                  <a:lnTo>
                    <a:pt x="15227" y="22455"/>
                  </a:lnTo>
                  <a:lnTo>
                    <a:pt x="8031" y="278"/>
                  </a:lnTo>
                  <a:cubicBezTo>
                    <a:pt x="7959" y="112"/>
                    <a:pt x="7777" y="0"/>
                    <a:pt x="75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2"/>
            <p:cNvSpPr/>
            <p:nvPr/>
          </p:nvSpPr>
          <p:spPr>
            <a:xfrm>
              <a:off x="2931354" y="3833337"/>
              <a:ext cx="254346" cy="365918"/>
            </a:xfrm>
            <a:custGeom>
              <a:avLst/>
              <a:gdLst/>
              <a:ahLst/>
              <a:cxnLst/>
              <a:rect l="l" t="t" r="r" b="b"/>
              <a:pathLst>
                <a:path w="15969" h="22974" extrusionOk="0">
                  <a:moveTo>
                    <a:pt x="7990" y="524"/>
                  </a:moveTo>
                  <a:cubicBezTo>
                    <a:pt x="8061" y="524"/>
                    <a:pt x="8132" y="575"/>
                    <a:pt x="8155" y="643"/>
                  </a:cubicBezTo>
                  <a:lnTo>
                    <a:pt x="15260" y="22450"/>
                  </a:lnTo>
                  <a:lnTo>
                    <a:pt x="710" y="22450"/>
                  </a:lnTo>
                  <a:lnTo>
                    <a:pt x="7785" y="643"/>
                  </a:lnTo>
                  <a:cubicBezTo>
                    <a:pt x="7814" y="610"/>
                    <a:pt x="7846" y="549"/>
                    <a:pt x="7908" y="549"/>
                  </a:cubicBezTo>
                  <a:cubicBezTo>
                    <a:pt x="7934" y="531"/>
                    <a:pt x="7962" y="524"/>
                    <a:pt x="7990" y="524"/>
                  </a:cubicBezTo>
                  <a:close/>
                  <a:moveTo>
                    <a:pt x="7990" y="1"/>
                  </a:moveTo>
                  <a:cubicBezTo>
                    <a:pt x="7902" y="1"/>
                    <a:pt x="7812" y="18"/>
                    <a:pt x="7723" y="54"/>
                  </a:cubicBezTo>
                  <a:cubicBezTo>
                    <a:pt x="7538" y="116"/>
                    <a:pt x="7382" y="272"/>
                    <a:pt x="7320" y="457"/>
                  </a:cubicBezTo>
                  <a:lnTo>
                    <a:pt x="1" y="22973"/>
                  </a:lnTo>
                  <a:lnTo>
                    <a:pt x="15969" y="22973"/>
                  </a:lnTo>
                  <a:lnTo>
                    <a:pt x="8650" y="457"/>
                  </a:lnTo>
                  <a:cubicBezTo>
                    <a:pt x="8531" y="175"/>
                    <a:pt x="8271" y="1"/>
                    <a:pt x="79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2"/>
            <p:cNvSpPr/>
            <p:nvPr/>
          </p:nvSpPr>
          <p:spPr>
            <a:xfrm>
              <a:off x="3133538" y="3958241"/>
              <a:ext cx="163862" cy="237081"/>
            </a:xfrm>
            <a:custGeom>
              <a:avLst/>
              <a:gdLst/>
              <a:ahLst/>
              <a:cxnLst/>
              <a:rect l="l" t="t" r="r" b="b"/>
              <a:pathLst>
                <a:path w="10288" h="14885" extrusionOk="0">
                  <a:moveTo>
                    <a:pt x="5152" y="1"/>
                  </a:moveTo>
                  <a:cubicBezTo>
                    <a:pt x="5104" y="1"/>
                    <a:pt x="5054" y="10"/>
                    <a:pt x="5005" y="28"/>
                  </a:cubicBezTo>
                  <a:cubicBezTo>
                    <a:pt x="4851" y="58"/>
                    <a:pt x="4757" y="182"/>
                    <a:pt x="4696" y="337"/>
                  </a:cubicBezTo>
                  <a:lnTo>
                    <a:pt x="1" y="14884"/>
                  </a:lnTo>
                  <a:lnTo>
                    <a:pt x="10288" y="14884"/>
                  </a:lnTo>
                  <a:lnTo>
                    <a:pt x="5593" y="337"/>
                  </a:lnTo>
                  <a:cubicBezTo>
                    <a:pt x="5518" y="140"/>
                    <a:pt x="5345" y="1"/>
                    <a:pt x="5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2"/>
            <p:cNvSpPr/>
            <p:nvPr/>
          </p:nvSpPr>
          <p:spPr>
            <a:xfrm>
              <a:off x="3127645" y="3954195"/>
              <a:ext cx="175664" cy="245061"/>
            </a:xfrm>
            <a:custGeom>
              <a:avLst/>
              <a:gdLst/>
              <a:ahLst/>
              <a:cxnLst/>
              <a:rect l="l" t="t" r="r" b="b"/>
              <a:pathLst>
                <a:path w="11029" h="15386" extrusionOk="0">
                  <a:moveTo>
                    <a:pt x="5521" y="521"/>
                  </a:moveTo>
                  <a:cubicBezTo>
                    <a:pt x="5602" y="521"/>
                    <a:pt x="5689" y="576"/>
                    <a:pt x="5716" y="653"/>
                  </a:cubicBezTo>
                  <a:lnTo>
                    <a:pt x="10317" y="14862"/>
                  </a:lnTo>
                  <a:lnTo>
                    <a:pt x="712" y="14862"/>
                  </a:lnTo>
                  <a:lnTo>
                    <a:pt x="5313" y="653"/>
                  </a:lnTo>
                  <a:cubicBezTo>
                    <a:pt x="5345" y="591"/>
                    <a:pt x="5407" y="559"/>
                    <a:pt x="5468" y="530"/>
                  </a:cubicBezTo>
                  <a:cubicBezTo>
                    <a:pt x="5485" y="524"/>
                    <a:pt x="5503" y="521"/>
                    <a:pt x="5521" y="521"/>
                  </a:cubicBezTo>
                  <a:close/>
                  <a:moveTo>
                    <a:pt x="5513" y="0"/>
                  </a:moveTo>
                  <a:cubicBezTo>
                    <a:pt x="5437" y="0"/>
                    <a:pt x="5360" y="12"/>
                    <a:pt x="5283" y="35"/>
                  </a:cubicBezTo>
                  <a:cubicBezTo>
                    <a:pt x="5066" y="97"/>
                    <a:pt x="4912" y="282"/>
                    <a:pt x="4819" y="497"/>
                  </a:cubicBezTo>
                  <a:lnTo>
                    <a:pt x="0" y="15385"/>
                  </a:lnTo>
                  <a:lnTo>
                    <a:pt x="11028" y="15385"/>
                  </a:lnTo>
                  <a:lnTo>
                    <a:pt x="6210" y="497"/>
                  </a:lnTo>
                  <a:cubicBezTo>
                    <a:pt x="6110" y="198"/>
                    <a:pt x="5828" y="0"/>
                    <a:pt x="55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2"/>
            <p:cNvSpPr/>
            <p:nvPr/>
          </p:nvSpPr>
          <p:spPr>
            <a:xfrm>
              <a:off x="2032518" y="2813850"/>
              <a:ext cx="450175" cy="450191"/>
            </a:xfrm>
            <a:custGeom>
              <a:avLst/>
              <a:gdLst/>
              <a:ahLst/>
              <a:cxnLst/>
              <a:rect l="l" t="t" r="r" b="b"/>
              <a:pathLst>
                <a:path w="28264" h="28265" extrusionOk="0">
                  <a:moveTo>
                    <a:pt x="14117" y="4140"/>
                  </a:moveTo>
                  <a:cubicBezTo>
                    <a:pt x="19645" y="4140"/>
                    <a:pt x="24093" y="8620"/>
                    <a:pt x="24093" y="14118"/>
                  </a:cubicBezTo>
                  <a:cubicBezTo>
                    <a:pt x="24093" y="19645"/>
                    <a:pt x="19645" y="24093"/>
                    <a:pt x="14117" y="24093"/>
                  </a:cubicBezTo>
                  <a:cubicBezTo>
                    <a:pt x="8619" y="24093"/>
                    <a:pt x="4139" y="19645"/>
                    <a:pt x="4139" y="14118"/>
                  </a:cubicBezTo>
                  <a:cubicBezTo>
                    <a:pt x="4139" y="8620"/>
                    <a:pt x="8619" y="4140"/>
                    <a:pt x="14117" y="4140"/>
                  </a:cubicBezTo>
                  <a:close/>
                  <a:moveTo>
                    <a:pt x="14117" y="0"/>
                  </a:moveTo>
                  <a:cubicBezTo>
                    <a:pt x="6301" y="0"/>
                    <a:pt x="0" y="6302"/>
                    <a:pt x="0" y="14118"/>
                  </a:cubicBezTo>
                  <a:cubicBezTo>
                    <a:pt x="0" y="21931"/>
                    <a:pt x="6301" y="28264"/>
                    <a:pt x="14117" y="28264"/>
                  </a:cubicBezTo>
                  <a:cubicBezTo>
                    <a:pt x="21931" y="28264"/>
                    <a:pt x="28232" y="21931"/>
                    <a:pt x="28264" y="14118"/>
                  </a:cubicBezTo>
                  <a:cubicBezTo>
                    <a:pt x="28264" y="6302"/>
                    <a:pt x="21931" y="0"/>
                    <a:pt x="141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2"/>
            <p:cNvSpPr/>
            <p:nvPr/>
          </p:nvSpPr>
          <p:spPr>
            <a:xfrm>
              <a:off x="2028106" y="2809438"/>
              <a:ext cx="458537" cy="458537"/>
            </a:xfrm>
            <a:custGeom>
              <a:avLst/>
              <a:gdLst/>
              <a:ahLst/>
              <a:cxnLst/>
              <a:rect l="l" t="t" r="r" b="b"/>
              <a:pathLst>
                <a:path w="28789" h="28789" extrusionOk="0">
                  <a:moveTo>
                    <a:pt x="14394" y="4664"/>
                  </a:moveTo>
                  <a:cubicBezTo>
                    <a:pt x="19769" y="4664"/>
                    <a:pt x="24123" y="9050"/>
                    <a:pt x="24123" y="14395"/>
                  </a:cubicBezTo>
                  <a:cubicBezTo>
                    <a:pt x="24123" y="19769"/>
                    <a:pt x="19769" y="24123"/>
                    <a:pt x="14394" y="24123"/>
                  </a:cubicBezTo>
                  <a:cubicBezTo>
                    <a:pt x="11800" y="24123"/>
                    <a:pt x="9358" y="23105"/>
                    <a:pt x="7537" y="21281"/>
                  </a:cubicBezTo>
                  <a:cubicBezTo>
                    <a:pt x="5684" y="19428"/>
                    <a:pt x="4695" y="16989"/>
                    <a:pt x="4663" y="14395"/>
                  </a:cubicBezTo>
                  <a:cubicBezTo>
                    <a:pt x="4663" y="11800"/>
                    <a:pt x="5684" y="9359"/>
                    <a:pt x="7537" y="7537"/>
                  </a:cubicBezTo>
                  <a:cubicBezTo>
                    <a:pt x="9358" y="5684"/>
                    <a:pt x="11800" y="4664"/>
                    <a:pt x="14394" y="4664"/>
                  </a:cubicBezTo>
                  <a:close/>
                  <a:moveTo>
                    <a:pt x="14394" y="4169"/>
                  </a:moveTo>
                  <a:cubicBezTo>
                    <a:pt x="11676" y="4169"/>
                    <a:pt x="9081" y="5220"/>
                    <a:pt x="7166" y="7167"/>
                  </a:cubicBezTo>
                  <a:cubicBezTo>
                    <a:pt x="5219" y="9082"/>
                    <a:pt x="4169" y="11676"/>
                    <a:pt x="4169" y="14395"/>
                  </a:cubicBezTo>
                  <a:cubicBezTo>
                    <a:pt x="4169" y="17142"/>
                    <a:pt x="5219" y="19707"/>
                    <a:pt x="7166" y="21652"/>
                  </a:cubicBezTo>
                  <a:cubicBezTo>
                    <a:pt x="9111" y="23567"/>
                    <a:pt x="11676" y="24649"/>
                    <a:pt x="14394" y="24649"/>
                  </a:cubicBezTo>
                  <a:cubicBezTo>
                    <a:pt x="20046" y="24649"/>
                    <a:pt x="24649" y="20046"/>
                    <a:pt x="24649" y="14395"/>
                  </a:cubicBezTo>
                  <a:cubicBezTo>
                    <a:pt x="24649" y="8741"/>
                    <a:pt x="20046" y="4169"/>
                    <a:pt x="14394" y="4169"/>
                  </a:cubicBezTo>
                  <a:close/>
                  <a:moveTo>
                    <a:pt x="14394" y="525"/>
                  </a:moveTo>
                  <a:cubicBezTo>
                    <a:pt x="22054" y="525"/>
                    <a:pt x="28262" y="6764"/>
                    <a:pt x="28262" y="14395"/>
                  </a:cubicBezTo>
                  <a:cubicBezTo>
                    <a:pt x="28262" y="22055"/>
                    <a:pt x="22054" y="28262"/>
                    <a:pt x="14394" y="28262"/>
                  </a:cubicBezTo>
                  <a:cubicBezTo>
                    <a:pt x="6734" y="28262"/>
                    <a:pt x="524" y="22055"/>
                    <a:pt x="524" y="14395"/>
                  </a:cubicBezTo>
                  <a:cubicBezTo>
                    <a:pt x="524" y="6764"/>
                    <a:pt x="6734" y="525"/>
                    <a:pt x="14394" y="525"/>
                  </a:cubicBezTo>
                  <a:close/>
                  <a:moveTo>
                    <a:pt x="14394" y="1"/>
                  </a:moveTo>
                  <a:cubicBezTo>
                    <a:pt x="6455" y="1"/>
                    <a:pt x="0" y="6455"/>
                    <a:pt x="0" y="14395"/>
                  </a:cubicBezTo>
                  <a:cubicBezTo>
                    <a:pt x="0" y="22332"/>
                    <a:pt x="6455" y="28788"/>
                    <a:pt x="14394" y="28788"/>
                  </a:cubicBezTo>
                  <a:cubicBezTo>
                    <a:pt x="22331" y="28788"/>
                    <a:pt x="28788" y="22332"/>
                    <a:pt x="28788" y="14395"/>
                  </a:cubicBezTo>
                  <a:cubicBezTo>
                    <a:pt x="28788" y="6455"/>
                    <a:pt x="22331" y="1"/>
                    <a:pt x="143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2"/>
            <p:cNvSpPr/>
            <p:nvPr/>
          </p:nvSpPr>
          <p:spPr>
            <a:xfrm>
              <a:off x="2095017" y="2813850"/>
              <a:ext cx="387675" cy="450191"/>
            </a:xfrm>
            <a:custGeom>
              <a:avLst/>
              <a:gdLst/>
              <a:ahLst/>
              <a:cxnLst/>
              <a:rect l="l" t="t" r="r" b="b"/>
              <a:pathLst>
                <a:path w="24340" h="28265" extrusionOk="0">
                  <a:moveTo>
                    <a:pt x="10193" y="0"/>
                  </a:moveTo>
                  <a:lnTo>
                    <a:pt x="10193" y="4140"/>
                  </a:lnTo>
                  <a:cubicBezTo>
                    <a:pt x="15721" y="4140"/>
                    <a:pt x="20201" y="8620"/>
                    <a:pt x="20169" y="14118"/>
                  </a:cubicBezTo>
                  <a:cubicBezTo>
                    <a:pt x="20169" y="19645"/>
                    <a:pt x="15721" y="24093"/>
                    <a:pt x="10193" y="24093"/>
                  </a:cubicBezTo>
                  <a:cubicBezTo>
                    <a:pt x="10155" y="24094"/>
                    <a:pt x="10117" y="24094"/>
                    <a:pt x="10079" y="24094"/>
                  </a:cubicBezTo>
                  <a:cubicBezTo>
                    <a:pt x="7402" y="24094"/>
                    <a:pt x="4854" y="22986"/>
                    <a:pt x="2995" y="21037"/>
                  </a:cubicBezTo>
                  <a:lnTo>
                    <a:pt x="0" y="23908"/>
                  </a:lnTo>
                  <a:cubicBezTo>
                    <a:pt x="2657" y="26688"/>
                    <a:pt x="6331" y="28264"/>
                    <a:pt x="10193" y="28264"/>
                  </a:cubicBezTo>
                  <a:cubicBezTo>
                    <a:pt x="18007" y="28264"/>
                    <a:pt x="24340" y="21931"/>
                    <a:pt x="24340" y="14118"/>
                  </a:cubicBezTo>
                  <a:cubicBezTo>
                    <a:pt x="24340" y="6302"/>
                    <a:pt x="18007" y="0"/>
                    <a:pt x="101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2"/>
            <p:cNvSpPr/>
            <p:nvPr/>
          </p:nvSpPr>
          <p:spPr>
            <a:xfrm>
              <a:off x="2089108" y="2809438"/>
              <a:ext cx="397534" cy="458537"/>
            </a:xfrm>
            <a:custGeom>
              <a:avLst/>
              <a:gdLst/>
              <a:ahLst/>
              <a:cxnLst/>
              <a:rect l="l" t="t" r="r" b="b"/>
              <a:pathLst>
                <a:path w="24959" h="28789" extrusionOk="0">
                  <a:moveTo>
                    <a:pt x="10841" y="525"/>
                  </a:moveTo>
                  <a:cubicBezTo>
                    <a:pt x="18348" y="680"/>
                    <a:pt x="24432" y="6826"/>
                    <a:pt x="24432" y="14395"/>
                  </a:cubicBezTo>
                  <a:cubicBezTo>
                    <a:pt x="24432" y="22055"/>
                    <a:pt x="18224" y="28262"/>
                    <a:pt x="10564" y="28262"/>
                  </a:cubicBezTo>
                  <a:lnTo>
                    <a:pt x="10532" y="28262"/>
                  </a:lnTo>
                  <a:cubicBezTo>
                    <a:pt x="6858" y="28262"/>
                    <a:pt x="3304" y="26780"/>
                    <a:pt x="742" y="24185"/>
                  </a:cubicBezTo>
                  <a:lnTo>
                    <a:pt x="3366" y="21684"/>
                  </a:lnTo>
                  <a:cubicBezTo>
                    <a:pt x="5251" y="23567"/>
                    <a:pt x="7846" y="24649"/>
                    <a:pt x="10532" y="24649"/>
                  </a:cubicBezTo>
                  <a:lnTo>
                    <a:pt x="10564" y="24649"/>
                  </a:lnTo>
                  <a:cubicBezTo>
                    <a:pt x="16216" y="24649"/>
                    <a:pt x="20819" y="20046"/>
                    <a:pt x="20819" y="14395"/>
                  </a:cubicBezTo>
                  <a:cubicBezTo>
                    <a:pt x="20819" y="11676"/>
                    <a:pt x="19737" y="9082"/>
                    <a:pt x="17822" y="7167"/>
                  </a:cubicBezTo>
                  <a:cubicBezTo>
                    <a:pt x="15939" y="5281"/>
                    <a:pt x="13468" y="4231"/>
                    <a:pt x="10841" y="4169"/>
                  </a:cubicBezTo>
                  <a:lnTo>
                    <a:pt x="10841" y="525"/>
                  </a:lnTo>
                  <a:close/>
                  <a:moveTo>
                    <a:pt x="10317" y="1"/>
                  </a:moveTo>
                  <a:lnTo>
                    <a:pt x="10317" y="4417"/>
                  </a:lnTo>
                  <a:lnTo>
                    <a:pt x="10317" y="4664"/>
                  </a:lnTo>
                  <a:lnTo>
                    <a:pt x="10564" y="4664"/>
                  </a:lnTo>
                  <a:cubicBezTo>
                    <a:pt x="13188" y="4664"/>
                    <a:pt x="15630" y="5684"/>
                    <a:pt x="17451" y="7537"/>
                  </a:cubicBezTo>
                  <a:cubicBezTo>
                    <a:pt x="19275" y="9359"/>
                    <a:pt x="20293" y="11800"/>
                    <a:pt x="20293" y="14395"/>
                  </a:cubicBezTo>
                  <a:cubicBezTo>
                    <a:pt x="20293" y="19769"/>
                    <a:pt x="15939" y="24123"/>
                    <a:pt x="10564" y="24123"/>
                  </a:cubicBezTo>
                  <a:cubicBezTo>
                    <a:pt x="7937" y="24123"/>
                    <a:pt x="5375" y="23043"/>
                    <a:pt x="3551" y="21128"/>
                  </a:cubicBezTo>
                  <a:lnTo>
                    <a:pt x="3366" y="20943"/>
                  </a:lnTo>
                  <a:lnTo>
                    <a:pt x="0" y="24155"/>
                  </a:lnTo>
                  <a:lnTo>
                    <a:pt x="186" y="24370"/>
                  </a:lnTo>
                  <a:cubicBezTo>
                    <a:pt x="2872" y="27182"/>
                    <a:pt x="6640" y="28788"/>
                    <a:pt x="10532" y="28788"/>
                  </a:cubicBezTo>
                  <a:lnTo>
                    <a:pt x="10564" y="28788"/>
                  </a:lnTo>
                  <a:cubicBezTo>
                    <a:pt x="18501" y="28788"/>
                    <a:pt x="24958" y="22332"/>
                    <a:pt x="24958" y="14395"/>
                  </a:cubicBezTo>
                  <a:cubicBezTo>
                    <a:pt x="24958" y="6455"/>
                    <a:pt x="18501" y="1"/>
                    <a:pt x="105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2"/>
            <p:cNvSpPr/>
            <p:nvPr/>
          </p:nvSpPr>
          <p:spPr>
            <a:xfrm>
              <a:off x="2587448" y="2813850"/>
              <a:ext cx="450191" cy="450191"/>
            </a:xfrm>
            <a:custGeom>
              <a:avLst/>
              <a:gdLst/>
              <a:ahLst/>
              <a:cxnLst/>
              <a:rect l="l" t="t" r="r" b="b"/>
              <a:pathLst>
                <a:path w="28265" h="28265" extrusionOk="0">
                  <a:moveTo>
                    <a:pt x="14148" y="4140"/>
                  </a:moveTo>
                  <a:cubicBezTo>
                    <a:pt x="19646" y="4140"/>
                    <a:pt x="24126" y="8620"/>
                    <a:pt x="24126" y="14118"/>
                  </a:cubicBezTo>
                  <a:cubicBezTo>
                    <a:pt x="24126" y="19645"/>
                    <a:pt x="19678" y="24093"/>
                    <a:pt x="14148" y="24093"/>
                  </a:cubicBezTo>
                  <a:cubicBezTo>
                    <a:pt x="14128" y="24093"/>
                    <a:pt x="14108" y="24093"/>
                    <a:pt x="14089" y="24093"/>
                  </a:cubicBezTo>
                  <a:cubicBezTo>
                    <a:pt x="8618" y="24093"/>
                    <a:pt x="4172" y="19626"/>
                    <a:pt x="4172" y="14147"/>
                  </a:cubicBezTo>
                  <a:cubicBezTo>
                    <a:pt x="4172" y="8620"/>
                    <a:pt x="8620" y="4140"/>
                    <a:pt x="14148" y="4140"/>
                  </a:cubicBezTo>
                  <a:close/>
                  <a:moveTo>
                    <a:pt x="14118" y="0"/>
                  </a:moveTo>
                  <a:cubicBezTo>
                    <a:pt x="6334" y="0"/>
                    <a:pt x="1" y="6334"/>
                    <a:pt x="1" y="14118"/>
                  </a:cubicBezTo>
                  <a:cubicBezTo>
                    <a:pt x="1" y="21931"/>
                    <a:pt x="6334" y="28264"/>
                    <a:pt x="14148" y="28264"/>
                  </a:cubicBezTo>
                  <a:cubicBezTo>
                    <a:pt x="21931" y="28232"/>
                    <a:pt x="28265" y="21931"/>
                    <a:pt x="28265" y="14118"/>
                  </a:cubicBezTo>
                  <a:cubicBezTo>
                    <a:pt x="28265" y="6302"/>
                    <a:pt x="21931" y="0"/>
                    <a:pt x="141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2"/>
            <p:cNvSpPr/>
            <p:nvPr/>
          </p:nvSpPr>
          <p:spPr>
            <a:xfrm>
              <a:off x="2583052" y="2809438"/>
              <a:ext cx="458521" cy="458537"/>
            </a:xfrm>
            <a:custGeom>
              <a:avLst/>
              <a:gdLst/>
              <a:ahLst/>
              <a:cxnLst/>
              <a:rect l="l" t="t" r="r" b="b"/>
              <a:pathLst>
                <a:path w="28788" h="28789" extrusionOk="0">
                  <a:moveTo>
                    <a:pt x="14424" y="4664"/>
                  </a:moveTo>
                  <a:cubicBezTo>
                    <a:pt x="19769" y="4664"/>
                    <a:pt x="24155" y="9050"/>
                    <a:pt x="24155" y="14395"/>
                  </a:cubicBezTo>
                  <a:cubicBezTo>
                    <a:pt x="24155" y="19769"/>
                    <a:pt x="19798" y="24123"/>
                    <a:pt x="14424" y="24123"/>
                  </a:cubicBezTo>
                  <a:cubicBezTo>
                    <a:pt x="11829" y="24123"/>
                    <a:pt x="9390" y="23105"/>
                    <a:pt x="7566" y="21281"/>
                  </a:cubicBezTo>
                  <a:cubicBezTo>
                    <a:pt x="5713" y="19460"/>
                    <a:pt x="4695" y="17019"/>
                    <a:pt x="4695" y="14395"/>
                  </a:cubicBezTo>
                  <a:cubicBezTo>
                    <a:pt x="4695" y="11800"/>
                    <a:pt x="5713" y="9359"/>
                    <a:pt x="7537" y="7537"/>
                  </a:cubicBezTo>
                  <a:cubicBezTo>
                    <a:pt x="9390" y="5684"/>
                    <a:pt x="11829" y="4664"/>
                    <a:pt x="14424" y="4664"/>
                  </a:cubicBezTo>
                  <a:close/>
                  <a:moveTo>
                    <a:pt x="14424" y="4169"/>
                  </a:moveTo>
                  <a:cubicBezTo>
                    <a:pt x="11676" y="4169"/>
                    <a:pt x="9111" y="5220"/>
                    <a:pt x="7166" y="7167"/>
                  </a:cubicBezTo>
                  <a:cubicBezTo>
                    <a:pt x="5251" y="9112"/>
                    <a:pt x="4169" y="11676"/>
                    <a:pt x="4169" y="14424"/>
                  </a:cubicBezTo>
                  <a:cubicBezTo>
                    <a:pt x="4169" y="17142"/>
                    <a:pt x="5251" y="19707"/>
                    <a:pt x="7196" y="21652"/>
                  </a:cubicBezTo>
                  <a:cubicBezTo>
                    <a:pt x="9111" y="23567"/>
                    <a:pt x="11705" y="24649"/>
                    <a:pt x="14424" y="24649"/>
                  </a:cubicBezTo>
                  <a:cubicBezTo>
                    <a:pt x="20077" y="24649"/>
                    <a:pt x="24678" y="20046"/>
                    <a:pt x="24678" y="14395"/>
                  </a:cubicBezTo>
                  <a:cubicBezTo>
                    <a:pt x="24649" y="8741"/>
                    <a:pt x="20045" y="4169"/>
                    <a:pt x="14424" y="4169"/>
                  </a:cubicBezTo>
                  <a:close/>
                  <a:moveTo>
                    <a:pt x="14394" y="525"/>
                  </a:moveTo>
                  <a:cubicBezTo>
                    <a:pt x="22054" y="525"/>
                    <a:pt x="28294" y="6734"/>
                    <a:pt x="28294" y="14395"/>
                  </a:cubicBezTo>
                  <a:cubicBezTo>
                    <a:pt x="28261" y="22055"/>
                    <a:pt x="22054" y="28262"/>
                    <a:pt x="14424" y="28262"/>
                  </a:cubicBezTo>
                  <a:lnTo>
                    <a:pt x="14394" y="28262"/>
                  </a:lnTo>
                  <a:cubicBezTo>
                    <a:pt x="6763" y="28262"/>
                    <a:pt x="524" y="22055"/>
                    <a:pt x="524" y="14395"/>
                  </a:cubicBezTo>
                  <a:cubicBezTo>
                    <a:pt x="524" y="10688"/>
                    <a:pt x="1977" y="7229"/>
                    <a:pt x="4601" y="4602"/>
                  </a:cubicBezTo>
                  <a:cubicBezTo>
                    <a:pt x="7228" y="1978"/>
                    <a:pt x="10687" y="525"/>
                    <a:pt x="14394" y="525"/>
                  </a:cubicBezTo>
                  <a:close/>
                  <a:moveTo>
                    <a:pt x="14394" y="1"/>
                  </a:moveTo>
                  <a:cubicBezTo>
                    <a:pt x="10564" y="1"/>
                    <a:pt x="6949" y="1513"/>
                    <a:pt x="4231" y="4231"/>
                  </a:cubicBezTo>
                  <a:cubicBezTo>
                    <a:pt x="1512" y="6949"/>
                    <a:pt x="0" y="10564"/>
                    <a:pt x="30" y="14395"/>
                  </a:cubicBezTo>
                  <a:cubicBezTo>
                    <a:pt x="30" y="22332"/>
                    <a:pt x="6487" y="28788"/>
                    <a:pt x="14394" y="28788"/>
                  </a:cubicBezTo>
                  <a:lnTo>
                    <a:pt x="14424" y="28788"/>
                  </a:lnTo>
                  <a:cubicBezTo>
                    <a:pt x="22331" y="28788"/>
                    <a:pt x="28788" y="22332"/>
                    <a:pt x="28788" y="14395"/>
                  </a:cubicBezTo>
                  <a:cubicBezTo>
                    <a:pt x="28788" y="10564"/>
                    <a:pt x="27305" y="6949"/>
                    <a:pt x="24587" y="4231"/>
                  </a:cubicBezTo>
                  <a:cubicBezTo>
                    <a:pt x="21869" y="1513"/>
                    <a:pt x="18254" y="1"/>
                    <a:pt x="143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52"/>
            <p:cNvSpPr/>
            <p:nvPr/>
          </p:nvSpPr>
          <p:spPr>
            <a:xfrm>
              <a:off x="2812774" y="2813850"/>
              <a:ext cx="224864" cy="432479"/>
            </a:xfrm>
            <a:custGeom>
              <a:avLst/>
              <a:gdLst/>
              <a:ahLst/>
              <a:cxnLst/>
              <a:rect l="l" t="t" r="r" b="b"/>
              <a:pathLst>
                <a:path w="14118" h="27153" extrusionOk="0">
                  <a:moveTo>
                    <a:pt x="1" y="0"/>
                  </a:moveTo>
                  <a:lnTo>
                    <a:pt x="1" y="4140"/>
                  </a:lnTo>
                  <a:cubicBezTo>
                    <a:pt x="3986" y="4140"/>
                    <a:pt x="7599" y="6549"/>
                    <a:pt x="9176" y="10226"/>
                  </a:cubicBezTo>
                  <a:cubicBezTo>
                    <a:pt x="11338" y="15321"/>
                    <a:pt x="8958" y="21160"/>
                    <a:pt x="3863" y="23322"/>
                  </a:cubicBezTo>
                  <a:lnTo>
                    <a:pt x="5499" y="27152"/>
                  </a:lnTo>
                  <a:cubicBezTo>
                    <a:pt x="10720" y="24928"/>
                    <a:pt x="14118" y="19801"/>
                    <a:pt x="14118" y="14118"/>
                  </a:cubicBezTo>
                  <a:cubicBezTo>
                    <a:pt x="14118" y="6334"/>
                    <a:pt x="7784"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2"/>
            <p:cNvSpPr/>
            <p:nvPr/>
          </p:nvSpPr>
          <p:spPr>
            <a:xfrm>
              <a:off x="2808362" y="2809438"/>
              <a:ext cx="233688" cy="442275"/>
            </a:xfrm>
            <a:custGeom>
              <a:avLst/>
              <a:gdLst/>
              <a:ahLst/>
              <a:cxnLst/>
              <a:rect l="l" t="t" r="r" b="b"/>
              <a:pathLst>
                <a:path w="14672" h="27768" extrusionOk="0">
                  <a:moveTo>
                    <a:pt x="525" y="525"/>
                  </a:moveTo>
                  <a:cubicBezTo>
                    <a:pt x="8061" y="680"/>
                    <a:pt x="14148" y="6826"/>
                    <a:pt x="14148" y="14395"/>
                  </a:cubicBezTo>
                  <a:cubicBezTo>
                    <a:pt x="14148" y="19893"/>
                    <a:pt x="10903" y="24864"/>
                    <a:pt x="5899" y="27088"/>
                  </a:cubicBezTo>
                  <a:lnTo>
                    <a:pt x="4478" y="23723"/>
                  </a:lnTo>
                  <a:cubicBezTo>
                    <a:pt x="6888" y="22641"/>
                    <a:pt x="8773" y="20696"/>
                    <a:pt x="9762" y="18254"/>
                  </a:cubicBezTo>
                  <a:cubicBezTo>
                    <a:pt x="10780" y="15722"/>
                    <a:pt x="10750" y="12912"/>
                    <a:pt x="9700" y="10409"/>
                  </a:cubicBezTo>
                  <a:cubicBezTo>
                    <a:pt x="8123" y="6702"/>
                    <a:pt x="4540" y="4263"/>
                    <a:pt x="525" y="4169"/>
                  </a:cubicBezTo>
                  <a:lnTo>
                    <a:pt x="525" y="525"/>
                  </a:lnTo>
                  <a:close/>
                  <a:moveTo>
                    <a:pt x="1" y="1"/>
                  </a:moveTo>
                  <a:lnTo>
                    <a:pt x="1" y="4664"/>
                  </a:lnTo>
                  <a:lnTo>
                    <a:pt x="278" y="4664"/>
                  </a:lnTo>
                  <a:cubicBezTo>
                    <a:pt x="4170" y="4696"/>
                    <a:pt x="7691" y="7011"/>
                    <a:pt x="9206" y="10594"/>
                  </a:cubicBezTo>
                  <a:cubicBezTo>
                    <a:pt x="10224" y="13003"/>
                    <a:pt x="10256" y="15630"/>
                    <a:pt x="9267" y="18039"/>
                  </a:cubicBezTo>
                  <a:cubicBezTo>
                    <a:pt x="8309" y="20449"/>
                    <a:pt x="6455" y="22364"/>
                    <a:pt x="4046" y="23352"/>
                  </a:cubicBezTo>
                  <a:lnTo>
                    <a:pt x="3799" y="23476"/>
                  </a:lnTo>
                  <a:lnTo>
                    <a:pt x="5623" y="27768"/>
                  </a:lnTo>
                  <a:lnTo>
                    <a:pt x="5870" y="27644"/>
                  </a:lnTo>
                  <a:cubicBezTo>
                    <a:pt x="11212" y="25391"/>
                    <a:pt x="14671" y="20202"/>
                    <a:pt x="14671" y="14395"/>
                  </a:cubicBezTo>
                  <a:cubicBezTo>
                    <a:pt x="14671" y="6455"/>
                    <a:pt x="8217"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2"/>
            <p:cNvSpPr/>
            <p:nvPr/>
          </p:nvSpPr>
          <p:spPr>
            <a:xfrm>
              <a:off x="3142393" y="2813850"/>
              <a:ext cx="450669" cy="450191"/>
            </a:xfrm>
            <a:custGeom>
              <a:avLst/>
              <a:gdLst/>
              <a:ahLst/>
              <a:cxnLst/>
              <a:rect l="l" t="t" r="r" b="b"/>
              <a:pathLst>
                <a:path w="28295" h="28265" extrusionOk="0">
                  <a:moveTo>
                    <a:pt x="14147" y="4140"/>
                  </a:moveTo>
                  <a:cubicBezTo>
                    <a:pt x="19645" y="4140"/>
                    <a:pt x="24125" y="8620"/>
                    <a:pt x="24125" y="14118"/>
                  </a:cubicBezTo>
                  <a:cubicBezTo>
                    <a:pt x="24125" y="19645"/>
                    <a:pt x="19678" y="24093"/>
                    <a:pt x="14147" y="24093"/>
                  </a:cubicBezTo>
                  <a:cubicBezTo>
                    <a:pt x="8649" y="24093"/>
                    <a:pt x="4172" y="19645"/>
                    <a:pt x="4172" y="14118"/>
                  </a:cubicBezTo>
                  <a:cubicBezTo>
                    <a:pt x="4172" y="8620"/>
                    <a:pt x="8649" y="4140"/>
                    <a:pt x="14147" y="4140"/>
                  </a:cubicBezTo>
                  <a:close/>
                  <a:moveTo>
                    <a:pt x="14147" y="0"/>
                  </a:moveTo>
                  <a:cubicBezTo>
                    <a:pt x="6334" y="0"/>
                    <a:pt x="1" y="6302"/>
                    <a:pt x="1" y="14118"/>
                  </a:cubicBezTo>
                  <a:cubicBezTo>
                    <a:pt x="1" y="21931"/>
                    <a:pt x="6334" y="28264"/>
                    <a:pt x="14147" y="28264"/>
                  </a:cubicBezTo>
                  <a:cubicBezTo>
                    <a:pt x="21963" y="28264"/>
                    <a:pt x="28264" y="21931"/>
                    <a:pt x="28294" y="14118"/>
                  </a:cubicBezTo>
                  <a:cubicBezTo>
                    <a:pt x="28294" y="6302"/>
                    <a:pt x="21963" y="0"/>
                    <a:pt x="141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2"/>
            <p:cNvSpPr/>
            <p:nvPr/>
          </p:nvSpPr>
          <p:spPr>
            <a:xfrm>
              <a:off x="3138459" y="2809438"/>
              <a:ext cx="458537" cy="458537"/>
            </a:xfrm>
            <a:custGeom>
              <a:avLst/>
              <a:gdLst/>
              <a:ahLst/>
              <a:cxnLst/>
              <a:rect l="l" t="t" r="r" b="b"/>
              <a:pathLst>
                <a:path w="28789" h="28789" extrusionOk="0">
                  <a:moveTo>
                    <a:pt x="14394" y="4664"/>
                  </a:moveTo>
                  <a:cubicBezTo>
                    <a:pt x="19739" y="4696"/>
                    <a:pt x="24125" y="9050"/>
                    <a:pt x="24125" y="14395"/>
                  </a:cubicBezTo>
                  <a:cubicBezTo>
                    <a:pt x="24125" y="19769"/>
                    <a:pt x="19769" y="24123"/>
                    <a:pt x="14394" y="24123"/>
                  </a:cubicBezTo>
                  <a:cubicBezTo>
                    <a:pt x="9020" y="24123"/>
                    <a:pt x="4666" y="19769"/>
                    <a:pt x="4666" y="14395"/>
                  </a:cubicBezTo>
                  <a:cubicBezTo>
                    <a:pt x="4666" y="9050"/>
                    <a:pt x="9020" y="4664"/>
                    <a:pt x="14394" y="4664"/>
                  </a:cubicBezTo>
                  <a:close/>
                  <a:moveTo>
                    <a:pt x="14394" y="4169"/>
                  </a:moveTo>
                  <a:cubicBezTo>
                    <a:pt x="8743" y="4169"/>
                    <a:pt x="4140" y="8741"/>
                    <a:pt x="4140" y="14395"/>
                  </a:cubicBezTo>
                  <a:cubicBezTo>
                    <a:pt x="4140" y="20046"/>
                    <a:pt x="8743" y="24649"/>
                    <a:pt x="14394" y="24649"/>
                  </a:cubicBezTo>
                  <a:cubicBezTo>
                    <a:pt x="20048" y="24649"/>
                    <a:pt x="24649" y="20046"/>
                    <a:pt x="24649" y="14395"/>
                  </a:cubicBezTo>
                  <a:cubicBezTo>
                    <a:pt x="24620" y="8773"/>
                    <a:pt x="20048" y="4169"/>
                    <a:pt x="14394" y="4169"/>
                  </a:cubicBezTo>
                  <a:close/>
                  <a:moveTo>
                    <a:pt x="14394" y="525"/>
                  </a:moveTo>
                  <a:cubicBezTo>
                    <a:pt x="22055" y="525"/>
                    <a:pt x="28264" y="6764"/>
                    <a:pt x="28264" y="14395"/>
                  </a:cubicBezTo>
                  <a:cubicBezTo>
                    <a:pt x="28264" y="22055"/>
                    <a:pt x="22025" y="28262"/>
                    <a:pt x="14394" y="28262"/>
                  </a:cubicBezTo>
                  <a:cubicBezTo>
                    <a:pt x="6734" y="28262"/>
                    <a:pt x="527" y="22055"/>
                    <a:pt x="527" y="14395"/>
                  </a:cubicBezTo>
                  <a:cubicBezTo>
                    <a:pt x="527" y="6764"/>
                    <a:pt x="6734" y="525"/>
                    <a:pt x="14394" y="525"/>
                  </a:cubicBezTo>
                  <a:close/>
                  <a:moveTo>
                    <a:pt x="14394" y="1"/>
                  </a:moveTo>
                  <a:cubicBezTo>
                    <a:pt x="6457" y="1"/>
                    <a:pt x="1" y="6455"/>
                    <a:pt x="1" y="14395"/>
                  </a:cubicBezTo>
                  <a:cubicBezTo>
                    <a:pt x="1" y="22332"/>
                    <a:pt x="6457" y="28788"/>
                    <a:pt x="14394" y="28788"/>
                  </a:cubicBezTo>
                  <a:cubicBezTo>
                    <a:pt x="22334" y="28788"/>
                    <a:pt x="28788" y="22332"/>
                    <a:pt x="28788" y="14395"/>
                  </a:cubicBezTo>
                  <a:cubicBezTo>
                    <a:pt x="28788" y="6455"/>
                    <a:pt x="22334" y="1"/>
                    <a:pt x="143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2"/>
            <p:cNvSpPr/>
            <p:nvPr/>
          </p:nvSpPr>
          <p:spPr>
            <a:xfrm>
              <a:off x="3367720" y="2813850"/>
              <a:ext cx="220930" cy="193376"/>
            </a:xfrm>
            <a:custGeom>
              <a:avLst/>
              <a:gdLst/>
              <a:ahLst/>
              <a:cxnLst/>
              <a:rect l="l" t="t" r="r" b="b"/>
              <a:pathLst>
                <a:path w="13871" h="12141" extrusionOk="0">
                  <a:moveTo>
                    <a:pt x="0" y="0"/>
                  </a:moveTo>
                  <a:lnTo>
                    <a:pt x="0" y="4140"/>
                  </a:lnTo>
                  <a:cubicBezTo>
                    <a:pt x="4757" y="4140"/>
                    <a:pt x="8834" y="7475"/>
                    <a:pt x="9793" y="12141"/>
                  </a:cubicBezTo>
                  <a:lnTo>
                    <a:pt x="13870" y="11306"/>
                  </a:lnTo>
                  <a:cubicBezTo>
                    <a:pt x="12511" y="4728"/>
                    <a:pt x="6734" y="0"/>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2"/>
            <p:cNvSpPr/>
            <p:nvPr/>
          </p:nvSpPr>
          <p:spPr>
            <a:xfrm>
              <a:off x="3363786" y="2809438"/>
              <a:ext cx="229786" cy="202709"/>
            </a:xfrm>
            <a:custGeom>
              <a:avLst/>
              <a:gdLst/>
              <a:ahLst/>
              <a:cxnLst/>
              <a:rect l="l" t="t" r="r" b="b"/>
              <a:pathLst>
                <a:path w="14427" h="12727" extrusionOk="0">
                  <a:moveTo>
                    <a:pt x="527" y="525"/>
                  </a:moveTo>
                  <a:cubicBezTo>
                    <a:pt x="6890" y="648"/>
                    <a:pt x="12388" y="5190"/>
                    <a:pt x="13808" y="11368"/>
                  </a:cubicBezTo>
                  <a:lnTo>
                    <a:pt x="10225" y="12109"/>
                  </a:lnTo>
                  <a:cubicBezTo>
                    <a:pt x="9175" y="7567"/>
                    <a:pt x="5160" y="4293"/>
                    <a:pt x="527" y="4169"/>
                  </a:cubicBezTo>
                  <a:lnTo>
                    <a:pt x="527" y="525"/>
                  </a:lnTo>
                  <a:close/>
                  <a:moveTo>
                    <a:pt x="0" y="1"/>
                  </a:moveTo>
                  <a:lnTo>
                    <a:pt x="0" y="4664"/>
                  </a:lnTo>
                  <a:lnTo>
                    <a:pt x="247" y="4664"/>
                  </a:lnTo>
                  <a:cubicBezTo>
                    <a:pt x="4851" y="4696"/>
                    <a:pt x="8866" y="7970"/>
                    <a:pt x="9793" y="12447"/>
                  </a:cubicBezTo>
                  <a:lnTo>
                    <a:pt x="9823" y="12727"/>
                  </a:lnTo>
                  <a:lnTo>
                    <a:pt x="14426" y="11800"/>
                  </a:lnTo>
                  <a:lnTo>
                    <a:pt x="14364" y="11521"/>
                  </a:lnTo>
                  <a:cubicBezTo>
                    <a:pt x="13005" y="4881"/>
                    <a:pt x="7075" y="30"/>
                    <a:pt x="2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2"/>
            <p:cNvSpPr/>
            <p:nvPr/>
          </p:nvSpPr>
          <p:spPr>
            <a:xfrm>
              <a:off x="2347372" y="2560507"/>
              <a:ext cx="1057283" cy="7884"/>
            </a:xfrm>
            <a:custGeom>
              <a:avLst/>
              <a:gdLst/>
              <a:ahLst/>
              <a:cxnLst/>
              <a:rect l="l" t="t" r="r" b="b"/>
              <a:pathLst>
                <a:path w="66381" h="495" extrusionOk="0">
                  <a:moveTo>
                    <a:pt x="1" y="0"/>
                  </a:moveTo>
                  <a:lnTo>
                    <a:pt x="1" y="495"/>
                  </a:lnTo>
                  <a:lnTo>
                    <a:pt x="66380" y="495"/>
                  </a:lnTo>
                  <a:lnTo>
                    <a:pt x="6638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2"/>
            <p:cNvSpPr/>
            <p:nvPr/>
          </p:nvSpPr>
          <p:spPr>
            <a:xfrm>
              <a:off x="2342960" y="2541808"/>
              <a:ext cx="8362" cy="22649"/>
            </a:xfrm>
            <a:custGeom>
              <a:avLst/>
              <a:gdLst/>
              <a:ahLst/>
              <a:cxnLst/>
              <a:rect l="l" t="t" r="r" b="b"/>
              <a:pathLst>
                <a:path w="525" h="1422" extrusionOk="0">
                  <a:moveTo>
                    <a:pt x="1" y="1"/>
                  </a:moveTo>
                  <a:lnTo>
                    <a:pt x="1" y="1421"/>
                  </a:lnTo>
                  <a:lnTo>
                    <a:pt x="525" y="1421"/>
                  </a:lnTo>
                  <a:lnTo>
                    <a:pt x="5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2"/>
            <p:cNvSpPr/>
            <p:nvPr/>
          </p:nvSpPr>
          <p:spPr>
            <a:xfrm>
              <a:off x="2554509" y="2541808"/>
              <a:ext cx="8362" cy="22649"/>
            </a:xfrm>
            <a:custGeom>
              <a:avLst/>
              <a:gdLst/>
              <a:ahLst/>
              <a:cxnLst/>
              <a:rect l="l" t="t" r="r" b="b"/>
              <a:pathLst>
                <a:path w="525" h="1422" extrusionOk="0">
                  <a:moveTo>
                    <a:pt x="1" y="1"/>
                  </a:moveTo>
                  <a:lnTo>
                    <a:pt x="1" y="1421"/>
                  </a:lnTo>
                  <a:lnTo>
                    <a:pt x="524" y="1421"/>
                  </a:lnTo>
                  <a:lnTo>
                    <a:pt x="52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2"/>
            <p:cNvSpPr/>
            <p:nvPr/>
          </p:nvSpPr>
          <p:spPr>
            <a:xfrm>
              <a:off x="2766059" y="2541808"/>
              <a:ext cx="8362" cy="22649"/>
            </a:xfrm>
            <a:custGeom>
              <a:avLst/>
              <a:gdLst/>
              <a:ahLst/>
              <a:cxnLst/>
              <a:rect l="l" t="t" r="r" b="b"/>
              <a:pathLst>
                <a:path w="525" h="1422" extrusionOk="0">
                  <a:moveTo>
                    <a:pt x="0" y="1"/>
                  </a:moveTo>
                  <a:lnTo>
                    <a:pt x="0" y="1421"/>
                  </a:lnTo>
                  <a:lnTo>
                    <a:pt x="524" y="1421"/>
                  </a:lnTo>
                  <a:lnTo>
                    <a:pt x="52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2"/>
            <p:cNvSpPr/>
            <p:nvPr/>
          </p:nvSpPr>
          <p:spPr>
            <a:xfrm>
              <a:off x="2977608" y="2541808"/>
              <a:ext cx="7884" cy="22649"/>
            </a:xfrm>
            <a:custGeom>
              <a:avLst/>
              <a:gdLst/>
              <a:ahLst/>
              <a:cxnLst/>
              <a:rect l="l" t="t" r="r" b="b"/>
              <a:pathLst>
                <a:path w="495" h="1422" extrusionOk="0">
                  <a:moveTo>
                    <a:pt x="0" y="1"/>
                  </a:moveTo>
                  <a:lnTo>
                    <a:pt x="0" y="1421"/>
                  </a:lnTo>
                  <a:lnTo>
                    <a:pt x="495" y="1421"/>
                  </a:lnTo>
                  <a:lnTo>
                    <a:pt x="4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2"/>
            <p:cNvSpPr/>
            <p:nvPr/>
          </p:nvSpPr>
          <p:spPr>
            <a:xfrm>
              <a:off x="3188647" y="2541808"/>
              <a:ext cx="8394" cy="22649"/>
            </a:xfrm>
            <a:custGeom>
              <a:avLst/>
              <a:gdLst/>
              <a:ahLst/>
              <a:cxnLst/>
              <a:rect l="l" t="t" r="r" b="b"/>
              <a:pathLst>
                <a:path w="527" h="1422" extrusionOk="0">
                  <a:moveTo>
                    <a:pt x="0" y="1"/>
                  </a:moveTo>
                  <a:lnTo>
                    <a:pt x="0" y="1421"/>
                  </a:lnTo>
                  <a:lnTo>
                    <a:pt x="526" y="1421"/>
                  </a:lnTo>
                  <a:lnTo>
                    <a:pt x="5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2"/>
            <p:cNvSpPr/>
            <p:nvPr/>
          </p:nvSpPr>
          <p:spPr>
            <a:xfrm>
              <a:off x="3400180" y="2541808"/>
              <a:ext cx="8410" cy="22649"/>
            </a:xfrm>
            <a:custGeom>
              <a:avLst/>
              <a:gdLst/>
              <a:ahLst/>
              <a:cxnLst/>
              <a:rect l="l" t="t" r="r" b="b"/>
              <a:pathLst>
                <a:path w="528" h="1422" extrusionOk="0">
                  <a:moveTo>
                    <a:pt x="1" y="1"/>
                  </a:moveTo>
                  <a:lnTo>
                    <a:pt x="1" y="1421"/>
                  </a:lnTo>
                  <a:lnTo>
                    <a:pt x="527" y="1421"/>
                  </a:lnTo>
                  <a:lnTo>
                    <a:pt x="5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2"/>
            <p:cNvSpPr/>
            <p:nvPr/>
          </p:nvSpPr>
          <p:spPr>
            <a:xfrm>
              <a:off x="2376886" y="2263826"/>
              <a:ext cx="152060" cy="180586"/>
            </a:xfrm>
            <a:custGeom>
              <a:avLst/>
              <a:gdLst/>
              <a:ahLst/>
              <a:cxnLst/>
              <a:rect l="l" t="t" r="r" b="b"/>
              <a:pathLst>
                <a:path w="9547" h="11338" extrusionOk="0">
                  <a:moveTo>
                    <a:pt x="1" y="1"/>
                  </a:moveTo>
                  <a:lnTo>
                    <a:pt x="1" y="11338"/>
                  </a:lnTo>
                  <a:lnTo>
                    <a:pt x="9546" y="11338"/>
                  </a:lnTo>
                  <a:lnTo>
                    <a:pt x="95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2"/>
            <p:cNvSpPr/>
            <p:nvPr/>
          </p:nvSpPr>
          <p:spPr>
            <a:xfrm>
              <a:off x="2372490" y="2259891"/>
              <a:ext cx="160868" cy="188454"/>
            </a:xfrm>
            <a:custGeom>
              <a:avLst/>
              <a:gdLst/>
              <a:ahLst/>
              <a:cxnLst/>
              <a:rect l="l" t="t" r="r" b="b"/>
              <a:pathLst>
                <a:path w="10100" h="11832" extrusionOk="0">
                  <a:moveTo>
                    <a:pt x="9575" y="527"/>
                  </a:moveTo>
                  <a:lnTo>
                    <a:pt x="9575" y="11306"/>
                  </a:lnTo>
                  <a:lnTo>
                    <a:pt x="524" y="11306"/>
                  </a:lnTo>
                  <a:lnTo>
                    <a:pt x="524" y="527"/>
                  </a:lnTo>
                  <a:close/>
                  <a:moveTo>
                    <a:pt x="0" y="0"/>
                  </a:moveTo>
                  <a:lnTo>
                    <a:pt x="0" y="11832"/>
                  </a:lnTo>
                  <a:lnTo>
                    <a:pt x="10099" y="11832"/>
                  </a:lnTo>
                  <a:lnTo>
                    <a:pt x="100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2"/>
            <p:cNvSpPr/>
            <p:nvPr/>
          </p:nvSpPr>
          <p:spPr>
            <a:xfrm>
              <a:off x="2587973" y="2053774"/>
              <a:ext cx="152522" cy="420629"/>
            </a:xfrm>
            <a:custGeom>
              <a:avLst/>
              <a:gdLst/>
              <a:ahLst/>
              <a:cxnLst/>
              <a:rect l="l" t="t" r="r" b="b"/>
              <a:pathLst>
                <a:path w="9576" h="26409" extrusionOk="0">
                  <a:moveTo>
                    <a:pt x="0" y="1"/>
                  </a:moveTo>
                  <a:lnTo>
                    <a:pt x="0" y="26409"/>
                  </a:lnTo>
                  <a:lnTo>
                    <a:pt x="9575" y="26409"/>
                  </a:lnTo>
                  <a:lnTo>
                    <a:pt x="95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2"/>
            <p:cNvSpPr/>
            <p:nvPr/>
          </p:nvSpPr>
          <p:spPr>
            <a:xfrm>
              <a:off x="2584023" y="2049330"/>
              <a:ext cx="160406" cy="429007"/>
            </a:xfrm>
            <a:custGeom>
              <a:avLst/>
              <a:gdLst/>
              <a:ahLst/>
              <a:cxnLst/>
              <a:rect l="l" t="t" r="r" b="b"/>
              <a:pathLst>
                <a:path w="10071" h="26935" extrusionOk="0">
                  <a:moveTo>
                    <a:pt x="9576" y="527"/>
                  </a:moveTo>
                  <a:lnTo>
                    <a:pt x="9576" y="26411"/>
                  </a:lnTo>
                  <a:lnTo>
                    <a:pt x="525" y="26411"/>
                  </a:lnTo>
                  <a:lnTo>
                    <a:pt x="525" y="527"/>
                  </a:lnTo>
                  <a:close/>
                  <a:moveTo>
                    <a:pt x="1" y="0"/>
                  </a:moveTo>
                  <a:lnTo>
                    <a:pt x="1" y="26935"/>
                  </a:lnTo>
                  <a:lnTo>
                    <a:pt x="10070" y="26935"/>
                  </a:lnTo>
                  <a:lnTo>
                    <a:pt x="100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2"/>
            <p:cNvSpPr/>
            <p:nvPr/>
          </p:nvSpPr>
          <p:spPr>
            <a:xfrm>
              <a:off x="2799506" y="1759067"/>
              <a:ext cx="152538" cy="468874"/>
            </a:xfrm>
            <a:custGeom>
              <a:avLst/>
              <a:gdLst/>
              <a:ahLst/>
              <a:cxnLst/>
              <a:rect l="l" t="t" r="r" b="b"/>
              <a:pathLst>
                <a:path w="9577" h="29438" extrusionOk="0">
                  <a:moveTo>
                    <a:pt x="1" y="0"/>
                  </a:moveTo>
                  <a:lnTo>
                    <a:pt x="1" y="29438"/>
                  </a:lnTo>
                  <a:lnTo>
                    <a:pt x="9576" y="29438"/>
                  </a:lnTo>
                  <a:lnTo>
                    <a:pt x="95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2"/>
            <p:cNvSpPr/>
            <p:nvPr/>
          </p:nvSpPr>
          <p:spPr>
            <a:xfrm>
              <a:off x="2795572" y="1755133"/>
              <a:ext cx="160406" cy="476758"/>
            </a:xfrm>
            <a:custGeom>
              <a:avLst/>
              <a:gdLst/>
              <a:ahLst/>
              <a:cxnLst/>
              <a:rect l="l" t="t" r="r" b="b"/>
              <a:pathLst>
                <a:path w="10071" h="29933" extrusionOk="0">
                  <a:moveTo>
                    <a:pt x="9544" y="527"/>
                  </a:moveTo>
                  <a:lnTo>
                    <a:pt x="9544" y="29438"/>
                  </a:lnTo>
                  <a:lnTo>
                    <a:pt x="525" y="29438"/>
                  </a:lnTo>
                  <a:lnTo>
                    <a:pt x="525" y="527"/>
                  </a:lnTo>
                  <a:close/>
                  <a:moveTo>
                    <a:pt x="1" y="0"/>
                  </a:moveTo>
                  <a:lnTo>
                    <a:pt x="1" y="29932"/>
                  </a:lnTo>
                  <a:lnTo>
                    <a:pt x="10070" y="29932"/>
                  </a:lnTo>
                  <a:lnTo>
                    <a:pt x="100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2"/>
            <p:cNvSpPr/>
            <p:nvPr/>
          </p:nvSpPr>
          <p:spPr>
            <a:xfrm>
              <a:off x="3011055" y="2197902"/>
              <a:ext cx="152538" cy="90070"/>
            </a:xfrm>
            <a:custGeom>
              <a:avLst/>
              <a:gdLst/>
              <a:ahLst/>
              <a:cxnLst/>
              <a:rect l="l" t="t" r="r" b="b"/>
              <a:pathLst>
                <a:path w="9577" h="5655" extrusionOk="0">
                  <a:moveTo>
                    <a:pt x="1" y="1"/>
                  </a:moveTo>
                  <a:lnTo>
                    <a:pt x="1" y="5654"/>
                  </a:lnTo>
                  <a:lnTo>
                    <a:pt x="9576" y="5654"/>
                  </a:lnTo>
                  <a:lnTo>
                    <a:pt x="95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2"/>
            <p:cNvSpPr/>
            <p:nvPr/>
          </p:nvSpPr>
          <p:spPr>
            <a:xfrm>
              <a:off x="3007121" y="2193968"/>
              <a:ext cx="160406" cy="98416"/>
            </a:xfrm>
            <a:custGeom>
              <a:avLst/>
              <a:gdLst/>
              <a:ahLst/>
              <a:cxnLst/>
              <a:rect l="l" t="t" r="r" b="b"/>
              <a:pathLst>
                <a:path w="10071" h="6179" extrusionOk="0">
                  <a:moveTo>
                    <a:pt x="9544" y="495"/>
                  </a:moveTo>
                  <a:lnTo>
                    <a:pt x="9544" y="5654"/>
                  </a:lnTo>
                  <a:lnTo>
                    <a:pt x="495" y="5654"/>
                  </a:lnTo>
                  <a:lnTo>
                    <a:pt x="495" y="495"/>
                  </a:lnTo>
                  <a:close/>
                  <a:moveTo>
                    <a:pt x="1" y="0"/>
                  </a:moveTo>
                  <a:lnTo>
                    <a:pt x="1" y="6178"/>
                  </a:lnTo>
                  <a:lnTo>
                    <a:pt x="10070" y="6178"/>
                  </a:lnTo>
                  <a:lnTo>
                    <a:pt x="100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2"/>
            <p:cNvSpPr/>
            <p:nvPr/>
          </p:nvSpPr>
          <p:spPr>
            <a:xfrm>
              <a:off x="3222604" y="2143780"/>
              <a:ext cx="152012" cy="234198"/>
            </a:xfrm>
            <a:custGeom>
              <a:avLst/>
              <a:gdLst/>
              <a:ahLst/>
              <a:cxnLst/>
              <a:rect l="l" t="t" r="r" b="b"/>
              <a:pathLst>
                <a:path w="9544" h="14704" extrusionOk="0">
                  <a:moveTo>
                    <a:pt x="1" y="1"/>
                  </a:moveTo>
                  <a:lnTo>
                    <a:pt x="1" y="14704"/>
                  </a:lnTo>
                  <a:lnTo>
                    <a:pt x="9544" y="14704"/>
                  </a:lnTo>
                  <a:lnTo>
                    <a:pt x="95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2"/>
            <p:cNvSpPr/>
            <p:nvPr/>
          </p:nvSpPr>
          <p:spPr>
            <a:xfrm>
              <a:off x="3218161" y="2139846"/>
              <a:ext cx="160916" cy="242576"/>
            </a:xfrm>
            <a:custGeom>
              <a:avLst/>
              <a:gdLst/>
              <a:ahLst/>
              <a:cxnLst/>
              <a:rect l="l" t="t" r="r" b="b"/>
              <a:pathLst>
                <a:path w="10103" h="15230" extrusionOk="0">
                  <a:moveTo>
                    <a:pt x="9576" y="495"/>
                  </a:moveTo>
                  <a:lnTo>
                    <a:pt x="9576" y="14704"/>
                  </a:lnTo>
                  <a:lnTo>
                    <a:pt x="527" y="14704"/>
                  </a:lnTo>
                  <a:lnTo>
                    <a:pt x="527" y="495"/>
                  </a:lnTo>
                  <a:close/>
                  <a:moveTo>
                    <a:pt x="0" y="1"/>
                  </a:moveTo>
                  <a:lnTo>
                    <a:pt x="0" y="15230"/>
                  </a:lnTo>
                  <a:lnTo>
                    <a:pt x="10102" y="15230"/>
                  </a:lnTo>
                  <a:lnTo>
                    <a:pt x="10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2"/>
            <p:cNvSpPr/>
            <p:nvPr/>
          </p:nvSpPr>
          <p:spPr>
            <a:xfrm>
              <a:off x="2376886" y="2444396"/>
              <a:ext cx="152060" cy="120061"/>
            </a:xfrm>
            <a:custGeom>
              <a:avLst/>
              <a:gdLst/>
              <a:ahLst/>
              <a:cxnLst/>
              <a:rect l="l" t="t" r="r" b="b"/>
              <a:pathLst>
                <a:path w="9547" h="7538" extrusionOk="0">
                  <a:moveTo>
                    <a:pt x="1" y="1"/>
                  </a:moveTo>
                  <a:lnTo>
                    <a:pt x="1" y="7537"/>
                  </a:lnTo>
                  <a:lnTo>
                    <a:pt x="9546" y="7537"/>
                  </a:lnTo>
                  <a:lnTo>
                    <a:pt x="95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2"/>
            <p:cNvSpPr/>
            <p:nvPr/>
          </p:nvSpPr>
          <p:spPr>
            <a:xfrm>
              <a:off x="2372490" y="2439952"/>
              <a:ext cx="160868" cy="128917"/>
            </a:xfrm>
            <a:custGeom>
              <a:avLst/>
              <a:gdLst/>
              <a:ahLst/>
              <a:cxnLst/>
              <a:rect l="l" t="t" r="r" b="b"/>
              <a:pathLst>
                <a:path w="10100" h="8094" extrusionOk="0">
                  <a:moveTo>
                    <a:pt x="9575" y="527"/>
                  </a:moveTo>
                  <a:lnTo>
                    <a:pt x="9575" y="7569"/>
                  </a:lnTo>
                  <a:lnTo>
                    <a:pt x="524" y="7569"/>
                  </a:lnTo>
                  <a:lnTo>
                    <a:pt x="524" y="527"/>
                  </a:lnTo>
                  <a:close/>
                  <a:moveTo>
                    <a:pt x="0" y="1"/>
                  </a:moveTo>
                  <a:lnTo>
                    <a:pt x="0" y="8093"/>
                  </a:lnTo>
                  <a:lnTo>
                    <a:pt x="10099" y="8093"/>
                  </a:lnTo>
                  <a:lnTo>
                    <a:pt x="100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2"/>
            <p:cNvSpPr/>
            <p:nvPr/>
          </p:nvSpPr>
          <p:spPr>
            <a:xfrm>
              <a:off x="2587973" y="2474387"/>
              <a:ext cx="152522" cy="90070"/>
            </a:xfrm>
            <a:custGeom>
              <a:avLst/>
              <a:gdLst/>
              <a:ahLst/>
              <a:cxnLst/>
              <a:rect l="l" t="t" r="r" b="b"/>
              <a:pathLst>
                <a:path w="9576" h="5655" extrusionOk="0">
                  <a:moveTo>
                    <a:pt x="0" y="1"/>
                  </a:moveTo>
                  <a:lnTo>
                    <a:pt x="0" y="5654"/>
                  </a:lnTo>
                  <a:lnTo>
                    <a:pt x="9575" y="5654"/>
                  </a:lnTo>
                  <a:lnTo>
                    <a:pt x="95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2"/>
            <p:cNvSpPr/>
            <p:nvPr/>
          </p:nvSpPr>
          <p:spPr>
            <a:xfrm>
              <a:off x="2584023" y="2469975"/>
              <a:ext cx="160406" cy="98894"/>
            </a:xfrm>
            <a:custGeom>
              <a:avLst/>
              <a:gdLst/>
              <a:ahLst/>
              <a:cxnLst/>
              <a:rect l="l" t="t" r="r" b="b"/>
              <a:pathLst>
                <a:path w="10071" h="6209" extrusionOk="0">
                  <a:moveTo>
                    <a:pt x="9576" y="525"/>
                  </a:moveTo>
                  <a:lnTo>
                    <a:pt x="9576" y="5684"/>
                  </a:lnTo>
                  <a:lnTo>
                    <a:pt x="525" y="5684"/>
                  </a:lnTo>
                  <a:lnTo>
                    <a:pt x="525" y="525"/>
                  </a:lnTo>
                  <a:close/>
                  <a:moveTo>
                    <a:pt x="1" y="1"/>
                  </a:moveTo>
                  <a:lnTo>
                    <a:pt x="1" y="6208"/>
                  </a:lnTo>
                  <a:lnTo>
                    <a:pt x="10070" y="6208"/>
                  </a:lnTo>
                  <a:lnTo>
                    <a:pt x="100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2"/>
            <p:cNvSpPr/>
            <p:nvPr/>
          </p:nvSpPr>
          <p:spPr>
            <a:xfrm>
              <a:off x="2799506" y="2227925"/>
              <a:ext cx="152538" cy="336532"/>
            </a:xfrm>
            <a:custGeom>
              <a:avLst/>
              <a:gdLst/>
              <a:ahLst/>
              <a:cxnLst/>
              <a:rect l="l" t="t" r="r" b="b"/>
              <a:pathLst>
                <a:path w="9577" h="21129" extrusionOk="0">
                  <a:moveTo>
                    <a:pt x="1" y="1"/>
                  </a:moveTo>
                  <a:lnTo>
                    <a:pt x="1" y="21128"/>
                  </a:lnTo>
                  <a:lnTo>
                    <a:pt x="9576" y="21128"/>
                  </a:lnTo>
                  <a:lnTo>
                    <a:pt x="95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2"/>
            <p:cNvSpPr/>
            <p:nvPr/>
          </p:nvSpPr>
          <p:spPr>
            <a:xfrm>
              <a:off x="2795572" y="2223481"/>
              <a:ext cx="160406" cy="344910"/>
            </a:xfrm>
            <a:custGeom>
              <a:avLst/>
              <a:gdLst/>
              <a:ahLst/>
              <a:cxnLst/>
              <a:rect l="l" t="t" r="r" b="b"/>
              <a:pathLst>
                <a:path w="10071" h="21655" extrusionOk="0">
                  <a:moveTo>
                    <a:pt x="9544" y="527"/>
                  </a:moveTo>
                  <a:lnTo>
                    <a:pt x="9544" y="21160"/>
                  </a:lnTo>
                  <a:lnTo>
                    <a:pt x="525" y="21160"/>
                  </a:lnTo>
                  <a:lnTo>
                    <a:pt x="525" y="527"/>
                  </a:lnTo>
                  <a:close/>
                  <a:moveTo>
                    <a:pt x="1" y="1"/>
                  </a:moveTo>
                  <a:lnTo>
                    <a:pt x="1" y="21655"/>
                  </a:lnTo>
                  <a:lnTo>
                    <a:pt x="10070" y="21655"/>
                  </a:lnTo>
                  <a:lnTo>
                    <a:pt x="100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2"/>
            <p:cNvSpPr/>
            <p:nvPr/>
          </p:nvSpPr>
          <p:spPr>
            <a:xfrm>
              <a:off x="3011055" y="2287956"/>
              <a:ext cx="152538" cy="276501"/>
            </a:xfrm>
            <a:custGeom>
              <a:avLst/>
              <a:gdLst/>
              <a:ahLst/>
              <a:cxnLst/>
              <a:rect l="l" t="t" r="r" b="b"/>
              <a:pathLst>
                <a:path w="9577" h="17360" extrusionOk="0">
                  <a:moveTo>
                    <a:pt x="1" y="0"/>
                  </a:moveTo>
                  <a:lnTo>
                    <a:pt x="1" y="17359"/>
                  </a:lnTo>
                  <a:lnTo>
                    <a:pt x="9576" y="17359"/>
                  </a:lnTo>
                  <a:lnTo>
                    <a:pt x="9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2"/>
            <p:cNvSpPr/>
            <p:nvPr/>
          </p:nvSpPr>
          <p:spPr>
            <a:xfrm>
              <a:off x="3007121" y="2284022"/>
              <a:ext cx="160406" cy="284370"/>
            </a:xfrm>
            <a:custGeom>
              <a:avLst/>
              <a:gdLst/>
              <a:ahLst/>
              <a:cxnLst/>
              <a:rect l="l" t="t" r="r" b="b"/>
              <a:pathLst>
                <a:path w="10071" h="17854" extrusionOk="0">
                  <a:moveTo>
                    <a:pt x="9544" y="494"/>
                  </a:moveTo>
                  <a:lnTo>
                    <a:pt x="9544" y="17359"/>
                  </a:lnTo>
                  <a:lnTo>
                    <a:pt x="495" y="17359"/>
                  </a:lnTo>
                  <a:lnTo>
                    <a:pt x="495" y="494"/>
                  </a:lnTo>
                  <a:close/>
                  <a:moveTo>
                    <a:pt x="1" y="0"/>
                  </a:moveTo>
                  <a:lnTo>
                    <a:pt x="1" y="17854"/>
                  </a:lnTo>
                  <a:lnTo>
                    <a:pt x="10070" y="17854"/>
                  </a:lnTo>
                  <a:lnTo>
                    <a:pt x="100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2"/>
            <p:cNvSpPr/>
            <p:nvPr/>
          </p:nvSpPr>
          <p:spPr>
            <a:xfrm>
              <a:off x="3222604" y="2377962"/>
              <a:ext cx="152012" cy="186495"/>
            </a:xfrm>
            <a:custGeom>
              <a:avLst/>
              <a:gdLst/>
              <a:ahLst/>
              <a:cxnLst/>
              <a:rect l="l" t="t" r="r" b="b"/>
              <a:pathLst>
                <a:path w="9544" h="11709" extrusionOk="0">
                  <a:moveTo>
                    <a:pt x="1" y="1"/>
                  </a:moveTo>
                  <a:lnTo>
                    <a:pt x="1" y="11708"/>
                  </a:lnTo>
                  <a:lnTo>
                    <a:pt x="9544" y="11708"/>
                  </a:lnTo>
                  <a:lnTo>
                    <a:pt x="95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2"/>
            <p:cNvSpPr/>
            <p:nvPr/>
          </p:nvSpPr>
          <p:spPr>
            <a:xfrm>
              <a:off x="3218161" y="2374028"/>
              <a:ext cx="160916" cy="194363"/>
            </a:xfrm>
            <a:custGeom>
              <a:avLst/>
              <a:gdLst/>
              <a:ahLst/>
              <a:cxnLst/>
              <a:rect l="l" t="t" r="r" b="b"/>
              <a:pathLst>
                <a:path w="10103" h="12203" extrusionOk="0">
                  <a:moveTo>
                    <a:pt x="9576" y="527"/>
                  </a:moveTo>
                  <a:lnTo>
                    <a:pt x="9576" y="11708"/>
                  </a:lnTo>
                  <a:lnTo>
                    <a:pt x="527" y="11708"/>
                  </a:lnTo>
                  <a:lnTo>
                    <a:pt x="527" y="527"/>
                  </a:lnTo>
                  <a:close/>
                  <a:moveTo>
                    <a:pt x="0" y="1"/>
                  </a:moveTo>
                  <a:lnTo>
                    <a:pt x="0" y="12203"/>
                  </a:lnTo>
                  <a:lnTo>
                    <a:pt x="10102" y="12203"/>
                  </a:lnTo>
                  <a:lnTo>
                    <a:pt x="10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2"/>
            <p:cNvSpPr/>
            <p:nvPr/>
          </p:nvSpPr>
          <p:spPr>
            <a:xfrm>
              <a:off x="1996617" y="1155909"/>
              <a:ext cx="1702236" cy="518233"/>
            </a:xfrm>
            <a:custGeom>
              <a:avLst/>
              <a:gdLst/>
              <a:ahLst/>
              <a:cxnLst/>
              <a:rect l="l" t="t" r="r" b="b"/>
              <a:pathLst>
                <a:path w="106874" h="32537" extrusionOk="0">
                  <a:moveTo>
                    <a:pt x="85096" y="1"/>
                  </a:moveTo>
                  <a:lnTo>
                    <a:pt x="63845" y="22643"/>
                  </a:lnTo>
                  <a:lnTo>
                    <a:pt x="43026" y="9082"/>
                  </a:lnTo>
                  <a:lnTo>
                    <a:pt x="21528" y="14085"/>
                  </a:lnTo>
                  <a:lnTo>
                    <a:pt x="339" y="31291"/>
                  </a:lnTo>
                  <a:cubicBezTo>
                    <a:pt x="30" y="31539"/>
                    <a:pt x="1" y="31971"/>
                    <a:pt x="248" y="32280"/>
                  </a:cubicBezTo>
                  <a:cubicBezTo>
                    <a:pt x="385" y="32451"/>
                    <a:pt x="579" y="32537"/>
                    <a:pt x="777" y="32537"/>
                  </a:cubicBezTo>
                  <a:cubicBezTo>
                    <a:pt x="936" y="32537"/>
                    <a:pt x="1098" y="32481"/>
                    <a:pt x="1236" y="32371"/>
                  </a:cubicBezTo>
                  <a:lnTo>
                    <a:pt x="22178" y="15383"/>
                  </a:lnTo>
                  <a:lnTo>
                    <a:pt x="42779" y="10596"/>
                  </a:lnTo>
                  <a:lnTo>
                    <a:pt x="64062" y="24496"/>
                  </a:lnTo>
                  <a:lnTo>
                    <a:pt x="84943" y="2224"/>
                  </a:lnTo>
                  <a:lnTo>
                    <a:pt x="105482" y="32218"/>
                  </a:lnTo>
                  <a:cubicBezTo>
                    <a:pt x="105638" y="32433"/>
                    <a:pt x="105853" y="32527"/>
                    <a:pt x="106070" y="32527"/>
                  </a:cubicBezTo>
                  <a:cubicBezTo>
                    <a:pt x="106223" y="32527"/>
                    <a:pt x="106347" y="32495"/>
                    <a:pt x="106471" y="32403"/>
                  </a:cubicBezTo>
                  <a:cubicBezTo>
                    <a:pt x="106812" y="32186"/>
                    <a:pt x="106873" y="31753"/>
                    <a:pt x="106656" y="31415"/>
                  </a:cubicBezTo>
                  <a:lnTo>
                    <a:pt x="850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2"/>
            <p:cNvSpPr/>
            <p:nvPr/>
          </p:nvSpPr>
          <p:spPr>
            <a:xfrm>
              <a:off x="1981852" y="1635087"/>
              <a:ext cx="55603" cy="55635"/>
            </a:xfrm>
            <a:custGeom>
              <a:avLst/>
              <a:gdLst/>
              <a:ahLst/>
              <a:cxnLst/>
              <a:rect l="l" t="t" r="r" b="b"/>
              <a:pathLst>
                <a:path w="3491" h="3493" extrusionOk="0">
                  <a:moveTo>
                    <a:pt x="1731" y="1"/>
                  </a:moveTo>
                  <a:cubicBezTo>
                    <a:pt x="772" y="1"/>
                    <a:pt x="1" y="774"/>
                    <a:pt x="1" y="1730"/>
                  </a:cubicBezTo>
                  <a:cubicBezTo>
                    <a:pt x="1" y="2719"/>
                    <a:pt x="772" y="3492"/>
                    <a:pt x="1731" y="3492"/>
                  </a:cubicBezTo>
                  <a:cubicBezTo>
                    <a:pt x="2719" y="3492"/>
                    <a:pt x="3490" y="2719"/>
                    <a:pt x="3490" y="1730"/>
                  </a:cubicBezTo>
                  <a:cubicBezTo>
                    <a:pt x="3490" y="774"/>
                    <a:pt x="2719" y="1"/>
                    <a:pt x="1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2"/>
            <p:cNvSpPr/>
            <p:nvPr/>
          </p:nvSpPr>
          <p:spPr>
            <a:xfrm>
              <a:off x="2316871" y="1362536"/>
              <a:ext cx="55635" cy="55635"/>
            </a:xfrm>
            <a:custGeom>
              <a:avLst/>
              <a:gdLst/>
              <a:ahLst/>
              <a:cxnLst/>
              <a:rect l="l" t="t" r="r" b="b"/>
              <a:pathLst>
                <a:path w="3493" h="3493" extrusionOk="0">
                  <a:moveTo>
                    <a:pt x="1730" y="1"/>
                  </a:moveTo>
                  <a:cubicBezTo>
                    <a:pt x="774" y="1"/>
                    <a:pt x="0" y="804"/>
                    <a:pt x="0" y="1762"/>
                  </a:cubicBezTo>
                  <a:cubicBezTo>
                    <a:pt x="0" y="2719"/>
                    <a:pt x="774" y="3492"/>
                    <a:pt x="1730" y="3492"/>
                  </a:cubicBezTo>
                  <a:cubicBezTo>
                    <a:pt x="2689" y="3492"/>
                    <a:pt x="3492" y="2719"/>
                    <a:pt x="3492" y="1762"/>
                  </a:cubicBezTo>
                  <a:cubicBezTo>
                    <a:pt x="3492" y="804"/>
                    <a:pt x="2689" y="1"/>
                    <a:pt x="1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2"/>
            <p:cNvSpPr/>
            <p:nvPr/>
          </p:nvSpPr>
          <p:spPr>
            <a:xfrm>
              <a:off x="2651922" y="1284810"/>
              <a:ext cx="55587" cy="55619"/>
            </a:xfrm>
            <a:custGeom>
              <a:avLst/>
              <a:gdLst/>
              <a:ahLst/>
              <a:cxnLst/>
              <a:rect l="l" t="t" r="r" b="b"/>
              <a:pathLst>
                <a:path w="3490" h="3492" extrusionOk="0">
                  <a:moveTo>
                    <a:pt x="1760" y="0"/>
                  </a:moveTo>
                  <a:cubicBezTo>
                    <a:pt x="804" y="0"/>
                    <a:pt x="0" y="774"/>
                    <a:pt x="0" y="1730"/>
                  </a:cubicBezTo>
                  <a:cubicBezTo>
                    <a:pt x="0" y="2718"/>
                    <a:pt x="804" y="3492"/>
                    <a:pt x="1760" y="3492"/>
                  </a:cubicBezTo>
                  <a:cubicBezTo>
                    <a:pt x="2719" y="3492"/>
                    <a:pt x="3490" y="2718"/>
                    <a:pt x="3490" y="1730"/>
                  </a:cubicBezTo>
                  <a:cubicBezTo>
                    <a:pt x="3490" y="774"/>
                    <a:pt x="2719" y="0"/>
                    <a:pt x="1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2"/>
            <p:cNvSpPr/>
            <p:nvPr/>
          </p:nvSpPr>
          <p:spPr>
            <a:xfrm>
              <a:off x="2987451" y="1503240"/>
              <a:ext cx="55587" cy="55635"/>
            </a:xfrm>
            <a:custGeom>
              <a:avLst/>
              <a:gdLst/>
              <a:ahLst/>
              <a:cxnLst/>
              <a:rect l="l" t="t" r="r" b="b"/>
              <a:pathLst>
                <a:path w="3490" h="3493" extrusionOk="0">
                  <a:moveTo>
                    <a:pt x="1760" y="1"/>
                  </a:moveTo>
                  <a:cubicBezTo>
                    <a:pt x="771" y="1"/>
                    <a:pt x="0" y="804"/>
                    <a:pt x="0" y="1762"/>
                  </a:cubicBezTo>
                  <a:cubicBezTo>
                    <a:pt x="0" y="2719"/>
                    <a:pt x="771" y="3492"/>
                    <a:pt x="1760" y="3492"/>
                  </a:cubicBezTo>
                  <a:cubicBezTo>
                    <a:pt x="2718" y="3492"/>
                    <a:pt x="3489" y="2719"/>
                    <a:pt x="3489" y="1762"/>
                  </a:cubicBezTo>
                  <a:cubicBezTo>
                    <a:pt x="3489" y="804"/>
                    <a:pt x="2718" y="1"/>
                    <a:pt x="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2"/>
            <p:cNvSpPr/>
            <p:nvPr/>
          </p:nvSpPr>
          <p:spPr>
            <a:xfrm>
              <a:off x="3322964" y="1146065"/>
              <a:ext cx="55587" cy="55635"/>
            </a:xfrm>
            <a:custGeom>
              <a:avLst/>
              <a:gdLst/>
              <a:ahLst/>
              <a:cxnLst/>
              <a:rect l="l" t="t" r="r" b="b"/>
              <a:pathLst>
                <a:path w="3490" h="3493" extrusionOk="0">
                  <a:moveTo>
                    <a:pt x="1731" y="1"/>
                  </a:moveTo>
                  <a:cubicBezTo>
                    <a:pt x="772" y="1"/>
                    <a:pt x="1" y="774"/>
                    <a:pt x="1" y="1730"/>
                  </a:cubicBezTo>
                  <a:cubicBezTo>
                    <a:pt x="1" y="2689"/>
                    <a:pt x="772" y="3492"/>
                    <a:pt x="1731" y="3492"/>
                  </a:cubicBezTo>
                  <a:cubicBezTo>
                    <a:pt x="2719" y="3492"/>
                    <a:pt x="3490" y="2689"/>
                    <a:pt x="3490" y="1730"/>
                  </a:cubicBezTo>
                  <a:cubicBezTo>
                    <a:pt x="3490" y="774"/>
                    <a:pt x="2719" y="1"/>
                    <a:pt x="1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2"/>
            <p:cNvSpPr/>
            <p:nvPr/>
          </p:nvSpPr>
          <p:spPr>
            <a:xfrm>
              <a:off x="3658492" y="1635087"/>
              <a:ext cx="55587" cy="55635"/>
            </a:xfrm>
            <a:custGeom>
              <a:avLst/>
              <a:gdLst/>
              <a:ahLst/>
              <a:cxnLst/>
              <a:rect l="l" t="t" r="r" b="b"/>
              <a:pathLst>
                <a:path w="3490" h="3493" extrusionOk="0">
                  <a:moveTo>
                    <a:pt x="1730" y="1"/>
                  </a:moveTo>
                  <a:cubicBezTo>
                    <a:pt x="771" y="1"/>
                    <a:pt x="0" y="774"/>
                    <a:pt x="0" y="1730"/>
                  </a:cubicBezTo>
                  <a:cubicBezTo>
                    <a:pt x="0" y="2719"/>
                    <a:pt x="771" y="3492"/>
                    <a:pt x="1730" y="3492"/>
                  </a:cubicBezTo>
                  <a:cubicBezTo>
                    <a:pt x="2687" y="3492"/>
                    <a:pt x="3490" y="2719"/>
                    <a:pt x="3490" y="1730"/>
                  </a:cubicBezTo>
                  <a:cubicBezTo>
                    <a:pt x="3490" y="774"/>
                    <a:pt x="2687" y="1"/>
                    <a:pt x="1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2"/>
            <p:cNvSpPr/>
            <p:nvPr/>
          </p:nvSpPr>
          <p:spPr>
            <a:xfrm>
              <a:off x="844899" y="4168261"/>
              <a:ext cx="992331" cy="144144"/>
            </a:xfrm>
            <a:custGeom>
              <a:avLst/>
              <a:gdLst/>
              <a:ahLst/>
              <a:cxnLst/>
              <a:rect l="l" t="t" r="r" b="b"/>
              <a:pathLst>
                <a:path w="62303" h="9050" extrusionOk="0">
                  <a:moveTo>
                    <a:pt x="31168" y="1"/>
                  </a:moveTo>
                  <a:cubicBezTo>
                    <a:pt x="29253" y="1"/>
                    <a:pt x="27399" y="1"/>
                    <a:pt x="25608" y="63"/>
                  </a:cubicBezTo>
                  <a:cubicBezTo>
                    <a:pt x="25175" y="63"/>
                    <a:pt x="24773" y="92"/>
                    <a:pt x="24372" y="92"/>
                  </a:cubicBezTo>
                  <a:cubicBezTo>
                    <a:pt x="10440" y="557"/>
                    <a:pt x="0" y="2348"/>
                    <a:pt x="0" y="4510"/>
                  </a:cubicBezTo>
                  <a:cubicBezTo>
                    <a:pt x="0" y="7011"/>
                    <a:pt x="13962" y="9050"/>
                    <a:pt x="31168" y="9050"/>
                  </a:cubicBezTo>
                  <a:cubicBezTo>
                    <a:pt x="48341" y="9050"/>
                    <a:pt x="62303" y="7011"/>
                    <a:pt x="62303" y="4510"/>
                  </a:cubicBezTo>
                  <a:cubicBezTo>
                    <a:pt x="62303" y="2007"/>
                    <a:pt x="48341" y="1"/>
                    <a:pt x="311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2"/>
            <p:cNvSpPr/>
            <p:nvPr/>
          </p:nvSpPr>
          <p:spPr>
            <a:xfrm>
              <a:off x="916716" y="1626869"/>
              <a:ext cx="663715" cy="963646"/>
            </a:xfrm>
            <a:custGeom>
              <a:avLst/>
              <a:gdLst/>
              <a:ahLst/>
              <a:cxnLst/>
              <a:rect l="l" t="t" r="r" b="b"/>
              <a:pathLst>
                <a:path w="41671" h="60502" extrusionOk="0">
                  <a:moveTo>
                    <a:pt x="21147" y="1"/>
                  </a:moveTo>
                  <a:cubicBezTo>
                    <a:pt x="13155" y="1"/>
                    <a:pt x="14365" y="5738"/>
                    <a:pt x="14365" y="5738"/>
                  </a:cubicBezTo>
                  <a:lnTo>
                    <a:pt x="14489" y="6170"/>
                  </a:lnTo>
                  <a:cubicBezTo>
                    <a:pt x="14489" y="6170"/>
                    <a:pt x="8744" y="8115"/>
                    <a:pt x="9823" y="15343"/>
                  </a:cubicBezTo>
                  <a:cubicBezTo>
                    <a:pt x="10906" y="22603"/>
                    <a:pt x="14056" y="25721"/>
                    <a:pt x="13933" y="28007"/>
                  </a:cubicBezTo>
                  <a:cubicBezTo>
                    <a:pt x="13839" y="30263"/>
                    <a:pt x="10473" y="31128"/>
                    <a:pt x="5716" y="36317"/>
                  </a:cubicBezTo>
                  <a:cubicBezTo>
                    <a:pt x="960" y="41474"/>
                    <a:pt x="1" y="49290"/>
                    <a:pt x="1948" y="54356"/>
                  </a:cubicBezTo>
                  <a:cubicBezTo>
                    <a:pt x="2904" y="56856"/>
                    <a:pt x="4819" y="58927"/>
                    <a:pt x="7229" y="60501"/>
                  </a:cubicBezTo>
                  <a:lnTo>
                    <a:pt x="9885" y="47158"/>
                  </a:lnTo>
                  <a:lnTo>
                    <a:pt x="11677" y="37521"/>
                  </a:lnTo>
                  <a:lnTo>
                    <a:pt x="22828" y="33105"/>
                  </a:lnTo>
                  <a:cubicBezTo>
                    <a:pt x="22828" y="33105"/>
                    <a:pt x="23384" y="30107"/>
                    <a:pt x="23940" y="29984"/>
                  </a:cubicBezTo>
                  <a:cubicBezTo>
                    <a:pt x="24464" y="29860"/>
                    <a:pt x="25020" y="28625"/>
                    <a:pt x="25020" y="28625"/>
                  </a:cubicBezTo>
                  <a:lnTo>
                    <a:pt x="24744" y="26154"/>
                  </a:lnTo>
                  <a:cubicBezTo>
                    <a:pt x="24744" y="26154"/>
                    <a:pt x="25271" y="24123"/>
                    <a:pt x="27477" y="24123"/>
                  </a:cubicBezTo>
                  <a:cubicBezTo>
                    <a:pt x="28336" y="24123"/>
                    <a:pt x="29451" y="24432"/>
                    <a:pt x="30889" y="25289"/>
                  </a:cubicBezTo>
                  <a:cubicBezTo>
                    <a:pt x="30889" y="25289"/>
                    <a:pt x="29345" y="26339"/>
                    <a:pt x="29624" y="26771"/>
                  </a:cubicBezTo>
                  <a:cubicBezTo>
                    <a:pt x="29871" y="27174"/>
                    <a:pt x="29315" y="28563"/>
                    <a:pt x="29995" y="28563"/>
                  </a:cubicBezTo>
                  <a:cubicBezTo>
                    <a:pt x="30674" y="28563"/>
                    <a:pt x="32063" y="29428"/>
                    <a:pt x="32742" y="30107"/>
                  </a:cubicBezTo>
                  <a:cubicBezTo>
                    <a:pt x="33237" y="30634"/>
                    <a:pt x="33669" y="31219"/>
                    <a:pt x="34040" y="31837"/>
                  </a:cubicBezTo>
                  <a:lnTo>
                    <a:pt x="39817" y="32146"/>
                  </a:lnTo>
                  <a:cubicBezTo>
                    <a:pt x="40403" y="32178"/>
                    <a:pt x="40991" y="32240"/>
                    <a:pt x="41576" y="32393"/>
                  </a:cubicBezTo>
                  <a:cubicBezTo>
                    <a:pt x="41670" y="29584"/>
                    <a:pt x="41329" y="27421"/>
                    <a:pt x="40620" y="25753"/>
                  </a:cubicBezTo>
                  <a:cubicBezTo>
                    <a:pt x="38149" y="19699"/>
                    <a:pt x="33607" y="17537"/>
                    <a:pt x="32960" y="14510"/>
                  </a:cubicBezTo>
                  <a:cubicBezTo>
                    <a:pt x="32310" y="11451"/>
                    <a:pt x="32619" y="11142"/>
                    <a:pt x="32619" y="11142"/>
                  </a:cubicBezTo>
                  <a:cubicBezTo>
                    <a:pt x="33978" y="9783"/>
                    <a:pt x="34534" y="7838"/>
                    <a:pt x="34134" y="5953"/>
                  </a:cubicBezTo>
                  <a:cubicBezTo>
                    <a:pt x="33484" y="2711"/>
                    <a:pt x="31013" y="455"/>
                    <a:pt x="22025" y="22"/>
                  </a:cubicBezTo>
                  <a:cubicBezTo>
                    <a:pt x="21721" y="8"/>
                    <a:pt x="21429" y="1"/>
                    <a:pt x="211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2"/>
            <p:cNvSpPr/>
            <p:nvPr/>
          </p:nvSpPr>
          <p:spPr>
            <a:xfrm>
              <a:off x="1127804" y="2393236"/>
              <a:ext cx="192866" cy="247450"/>
            </a:xfrm>
            <a:custGeom>
              <a:avLst/>
              <a:gdLst/>
              <a:ahLst/>
              <a:cxnLst/>
              <a:rect l="l" t="t" r="r" b="b"/>
              <a:pathLst>
                <a:path w="12109" h="15536" extrusionOk="0">
                  <a:moveTo>
                    <a:pt x="4139" y="0"/>
                  </a:moveTo>
                  <a:lnTo>
                    <a:pt x="4139" y="2192"/>
                  </a:lnTo>
                  <a:lnTo>
                    <a:pt x="0" y="14980"/>
                  </a:lnTo>
                  <a:cubicBezTo>
                    <a:pt x="1409" y="15349"/>
                    <a:pt x="2844" y="15536"/>
                    <a:pt x="4283" y="15536"/>
                  </a:cubicBezTo>
                  <a:cubicBezTo>
                    <a:pt x="5494" y="15536"/>
                    <a:pt x="6707" y="15403"/>
                    <a:pt x="7908" y="15136"/>
                  </a:cubicBezTo>
                  <a:cubicBezTo>
                    <a:pt x="9390" y="14765"/>
                    <a:pt x="10811" y="14147"/>
                    <a:pt x="12108" y="13344"/>
                  </a:cubicBezTo>
                  <a:lnTo>
                    <a:pt x="41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2"/>
            <p:cNvSpPr/>
            <p:nvPr/>
          </p:nvSpPr>
          <p:spPr>
            <a:xfrm>
              <a:off x="957061" y="1866355"/>
              <a:ext cx="1122220" cy="1152689"/>
            </a:xfrm>
            <a:custGeom>
              <a:avLst/>
              <a:gdLst/>
              <a:ahLst/>
              <a:cxnLst/>
              <a:rect l="l" t="t" r="r" b="b"/>
              <a:pathLst>
                <a:path w="70458" h="72371" extrusionOk="0">
                  <a:moveTo>
                    <a:pt x="69199" y="0"/>
                  </a:moveTo>
                  <a:cubicBezTo>
                    <a:pt x="68712" y="0"/>
                    <a:pt x="68055" y="587"/>
                    <a:pt x="67399" y="1419"/>
                  </a:cubicBezTo>
                  <a:cubicBezTo>
                    <a:pt x="66813" y="2284"/>
                    <a:pt x="66319" y="3210"/>
                    <a:pt x="65886" y="4169"/>
                  </a:cubicBezTo>
                  <a:lnTo>
                    <a:pt x="65422" y="4322"/>
                  </a:lnTo>
                  <a:cubicBezTo>
                    <a:pt x="65247" y="3450"/>
                    <a:pt x="64062" y="2990"/>
                    <a:pt x="63614" y="2990"/>
                  </a:cubicBezTo>
                  <a:cubicBezTo>
                    <a:pt x="63586" y="2990"/>
                    <a:pt x="63561" y="2992"/>
                    <a:pt x="63539" y="2995"/>
                  </a:cubicBezTo>
                  <a:cubicBezTo>
                    <a:pt x="63198" y="3057"/>
                    <a:pt x="63353" y="3551"/>
                    <a:pt x="63353" y="3551"/>
                  </a:cubicBezTo>
                  <a:cubicBezTo>
                    <a:pt x="63353" y="3551"/>
                    <a:pt x="63692" y="5496"/>
                    <a:pt x="63692" y="5837"/>
                  </a:cubicBezTo>
                  <a:cubicBezTo>
                    <a:pt x="63477" y="6517"/>
                    <a:pt x="63168" y="7134"/>
                    <a:pt x="62765" y="7720"/>
                  </a:cubicBezTo>
                  <a:cubicBezTo>
                    <a:pt x="62642" y="7844"/>
                    <a:pt x="62550" y="8029"/>
                    <a:pt x="62518" y="8185"/>
                  </a:cubicBezTo>
                  <a:lnTo>
                    <a:pt x="62765" y="11735"/>
                  </a:lnTo>
                  <a:lnTo>
                    <a:pt x="62674" y="14701"/>
                  </a:lnTo>
                  <a:lnTo>
                    <a:pt x="62365" y="14701"/>
                  </a:lnTo>
                  <a:lnTo>
                    <a:pt x="61406" y="18378"/>
                  </a:lnTo>
                  <a:lnTo>
                    <a:pt x="59615" y="22855"/>
                  </a:lnTo>
                  <a:lnTo>
                    <a:pt x="55661" y="31907"/>
                  </a:lnTo>
                  <a:cubicBezTo>
                    <a:pt x="54178" y="31227"/>
                    <a:pt x="52202" y="29342"/>
                    <a:pt x="51678" y="28971"/>
                  </a:cubicBezTo>
                  <a:cubicBezTo>
                    <a:pt x="51151" y="28571"/>
                    <a:pt x="45839" y="23658"/>
                    <a:pt x="45839" y="23658"/>
                  </a:cubicBezTo>
                  <a:cubicBezTo>
                    <a:pt x="45839" y="23658"/>
                    <a:pt x="41700" y="19922"/>
                    <a:pt x="40588" y="18778"/>
                  </a:cubicBezTo>
                  <a:cubicBezTo>
                    <a:pt x="39508" y="17604"/>
                    <a:pt x="39167" y="17513"/>
                    <a:pt x="39167" y="17513"/>
                  </a:cubicBezTo>
                  <a:cubicBezTo>
                    <a:pt x="37975" y="16904"/>
                    <a:pt x="34488" y="16822"/>
                    <a:pt x="32681" y="16822"/>
                  </a:cubicBezTo>
                  <a:cubicBezTo>
                    <a:pt x="32008" y="16822"/>
                    <a:pt x="31568" y="16833"/>
                    <a:pt x="31568" y="16833"/>
                  </a:cubicBezTo>
                  <a:cubicBezTo>
                    <a:pt x="29848" y="14141"/>
                    <a:pt x="28626" y="13610"/>
                    <a:pt x="27930" y="13610"/>
                  </a:cubicBezTo>
                  <a:cubicBezTo>
                    <a:pt x="27475" y="13610"/>
                    <a:pt x="27244" y="13836"/>
                    <a:pt x="27244" y="13836"/>
                  </a:cubicBezTo>
                  <a:lnTo>
                    <a:pt x="26750" y="11644"/>
                  </a:lnTo>
                  <a:cubicBezTo>
                    <a:pt x="26439" y="11839"/>
                    <a:pt x="26027" y="11914"/>
                    <a:pt x="25580" y="11914"/>
                  </a:cubicBezTo>
                  <a:cubicBezTo>
                    <a:pt x="24119" y="11914"/>
                    <a:pt x="22272" y="11118"/>
                    <a:pt x="22272" y="11118"/>
                  </a:cubicBezTo>
                  <a:lnTo>
                    <a:pt x="22272" y="11118"/>
                  </a:lnTo>
                  <a:cubicBezTo>
                    <a:pt x="22272" y="11118"/>
                    <a:pt x="22426" y="12230"/>
                    <a:pt x="22458" y="12818"/>
                  </a:cubicBezTo>
                  <a:cubicBezTo>
                    <a:pt x="22487" y="13436"/>
                    <a:pt x="22519" y="14083"/>
                    <a:pt x="22519" y="14083"/>
                  </a:cubicBezTo>
                  <a:cubicBezTo>
                    <a:pt x="22025" y="14486"/>
                    <a:pt x="21593" y="14948"/>
                    <a:pt x="21222" y="15474"/>
                  </a:cubicBezTo>
                  <a:cubicBezTo>
                    <a:pt x="20696" y="16277"/>
                    <a:pt x="20357" y="17172"/>
                    <a:pt x="20234" y="18131"/>
                  </a:cubicBezTo>
                  <a:lnTo>
                    <a:pt x="19584" y="18625"/>
                  </a:lnTo>
                  <a:lnTo>
                    <a:pt x="9299" y="22702"/>
                  </a:lnTo>
                  <a:lnTo>
                    <a:pt x="7846" y="30115"/>
                  </a:lnTo>
                  <a:lnTo>
                    <a:pt x="6117" y="38793"/>
                  </a:lnTo>
                  <a:lnTo>
                    <a:pt x="5160" y="43582"/>
                  </a:lnTo>
                  <a:lnTo>
                    <a:pt x="4666" y="45250"/>
                  </a:lnTo>
                  <a:lnTo>
                    <a:pt x="3275" y="51396"/>
                  </a:lnTo>
                  <a:lnTo>
                    <a:pt x="2410" y="55967"/>
                  </a:lnTo>
                  <a:lnTo>
                    <a:pt x="1454" y="61527"/>
                  </a:lnTo>
                  <a:lnTo>
                    <a:pt x="651" y="66625"/>
                  </a:lnTo>
                  <a:lnTo>
                    <a:pt x="1" y="70052"/>
                  </a:lnTo>
                  <a:lnTo>
                    <a:pt x="3616" y="72370"/>
                  </a:lnTo>
                  <a:cubicBezTo>
                    <a:pt x="3307" y="71658"/>
                    <a:pt x="3122" y="70887"/>
                    <a:pt x="3028" y="70114"/>
                  </a:cubicBezTo>
                  <a:lnTo>
                    <a:pt x="4481" y="65760"/>
                  </a:lnTo>
                  <a:cubicBezTo>
                    <a:pt x="4975" y="64739"/>
                    <a:pt x="6240" y="61312"/>
                    <a:pt x="6240" y="61312"/>
                  </a:cubicBezTo>
                  <a:lnTo>
                    <a:pt x="10750" y="47813"/>
                  </a:lnTo>
                  <a:lnTo>
                    <a:pt x="14209" y="37002"/>
                  </a:lnTo>
                  <a:lnTo>
                    <a:pt x="15168" y="33822"/>
                  </a:lnTo>
                  <a:lnTo>
                    <a:pt x="15445" y="33728"/>
                  </a:lnTo>
                  <a:lnTo>
                    <a:pt x="21593" y="44662"/>
                  </a:lnTo>
                  <a:cubicBezTo>
                    <a:pt x="21593" y="44662"/>
                    <a:pt x="23261" y="47227"/>
                    <a:pt x="23352" y="47845"/>
                  </a:cubicBezTo>
                  <a:cubicBezTo>
                    <a:pt x="23446" y="48431"/>
                    <a:pt x="22487" y="50716"/>
                    <a:pt x="22487" y="50716"/>
                  </a:cubicBezTo>
                  <a:lnTo>
                    <a:pt x="18595" y="58409"/>
                  </a:lnTo>
                  <a:lnTo>
                    <a:pt x="21746" y="60262"/>
                  </a:lnTo>
                  <a:cubicBezTo>
                    <a:pt x="21746" y="60262"/>
                    <a:pt x="23685" y="61240"/>
                    <a:pt x="27768" y="61240"/>
                  </a:cubicBezTo>
                  <a:cubicBezTo>
                    <a:pt x="29018" y="61240"/>
                    <a:pt x="30468" y="61148"/>
                    <a:pt x="32124" y="60909"/>
                  </a:cubicBezTo>
                  <a:cubicBezTo>
                    <a:pt x="39229" y="59859"/>
                    <a:pt x="41608" y="57729"/>
                    <a:pt x="41608" y="57729"/>
                  </a:cubicBezTo>
                  <a:cubicBezTo>
                    <a:pt x="41361" y="56802"/>
                    <a:pt x="40249" y="49357"/>
                    <a:pt x="40032" y="48030"/>
                  </a:cubicBezTo>
                  <a:cubicBezTo>
                    <a:pt x="39908" y="47165"/>
                    <a:pt x="39908" y="46268"/>
                    <a:pt x="40002" y="45404"/>
                  </a:cubicBezTo>
                  <a:lnTo>
                    <a:pt x="40217" y="40370"/>
                  </a:lnTo>
                  <a:cubicBezTo>
                    <a:pt x="40620" y="39720"/>
                    <a:pt x="42009" y="36878"/>
                    <a:pt x="42041" y="35581"/>
                  </a:cubicBezTo>
                  <a:cubicBezTo>
                    <a:pt x="42070" y="34872"/>
                    <a:pt x="42009" y="34192"/>
                    <a:pt x="41794" y="33513"/>
                  </a:cubicBezTo>
                  <a:lnTo>
                    <a:pt x="41794" y="33513"/>
                  </a:lnTo>
                  <a:lnTo>
                    <a:pt x="43276" y="34222"/>
                  </a:lnTo>
                  <a:cubicBezTo>
                    <a:pt x="43276" y="34222"/>
                    <a:pt x="50410" y="37929"/>
                    <a:pt x="51275" y="38361"/>
                  </a:cubicBezTo>
                  <a:cubicBezTo>
                    <a:pt x="52140" y="38793"/>
                    <a:pt x="54796" y="40123"/>
                    <a:pt x="57238" y="40214"/>
                  </a:cubicBezTo>
                  <a:cubicBezTo>
                    <a:pt x="57271" y="40216"/>
                    <a:pt x="57305" y="40216"/>
                    <a:pt x="57338" y="40216"/>
                  </a:cubicBezTo>
                  <a:cubicBezTo>
                    <a:pt x="59705" y="40216"/>
                    <a:pt x="60697" y="36972"/>
                    <a:pt x="60697" y="36972"/>
                  </a:cubicBezTo>
                  <a:lnTo>
                    <a:pt x="62642" y="31133"/>
                  </a:lnTo>
                  <a:lnTo>
                    <a:pt x="64589" y="24432"/>
                  </a:lnTo>
                  <a:lnTo>
                    <a:pt x="64928" y="22732"/>
                  </a:lnTo>
                  <a:lnTo>
                    <a:pt x="65545" y="19922"/>
                  </a:lnTo>
                  <a:lnTo>
                    <a:pt x="66381" y="16215"/>
                  </a:lnTo>
                  <a:lnTo>
                    <a:pt x="65825" y="15474"/>
                  </a:lnTo>
                  <a:lnTo>
                    <a:pt x="66319" y="13621"/>
                  </a:lnTo>
                  <a:lnTo>
                    <a:pt x="67522" y="12539"/>
                  </a:lnTo>
                  <a:cubicBezTo>
                    <a:pt x="67522" y="12539"/>
                    <a:pt x="68572" y="10871"/>
                    <a:pt x="69190" y="10100"/>
                  </a:cubicBezTo>
                  <a:cubicBezTo>
                    <a:pt x="69778" y="9326"/>
                    <a:pt x="70458" y="8432"/>
                    <a:pt x="70334" y="7381"/>
                  </a:cubicBezTo>
                  <a:cubicBezTo>
                    <a:pt x="70211" y="6331"/>
                    <a:pt x="68325" y="5125"/>
                    <a:pt x="68325" y="5125"/>
                  </a:cubicBezTo>
                  <a:cubicBezTo>
                    <a:pt x="67492" y="4787"/>
                    <a:pt x="68172" y="3860"/>
                    <a:pt x="68172" y="3860"/>
                  </a:cubicBezTo>
                  <a:lnTo>
                    <a:pt x="69746" y="957"/>
                  </a:lnTo>
                  <a:cubicBezTo>
                    <a:pt x="69902" y="648"/>
                    <a:pt x="69808" y="277"/>
                    <a:pt x="69499" y="92"/>
                  </a:cubicBezTo>
                  <a:cubicBezTo>
                    <a:pt x="69409" y="30"/>
                    <a:pt x="69308" y="0"/>
                    <a:pt x="691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2"/>
            <p:cNvSpPr/>
            <p:nvPr/>
          </p:nvSpPr>
          <p:spPr>
            <a:xfrm>
              <a:off x="1161729" y="1669523"/>
              <a:ext cx="281933" cy="123518"/>
            </a:xfrm>
            <a:custGeom>
              <a:avLst/>
              <a:gdLst/>
              <a:ahLst/>
              <a:cxnLst/>
              <a:rect l="l" t="t" r="r" b="b"/>
              <a:pathLst>
                <a:path w="17701" h="7755" extrusionOk="0">
                  <a:moveTo>
                    <a:pt x="5869" y="1"/>
                  </a:moveTo>
                  <a:cubicBezTo>
                    <a:pt x="2009" y="1"/>
                    <a:pt x="62" y="4263"/>
                    <a:pt x="32" y="4295"/>
                  </a:cubicBezTo>
                  <a:cubicBezTo>
                    <a:pt x="0" y="4357"/>
                    <a:pt x="32" y="4449"/>
                    <a:pt x="94" y="4481"/>
                  </a:cubicBezTo>
                  <a:cubicBezTo>
                    <a:pt x="111" y="4489"/>
                    <a:pt x="129" y="4492"/>
                    <a:pt x="148" y="4492"/>
                  </a:cubicBezTo>
                  <a:cubicBezTo>
                    <a:pt x="200" y="4492"/>
                    <a:pt x="256" y="4464"/>
                    <a:pt x="279" y="4419"/>
                  </a:cubicBezTo>
                  <a:cubicBezTo>
                    <a:pt x="309" y="4357"/>
                    <a:pt x="2195" y="280"/>
                    <a:pt x="5869" y="280"/>
                  </a:cubicBezTo>
                  <a:cubicBezTo>
                    <a:pt x="9576" y="280"/>
                    <a:pt x="17359" y="7631"/>
                    <a:pt x="17453" y="7723"/>
                  </a:cubicBezTo>
                  <a:cubicBezTo>
                    <a:pt x="17483" y="7723"/>
                    <a:pt x="17515" y="7755"/>
                    <a:pt x="17545" y="7755"/>
                  </a:cubicBezTo>
                  <a:cubicBezTo>
                    <a:pt x="17577" y="7755"/>
                    <a:pt x="17606" y="7723"/>
                    <a:pt x="17639" y="7693"/>
                  </a:cubicBezTo>
                  <a:cubicBezTo>
                    <a:pt x="17700" y="7661"/>
                    <a:pt x="17668" y="7570"/>
                    <a:pt x="17639" y="7508"/>
                  </a:cubicBezTo>
                  <a:cubicBezTo>
                    <a:pt x="17298" y="7229"/>
                    <a:pt x="9669" y="1"/>
                    <a:pt x="5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2"/>
            <p:cNvSpPr/>
            <p:nvPr/>
          </p:nvSpPr>
          <p:spPr>
            <a:xfrm>
              <a:off x="1187818" y="1720140"/>
              <a:ext cx="138744" cy="76834"/>
            </a:xfrm>
            <a:custGeom>
              <a:avLst/>
              <a:gdLst/>
              <a:ahLst/>
              <a:cxnLst/>
              <a:rect l="l" t="t" r="r" b="b"/>
              <a:pathLst>
                <a:path w="8711" h="4824" extrusionOk="0">
                  <a:moveTo>
                    <a:pt x="3981" y="1"/>
                  </a:moveTo>
                  <a:cubicBezTo>
                    <a:pt x="1732" y="1"/>
                    <a:pt x="62" y="1740"/>
                    <a:pt x="62" y="1765"/>
                  </a:cubicBezTo>
                  <a:cubicBezTo>
                    <a:pt x="1" y="1797"/>
                    <a:pt x="1" y="1888"/>
                    <a:pt x="62" y="1920"/>
                  </a:cubicBezTo>
                  <a:cubicBezTo>
                    <a:pt x="93" y="1951"/>
                    <a:pt x="124" y="1967"/>
                    <a:pt x="155" y="1967"/>
                  </a:cubicBezTo>
                  <a:cubicBezTo>
                    <a:pt x="186" y="1967"/>
                    <a:pt x="217" y="1951"/>
                    <a:pt x="248" y="1920"/>
                  </a:cubicBezTo>
                  <a:cubicBezTo>
                    <a:pt x="272" y="1920"/>
                    <a:pt x="1857" y="253"/>
                    <a:pt x="3984" y="253"/>
                  </a:cubicBezTo>
                  <a:cubicBezTo>
                    <a:pt x="4399" y="253"/>
                    <a:pt x="4833" y="316"/>
                    <a:pt x="5281" y="468"/>
                  </a:cubicBezTo>
                  <a:cubicBezTo>
                    <a:pt x="7999" y="1364"/>
                    <a:pt x="8432" y="4668"/>
                    <a:pt x="8432" y="4700"/>
                  </a:cubicBezTo>
                  <a:cubicBezTo>
                    <a:pt x="8464" y="4762"/>
                    <a:pt x="8494" y="4824"/>
                    <a:pt x="8555" y="4824"/>
                  </a:cubicBezTo>
                  <a:lnTo>
                    <a:pt x="8587" y="4824"/>
                  </a:lnTo>
                  <a:cubicBezTo>
                    <a:pt x="8649" y="4824"/>
                    <a:pt x="8711" y="4762"/>
                    <a:pt x="8711" y="4668"/>
                  </a:cubicBezTo>
                  <a:cubicBezTo>
                    <a:pt x="8711" y="4639"/>
                    <a:pt x="8246" y="1179"/>
                    <a:pt x="5343" y="220"/>
                  </a:cubicBezTo>
                  <a:cubicBezTo>
                    <a:pt x="4873" y="66"/>
                    <a:pt x="4416" y="1"/>
                    <a:pt x="3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2"/>
            <p:cNvSpPr/>
            <p:nvPr/>
          </p:nvSpPr>
          <p:spPr>
            <a:xfrm>
              <a:off x="959036" y="1753954"/>
              <a:ext cx="240091" cy="679133"/>
            </a:xfrm>
            <a:custGeom>
              <a:avLst/>
              <a:gdLst/>
              <a:ahLst/>
              <a:cxnLst/>
              <a:rect l="l" t="t" r="r" b="b"/>
              <a:pathLst>
                <a:path w="15074" h="42639" extrusionOk="0">
                  <a:moveTo>
                    <a:pt x="12595" y="1"/>
                  </a:moveTo>
                  <a:cubicBezTo>
                    <a:pt x="12576" y="1"/>
                    <a:pt x="12557" y="5"/>
                    <a:pt x="12541" y="12"/>
                  </a:cubicBezTo>
                  <a:cubicBezTo>
                    <a:pt x="12511" y="45"/>
                    <a:pt x="9081" y="1989"/>
                    <a:pt x="8805" y="5572"/>
                  </a:cubicBezTo>
                  <a:cubicBezTo>
                    <a:pt x="8681" y="7396"/>
                    <a:pt x="9946" y="9435"/>
                    <a:pt x="11276" y="11565"/>
                  </a:cubicBezTo>
                  <a:cubicBezTo>
                    <a:pt x="12573" y="13635"/>
                    <a:pt x="13932" y="15798"/>
                    <a:pt x="14241" y="18083"/>
                  </a:cubicBezTo>
                  <a:cubicBezTo>
                    <a:pt x="14797" y="21881"/>
                    <a:pt x="12635" y="23272"/>
                    <a:pt x="8711" y="25805"/>
                  </a:cubicBezTo>
                  <a:cubicBezTo>
                    <a:pt x="7816" y="26361"/>
                    <a:pt x="6796" y="27009"/>
                    <a:pt x="5746" y="27750"/>
                  </a:cubicBezTo>
                  <a:cubicBezTo>
                    <a:pt x="0" y="31704"/>
                    <a:pt x="865" y="40508"/>
                    <a:pt x="2195" y="42576"/>
                  </a:cubicBezTo>
                  <a:cubicBezTo>
                    <a:pt x="2195" y="42638"/>
                    <a:pt x="2256" y="42638"/>
                    <a:pt x="2286" y="42638"/>
                  </a:cubicBezTo>
                  <a:lnTo>
                    <a:pt x="2348" y="42638"/>
                  </a:lnTo>
                  <a:cubicBezTo>
                    <a:pt x="2410" y="42576"/>
                    <a:pt x="2442" y="42515"/>
                    <a:pt x="2410" y="42453"/>
                  </a:cubicBezTo>
                  <a:cubicBezTo>
                    <a:pt x="1236" y="40661"/>
                    <a:pt x="247" y="31859"/>
                    <a:pt x="5901" y="27967"/>
                  </a:cubicBezTo>
                  <a:cubicBezTo>
                    <a:pt x="6951" y="27226"/>
                    <a:pt x="7969" y="26576"/>
                    <a:pt x="8834" y="26020"/>
                  </a:cubicBezTo>
                  <a:cubicBezTo>
                    <a:pt x="12726" y="23520"/>
                    <a:pt x="15074" y="22005"/>
                    <a:pt x="14518" y="18051"/>
                  </a:cubicBezTo>
                  <a:cubicBezTo>
                    <a:pt x="14179" y="15704"/>
                    <a:pt x="12820" y="13512"/>
                    <a:pt x="11491" y="11411"/>
                  </a:cubicBezTo>
                  <a:cubicBezTo>
                    <a:pt x="10164" y="9311"/>
                    <a:pt x="8928" y="7334"/>
                    <a:pt x="9081" y="5572"/>
                  </a:cubicBezTo>
                  <a:cubicBezTo>
                    <a:pt x="9329" y="2175"/>
                    <a:pt x="12635" y="260"/>
                    <a:pt x="12664" y="260"/>
                  </a:cubicBezTo>
                  <a:cubicBezTo>
                    <a:pt x="12726" y="230"/>
                    <a:pt x="12758" y="136"/>
                    <a:pt x="12726" y="74"/>
                  </a:cubicBezTo>
                  <a:cubicBezTo>
                    <a:pt x="12704" y="29"/>
                    <a:pt x="12648" y="1"/>
                    <a:pt x="12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2"/>
            <p:cNvSpPr/>
            <p:nvPr/>
          </p:nvSpPr>
          <p:spPr>
            <a:xfrm>
              <a:off x="1003824" y="2446371"/>
              <a:ext cx="37398" cy="40822"/>
            </a:xfrm>
            <a:custGeom>
              <a:avLst/>
              <a:gdLst/>
              <a:ahLst/>
              <a:cxnLst/>
              <a:rect l="l" t="t" r="r" b="b"/>
              <a:pathLst>
                <a:path w="2348" h="2563" extrusionOk="0">
                  <a:moveTo>
                    <a:pt x="92" y="0"/>
                  </a:moveTo>
                  <a:cubicBezTo>
                    <a:pt x="30" y="30"/>
                    <a:pt x="0" y="124"/>
                    <a:pt x="30" y="186"/>
                  </a:cubicBezTo>
                  <a:cubicBezTo>
                    <a:pt x="62" y="247"/>
                    <a:pt x="895" y="2007"/>
                    <a:pt x="2130" y="2563"/>
                  </a:cubicBezTo>
                  <a:lnTo>
                    <a:pt x="2192" y="2563"/>
                  </a:lnTo>
                  <a:cubicBezTo>
                    <a:pt x="2254" y="2563"/>
                    <a:pt x="2286" y="2533"/>
                    <a:pt x="2316" y="2501"/>
                  </a:cubicBezTo>
                  <a:cubicBezTo>
                    <a:pt x="2348" y="2439"/>
                    <a:pt x="2316" y="2348"/>
                    <a:pt x="2254" y="2316"/>
                  </a:cubicBezTo>
                  <a:cubicBezTo>
                    <a:pt x="1080" y="1792"/>
                    <a:pt x="277" y="92"/>
                    <a:pt x="277" y="92"/>
                  </a:cubicBezTo>
                  <a:cubicBezTo>
                    <a:pt x="247" y="0"/>
                    <a:pt x="154"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2"/>
            <p:cNvSpPr/>
            <p:nvPr/>
          </p:nvSpPr>
          <p:spPr>
            <a:xfrm>
              <a:off x="1158767" y="1901061"/>
              <a:ext cx="103847" cy="274733"/>
            </a:xfrm>
            <a:custGeom>
              <a:avLst/>
              <a:gdLst/>
              <a:ahLst/>
              <a:cxnLst/>
              <a:rect l="l" t="t" r="r" b="b"/>
              <a:pathLst>
                <a:path w="6520" h="17249" extrusionOk="0">
                  <a:moveTo>
                    <a:pt x="478" y="1"/>
                  </a:moveTo>
                  <a:cubicBezTo>
                    <a:pt x="434" y="1"/>
                    <a:pt x="395" y="30"/>
                    <a:pt x="372" y="75"/>
                  </a:cubicBezTo>
                  <a:cubicBezTo>
                    <a:pt x="1" y="816"/>
                    <a:pt x="63" y="1681"/>
                    <a:pt x="495" y="2390"/>
                  </a:cubicBezTo>
                  <a:cubicBezTo>
                    <a:pt x="651" y="2670"/>
                    <a:pt x="1051" y="3193"/>
                    <a:pt x="1545" y="3873"/>
                  </a:cubicBezTo>
                  <a:cubicBezTo>
                    <a:pt x="3184" y="6129"/>
                    <a:pt x="6240" y="10330"/>
                    <a:pt x="5931" y="12492"/>
                  </a:cubicBezTo>
                  <a:cubicBezTo>
                    <a:pt x="5499" y="15240"/>
                    <a:pt x="2875" y="17002"/>
                    <a:pt x="2843" y="17002"/>
                  </a:cubicBezTo>
                  <a:cubicBezTo>
                    <a:pt x="2781" y="17031"/>
                    <a:pt x="2781" y="17125"/>
                    <a:pt x="2813" y="17187"/>
                  </a:cubicBezTo>
                  <a:cubicBezTo>
                    <a:pt x="2843" y="17217"/>
                    <a:pt x="2875" y="17249"/>
                    <a:pt x="2936" y="17249"/>
                  </a:cubicBezTo>
                  <a:cubicBezTo>
                    <a:pt x="2936" y="17249"/>
                    <a:pt x="2966" y="17249"/>
                    <a:pt x="2998" y="17217"/>
                  </a:cubicBezTo>
                  <a:cubicBezTo>
                    <a:pt x="3122" y="17155"/>
                    <a:pt x="5746" y="15396"/>
                    <a:pt x="6179" y="12522"/>
                  </a:cubicBezTo>
                  <a:cubicBezTo>
                    <a:pt x="6520" y="10268"/>
                    <a:pt x="3522" y="6159"/>
                    <a:pt x="1731" y="3720"/>
                  </a:cubicBezTo>
                  <a:cubicBezTo>
                    <a:pt x="1269" y="3040"/>
                    <a:pt x="866" y="2514"/>
                    <a:pt x="713" y="2237"/>
                  </a:cubicBezTo>
                  <a:cubicBezTo>
                    <a:pt x="342" y="1619"/>
                    <a:pt x="280" y="846"/>
                    <a:pt x="589" y="199"/>
                  </a:cubicBezTo>
                  <a:cubicBezTo>
                    <a:pt x="619" y="137"/>
                    <a:pt x="589" y="43"/>
                    <a:pt x="527" y="13"/>
                  </a:cubicBezTo>
                  <a:cubicBezTo>
                    <a:pt x="511" y="5"/>
                    <a:pt x="494" y="1"/>
                    <a:pt x="4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2"/>
            <p:cNvSpPr/>
            <p:nvPr/>
          </p:nvSpPr>
          <p:spPr>
            <a:xfrm>
              <a:off x="1155820" y="1753954"/>
              <a:ext cx="54138" cy="138474"/>
            </a:xfrm>
            <a:custGeom>
              <a:avLst/>
              <a:gdLst/>
              <a:ahLst/>
              <a:cxnLst/>
              <a:rect l="l" t="t" r="r" b="b"/>
              <a:pathLst>
                <a:path w="3399" h="8694" extrusionOk="0">
                  <a:moveTo>
                    <a:pt x="3237" y="1"/>
                  </a:moveTo>
                  <a:cubicBezTo>
                    <a:pt x="3218" y="1"/>
                    <a:pt x="3200" y="5"/>
                    <a:pt x="3183" y="12"/>
                  </a:cubicBezTo>
                  <a:cubicBezTo>
                    <a:pt x="3151" y="45"/>
                    <a:pt x="1" y="1465"/>
                    <a:pt x="124" y="4616"/>
                  </a:cubicBezTo>
                  <a:cubicBezTo>
                    <a:pt x="248" y="7767"/>
                    <a:pt x="927" y="8599"/>
                    <a:pt x="959" y="8631"/>
                  </a:cubicBezTo>
                  <a:cubicBezTo>
                    <a:pt x="989" y="8661"/>
                    <a:pt x="1021" y="8693"/>
                    <a:pt x="1083" y="8693"/>
                  </a:cubicBezTo>
                  <a:cubicBezTo>
                    <a:pt x="1113" y="8693"/>
                    <a:pt x="1145" y="8693"/>
                    <a:pt x="1145" y="8661"/>
                  </a:cubicBezTo>
                  <a:cubicBezTo>
                    <a:pt x="1206" y="8631"/>
                    <a:pt x="1206" y="8538"/>
                    <a:pt x="1174" y="8476"/>
                  </a:cubicBezTo>
                  <a:cubicBezTo>
                    <a:pt x="1174" y="8476"/>
                    <a:pt x="527" y="7643"/>
                    <a:pt x="371" y="4616"/>
                  </a:cubicBezTo>
                  <a:cubicBezTo>
                    <a:pt x="248" y="1619"/>
                    <a:pt x="3275" y="260"/>
                    <a:pt x="3307" y="260"/>
                  </a:cubicBezTo>
                  <a:cubicBezTo>
                    <a:pt x="3369" y="230"/>
                    <a:pt x="3398" y="136"/>
                    <a:pt x="3369" y="74"/>
                  </a:cubicBezTo>
                  <a:cubicBezTo>
                    <a:pt x="3345" y="29"/>
                    <a:pt x="3290" y="1"/>
                    <a:pt x="32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2"/>
            <p:cNvSpPr/>
            <p:nvPr/>
          </p:nvSpPr>
          <p:spPr>
            <a:xfrm>
              <a:off x="1438724" y="1918772"/>
              <a:ext cx="110696" cy="194523"/>
            </a:xfrm>
            <a:custGeom>
              <a:avLst/>
              <a:gdLst/>
              <a:ahLst/>
              <a:cxnLst/>
              <a:rect l="l" t="t" r="r" b="b"/>
              <a:pathLst>
                <a:path w="6950" h="12213" extrusionOk="0">
                  <a:moveTo>
                    <a:pt x="147" y="1"/>
                  </a:moveTo>
                  <a:cubicBezTo>
                    <a:pt x="128" y="1"/>
                    <a:pt x="109" y="5"/>
                    <a:pt x="92" y="13"/>
                  </a:cubicBezTo>
                  <a:cubicBezTo>
                    <a:pt x="30" y="43"/>
                    <a:pt x="0" y="105"/>
                    <a:pt x="30" y="166"/>
                  </a:cubicBezTo>
                  <a:cubicBezTo>
                    <a:pt x="1019" y="2390"/>
                    <a:pt x="2348" y="4429"/>
                    <a:pt x="4016" y="6191"/>
                  </a:cubicBezTo>
                  <a:cubicBezTo>
                    <a:pt x="6393" y="8568"/>
                    <a:pt x="6672" y="12060"/>
                    <a:pt x="6672" y="12089"/>
                  </a:cubicBezTo>
                  <a:cubicBezTo>
                    <a:pt x="6672" y="12151"/>
                    <a:pt x="6734" y="12213"/>
                    <a:pt x="6796" y="12213"/>
                  </a:cubicBezTo>
                  <a:lnTo>
                    <a:pt x="6825" y="12213"/>
                  </a:lnTo>
                  <a:cubicBezTo>
                    <a:pt x="6887" y="12213"/>
                    <a:pt x="6949" y="12151"/>
                    <a:pt x="6949" y="12060"/>
                  </a:cubicBezTo>
                  <a:cubicBezTo>
                    <a:pt x="6919" y="12027"/>
                    <a:pt x="6640" y="8444"/>
                    <a:pt x="4201" y="6006"/>
                  </a:cubicBezTo>
                  <a:cubicBezTo>
                    <a:pt x="2563" y="4276"/>
                    <a:pt x="1236" y="2267"/>
                    <a:pt x="277" y="75"/>
                  </a:cubicBezTo>
                  <a:cubicBezTo>
                    <a:pt x="256" y="30"/>
                    <a:pt x="200" y="1"/>
                    <a:pt x="1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2"/>
            <p:cNvSpPr/>
            <p:nvPr/>
          </p:nvSpPr>
          <p:spPr>
            <a:xfrm>
              <a:off x="1483990" y="2041764"/>
              <a:ext cx="24098" cy="77949"/>
            </a:xfrm>
            <a:custGeom>
              <a:avLst/>
              <a:gdLst/>
              <a:ahLst/>
              <a:cxnLst/>
              <a:rect l="l" t="t" r="r" b="b"/>
              <a:pathLst>
                <a:path w="1513" h="4894" extrusionOk="0">
                  <a:moveTo>
                    <a:pt x="173" y="1"/>
                  </a:moveTo>
                  <a:cubicBezTo>
                    <a:pt x="157" y="1"/>
                    <a:pt x="140" y="5"/>
                    <a:pt x="124" y="13"/>
                  </a:cubicBezTo>
                  <a:cubicBezTo>
                    <a:pt x="30" y="43"/>
                    <a:pt x="0" y="105"/>
                    <a:pt x="30" y="199"/>
                  </a:cubicBezTo>
                  <a:cubicBezTo>
                    <a:pt x="62" y="199"/>
                    <a:pt x="1265" y="3040"/>
                    <a:pt x="1265" y="4738"/>
                  </a:cubicBezTo>
                  <a:cubicBezTo>
                    <a:pt x="1265" y="4832"/>
                    <a:pt x="1297" y="4894"/>
                    <a:pt x="1389" y="4894"/>
                  </a:cubicBezTo>
                  <a:cubicBezTo>
                    <a:pt x="1451" y="4894"/>
                    <a:pt x="1512" y="4832"/>
                    <a:pt x="1512" y="4738"/>
                  </a:cubicBezTo>
                  <a:cubicBezTo>
                    <a:pt x="1512" y="2979"/>
                    <a:pt x="339" y="199"/>
                    <a:pt x="277" y="75"/>
                  </a:cubicBezTo>
                  <a:cubicBezTo>
                    <a:pt x="255" y="30"/>
                    <a:pt x="216"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2"/>
            <p:cNvSpPr/>
            <p:nvPr/>
          </p:nvSpPr>
          <p:spPr>
            <a:xfrm>
              <a:off x="1285709" y="2104423"/>
              <a:ext cx="13777" cy="27093"/>
            </a:xfrm>
            <a:custGeom>
              <a:avLst/>
              <a:gdLst/>
              <a:ahLst/>
              <a:cxnLst/>
              <a:rect l="l" t="t" r="r" b="b"/>
              <a:pathLst>
                <a:path w="865" h="1701" extrusionOk="0">
                  <a:moveTo>
                    <a:pt x="865" y="1"/>
                  </a:moveTo>
                  <a:lnTo>
                    <a:pt x="865" y="1"/>
                  </a:lnTo>
                  <a:cubicBezTo>
                    <a:pt x="494" y="433"/>
                    <a:pt x="247" y="927"/>
                    <a:pt x="62" y="1392"/>
                  </a:cubicBezTo>
                  <a:cubicBezTo>
                    <a:pt x="32" y="1483"/>
                    <a:pt x="0" y="1607"/>
                    <a:pt x="0" y="1701"/>
                  </a:cubicBezTo>
                  <a:cubicBezTo>
                    <a:pt x="124" y="1330"/>
                    <a:pt x="309" y="960"/>
                    <a:pt x="526" y="619"/>
                  </a:cubicBezTo>
                  <a:cubicBezTo>
                    <a:pt x="650" y="404"/>
                    <a:pt x="741" y="186"/>
                    <a:pt x="8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2"/>
            <p:cNvSpPr/>
            <p:nvPr/>
          </p:nvSpPr>
          <p:spPr>
            <a:xfrm>
              <a:off x="1283734" y="2126594"/>
              <a:ext cx="2963" cy="9334"/>
            </a:xfrm>
            <a:custGeom>
              <a:avLst/>
              <a:gdLst/>
              <a:ahLst/>
              <a:cxnLst/>
              <a:rect l="l" t="t" r="r" b="b"/>
              <a:pathLst>
                <a:path w="186" h="586" extrusionOk="0">
                  <a:moveTo>
                    <a:pt x="186" y="0"/>
                  </a:moveTo>
                  <a:lnTo>
                    <a:pt x="186" y="0"/>
                  </a:lnTo>
                  <a:cubicBezTo>
                    <a:pt x="176" y="30"/>
                    <a:pt x="166" y="63"/>
                    <a:pt x="157" y="97"/>
                  </a:cubicBezTo>
                  <a:lnTo>
                    <a:pt x="157" y="97"/>
                  </a:lnTo>
                  <a:cubicBezTo>
                    <a:pt x="167" y="65"/>
                    <a:pt x="176" y="33"/>
                    <a:pt x="186" y="0"/>
                  </a:cubicBezTo>
                  <a:close/>
                  <a:moveTo>
                    <a:pt x="157" y="97"/>
                  </a:moveTo>
                  <a:cubicBezTo>
                    <a:pt x="105" y="272"/>
                    <a:pt x="53" y="429"/>
                    <a:pt x="0" y="586"/>
                  </a:cubicBezTo>
                  <a:cubicBezTo>
                    <a:pt x="33" y="494"/>
                    <a:pt x="62" y="400"/>
                    <a:pt x="124" y="309"/>
                  </a:cubicBezTo>
                  <a:cubicBezTo>
                    <a:pt x="124" y="246"/>
                    <a:pt x="139" y="169"/>
                    <a:pt x="157" y="97"/>
                  </a:cubicBezTo>
                  <a:close/>
                </a:path>
              </a:pathLst>
            </a:custGeom>
            <a:solidFill>
              <a:srgbClr val="9399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2"/>
            <p:cNvSpPr/>
            <p:nvPr/>
          </p:nvSpPr>
          <p:spPr>
            <a:xfrm>
              <a:off x="1280309" y="2114266"/>
              <a:ext cx="13793" cy="39882"/>
            </a:xfrm>
            <a:custGeom>
              <a:avLst/>
              <a:gdLst/>
              <a:ahLst/>
              <a:cxnLst/>
              <a:rect l="l" t="t" r="r" b="b"/>
              <a:pathLst>
                <a:path w="866" h="2504" extrusionOk="0">
                  <a:moveTo>
                    <a:pt x="865" y="1"/>
                  </a:moveTo>
                  <a:cubicBezTo>
                    <a:pt x="648" y="342"/>
                    <a:pt x="463" y="712"/>
                    <a:pt x="339" y="1083"/>
                  </a:cubicBezTo>
                  <a:cubicBezTo>
                    <a:pt x="277" y="1174"/>
                    <a:pt x="248" y="1268"/>
                    <a:pt x="215" y="1360"/>
                  </a:cubicBezTo>
                  <a:cubicBezTo>
                    <a:pt x="30" y="2010"/>
                    <a:pt x="0" y="2504"/>
                    <a:pt x="0" y="2504"/>
                  </a:cubicBezTo>
                  <a:cubicBezTo>
                    <a:pt x="0" y="2504"/>
                    <a:pt x="309" y="1268"/>
                    <a:pt x="8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2"/>
            <p:cNvSpPr/>
            <p:nvPr/>
          </p:nvSpPr>
          <p:spPr>
            <a:xfrm>
              <a:off x="1306367" y="2039487"/>
              <a:ext cx="124505" cy="220930"/>
            </a:xfrm>
            <a:custGeom>
              <a:avLst/>
              <a:gdLst/>
              <a:ahLst/>
              <a:cxnLst/>
              <a:rect l="l" t="t" r="r" b="b"/>
              <a:pathLst>
                <a:path w="7817" h="13871" extrusionOk="0">
                  <a:moveTo>
                    <a:pt x="280" y="1"/>
                  </a:moveTo>
                  <a:cubicBezTo>
                    <a:pt x="124" y="33"/>
                    <a:pt x="0" y="156"/>
                    <a:pt x="32" y="280"/>
                  </a:cubicBezTo>
                  <a:cubicBezTo>
                    <a:pt x="32" y="309"/>
                    <a:pt x="124" y="2380"/>
                    <a:pt x="465" y="4542"/>
                  </a:cubicBezTo>
                  <a:lnTo>
                    <a:pt x="527" y="4913"/>
                  </a:lnTo>
                  <a:cubicBezTo>
                    <a:pt x="803" y="6766"/>
                    <a:pt x="865" y="6981"/>
                    <a:pt x="2780" y="9391"/>
                  </a:cubicBezTo>
                  <a:cubicBezTo>
                    <a:pt x="3151" y="9855"/>
                    <a:pt x="6363" y="13871"/>
                    <a:pt x="7384" y="13871"/>
                  </a:cubicBezTo>
                  <a:lnTo>
                    <a:pt x="7413" y="13871"/>
                  </a:lnTo>
                  <a:cubicBezTo>
                    <a:pt x="7537" y="13871"/>
                    <a:pt x="7661" y="13838"/>
                    <a:pt x="7722" y="13715"/>
                  </a:cubicBezTo>
                  <a:cubicBezTo>
                    <a:pt x="7816" y="13623"/>
                    <a:pt x="7784" y="13438"/>
                    <a:pt x="7661" y="13376"/>
                  </a:cubicBezTo>
                  <a:cubicBezTo>
                    <a:pt x="7610" y="13325"/>
                    <a:pt x="7550" y="13301"/>
                    <a:pt x="7490" y="13301"/>
                  </a:cubicBezTo>
                  <a:cubicBezTo>
                    <a:pt x="7442" y="13301"/>
                    <a:pt x="7394" y="13317"/>
                    <a:pt x="7352" y="13344"/>
                  </a:cubicBezTo>
                  <a:cubicBezTo>
                    <a:pt x="6951" y="13282"/>
                    <a:pt x="5313" y="11770"/>
                    <a:pt x="3183" y="9082"/>
                  </a:cubicBezTo>
                  <a:cubicBezTo>
                    <a:pt x="1298" y="6705"/>
                    <a:pt x="1298" y="6611"/>
                    <a:pt x="1021" y="4851"/>
                  </a:cubicBezTo>
                  <a:lnTo>
                    <a:pt x="959" y="4448"/>
                  </a:lnTo>
                  <a:cubicBezTo>
                    <a:pt x="650" y="2318"/>
                    <a:pt x="527" y="280"/>
                    <a:pt x="527" y="248"/>
                  </a:cubicBezTo>
                  <a:cubicBezTo>
                    <a:pt x="527" y="124"/>
                    <a:pt x="403" y="1"/>
                    <a:pt x="2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2"/>
            <p:cNvSpPr/>
            <p:nvPr/>
          </p:nvSpPr>
          <p:spPr>
            <a:xfrm>
              <a:off x="1382134" y="2049744"/>
              <a:ext cx="53134" cy="197883"/>
            </a:xfrm>
            <a:custGeom>
              <a:avLst/>
              <a:gdLst/>
              <a:ahLst/>
              <a:cxnLst/>
              <a:rect l="l" t="t" r="r" b="b"/>
              <a:pathLst>
                <a:path w="3336" h="12424" extrusionOk="0">
                  <a:moveTo>
                    <a:pt x="277" y="0"/>
                  </a:moveTo>
                  <a:cubicBezTo>
                    <a:pt x="257" y="0"/>
                    <a:pt x="238" y="2"/>
                    <a:pt x="218" y="6"/>
                  </a:cubicBezTo>
                  <a:cubicBezTo>
                    <a:pt x="94" y="36"/>
                    <a:pt x="0" y="160"/>
                    <a:pt x="32" y="315"/>
                  </a:cubicBezTo>
                  <a:cubicBezTo>
                    <a:pt x="124" y="871"/>
                    <a:pt x="185" y="1427"/>
                    <a:pt x="247" y="1983"/>
                  </a:cubicBezTo>
                  <a:cubicBezTo>
                    <a:pt x="247" y="2292"/>
                    <a:pt x="403" y="2569"/>
                    <a:pt x="712" y="3034"/>
                  </a:cubicBezTo>
                  <a:cubicBezTo>
                    <a:pt x="1082" y="3619"/>
                    <a:pt x="1638" y="4516"/>
                    <a:pt x="2071" y="5967"/>
                  </a:cubicBezTo>
                  <a:cubicBezTo>
                    <a:pt x="2812" y="8376"/>
                    <a:pt x="2627" y="12115"/>
                    <a:pt x="2595" y="12144"/>
                  </a:cubicBezTo>
                  <a:cubicBezTo>
                    <a:pt x="2595" y="12300"/>
                    <a:pt x="2718" y="12423"/>
                    <a:pt x="2842" y="12423"/>
                  </a:cubicBezTo>
                  <a:lnTo>
                    <a:pt x="2874" y="12423"/>
                  </a:lnTo>
                  <a:cubicBezTo>
                    <a:pt x="2997" y="12423"/>
                    <a:pt x="3121" y="12330"/>
                    <a:pt x="3121" y="12176"/>
                  </a:cubicBezTo>
                  <a:cubicBezTo>
                    <a:pt x="3151" y="12021"/>
                    <a:pt x="3336" y="8314"/>
                    <a:pt x="2565" y="5813"/>
                  </a:cubicBezTo>
                  <a:cubicBezTo>
                    <a:pt x="2100" y="4299"/>
                    <a:pt x="1515" y="3372"/>
                    <a:pt x="1144" y="2754"/>
                  </a:cubicBezTo>
                  <a:cubicBezTo>
                    <a:pt x="927" y="2416"/>
                    <a:pt x="741" y="2137"/>
                    <a:pt x="741" y="1983"/>
                  </a:cubicBezTo>
                  <a:cubicBezTo>
                    <a:pt x="712" y="1395"/>
                    <a:pt x="650" y="777"/>
                    <a:pt x="526" y="221"/>
                  </a:cubicBezTo>
                  <a:cubicBezTo>
                    <a:pt x="499" y="88"/>
                    <a:pt x="402" y="0"/>
                    <a:pt x="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2"/>
            <p:cNvSpPr/>
            <p:nvPr/>
          </p:nvSpPr>
          <p:spPr>
            <a:xfrm>
              <a:off x="1268507" y="2089611"/>
              <a:ext cx="100375" cy="229850"/>
            </a:xfrm>
            <a:custGeom>
              <a:avLst/>
              <a:gdLst/>
              <a:ahLst/>
              <a:cxnLst/>
              <a:rect l="l" t="t" r="r" b="b"/>
              <a:pathLst>
                <a:path w="6302" h="14431" extrusionOk="0">
                  <a:moveTo>
                    <a:pt x="2653" y="1"/>
                  </a:moveTo>
                  <a:cubicBezTo>
                    <a:pt x="2592" y="1"/>
                    <a:pt x="2528" y="24"/>
                    <a:pt x="2471" y="66"/>
                  </a:cubicBezTo>
                  <a:cubicBezTo>
                    <a:pt x="1574" y="901"/>
                    <a:pt x="956" y="1951"/>
                    <a:pt x="680" y="3155"/>
                  </a:cubicBezTo>
                  <a:cubicBezTo>
                    <a:pt x="339" y="4855"/>
                    <a:pt x="30" y="6923"/>
                    <a:pt x="30" y="6923"/>
                  </a:cubicBezTo>
                  <a:lnTo>
                    <a:pt x="0" y="7017"/>
                  </a:lnTo>
                  <a:lnTo>
                    <a:pt x="3707" y="14430"/>
                  </a:lnTo>
                  <a:lnTo>
                    <a:pt x="3892" y="13751"/>
                  </a:lnTo>
                  <a:cubicBezTo>
                    <a:pt x="4169" y="12607"/>
                    <a:pt x="4601" y="11495"/>
                    <a:pt x="5157" y="10444"/>
                  </a:cubicBezTo>
                  <a:cubicBezTo>
                    <a:pt x="5404" y="9950"/>
                    <a:pt x="5775" y="9488"/>
                    <a:pt x="6178" y="9117"/>
                  </a:cubicBezTo>
                  <a:cubicBezTo>
                    <a:pt x="6269" y="9024"/>
                    <a:pt x="6301" y="8838"/>
                    <a:pt x="6178" y="8747"/>
                  </a:cubicBezTo>
                  <a:cubicBezTo>
                    <a:pt x="6128" y="8697"/>
                    <a:pt x="6061" y="8665"/>
                    <a:pt x="5995" y="8665"/>
                  </a:cubicBezTo>
                  <a:cubicBezTo>
                    <a:pt x="5937" y="8665"/>
                    <a:pt x="5881" y="8689"/>
                    <a:pt x="5837" y="8747"/>
                  </a:cubicBezTo>
                  <a:cubicBezTo>
                    <a:pt x="5375" y="9147"/>
                    <a:pt x="5004" y="9641"/>
                    <a:pt x="4695" y="10197"/>
                  </a:cubicBezTo>
                  <a:cubicBezTo>
                    <a:pt x="4231" y="11094"/>
                    <a:pt x="3830" y="11989"/>
                    <a:pt x="3551" y="12948"/>
                  </a:cubicBezTo>
                  <a:lnTo>
                    <a:pt x="556" y="6923"/>
                  </a:lnTo>
                  <a:cubicBezTo>
                    <a:pt x="618" y="6523"/>
                    <a:pt x="895" y="4761"/>
                    <a:pt x="1174" y="3249"/>
                  </a:cubicBezTo>
                  <a:cubicBezTo>
                    <a:pt x="1421" y="2166"/>
                    <a:pt x="2007" y="1210"/>
                    <a:pt x="2842" y="469"/>
                  </a:cubicBezTo>
                  <a:cubicBezTo>
                    <a:pt x="2933" y="345"/>
                    <a:pt x="2933" y="190"/>
                    <a:pt x="2842" y="98"/>
                  </a:cubicBezTo>
                  <a:cubicBezTo>
                    <a:pt x="2791" y="32"/>
                    <a:pt x="2724" y="1"/>
                    <a:pt x="26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2"/>
            <p:cNvSpPr/>
            <p:nvPr/>
          </p:nvSpPr>
          <p:spPr>
            <a:xfrm>
              <a:off x="1392471" y="2077346"/>
              <a:ext cx="119074" cy="200272"/>
            </a:xfrm>
            <a:custGeom>
              <a:avLst/>
              <a:gdLst/>
              <a:ahLst/>
              <a:cxnLst/>
              <a:rect l="l" t="t" r="r" b="b"/>
              <a:pathLst>
                <a:path w="7476" h="12574" extrusionOk="0">
                  <a:moveTo>
                    <a:pt x="320" y="1"/>
                  </a:moveTo>
                  <a:cubicBezTo>
                    <a:pt x="279" y="1"/>
                    <a:pt x="255" y="3"/>
                    <a:pt x="248" y="3"/>
                  </a:cubicBezTo>
                  <a:cubicBezTo>
                    <a:pt x="92" y="33"/>
                    <a:pt x="1" y="156"/>
                    <a:pt x="31" y="312"/>
                  </a:cubicBezTo>
                  <a:cubicBezTo>
                    <a:pt x="31" y="422"/>
                    <a:pt x="129" y="532"/>
                    <a:pt x="260" y="532"/>
                  </a:cubicBezTo>
                  <a:cubicBezTo>
                    <a:pt x="276" y="532"/>
                    <a:pt x="293" y="531"/>
                    <a:pt x="310" y="527"/>
                  </a:cubicBezTo>
                  <a:cubicBezTo>
                    <a:pt x="310" y="527"/>
                    <a:pt x="315" y="527"/>
                    <a:pt x="325" y="527"/>
                  </a:cubicBezTo>
                  <a:cubicBezTo>
                    <a:pt x="478" y="527"/>
                    <a:pt x="1729" y="607"/>
                    <a:pt x="3522" y="3122"/>
                  </a:cubicBezTo>
                  <a:cubicBezTo>
                    <a:pt x="4973" y="5192"/>
                    <a:pt x="5993" y="8682"/>
                    <a:pt x="6455" y="10443"/>
                  </a:cubicBezTo>
                  <a:cubicBezTo>
                    <a:pt x="5870" y="9764"/>
                    <a:pt x="5034" y="8867"/>
                    <a:pt x="4511" y="8590"/>
                  </a:cubicBezTo>
                  <a:cubicBezTo>
                    <a:pt x="4182" y="8393"/>
                    <a:pt x="3793" y="8289"/>
                    <a:pt x="3397" y="8289"/>
                  </a:cubicBezTo>
                  <a:cubicBezTo>
                    <a:pt x="3233" y="8289"/>
                    <a:pt x="3067" y="8307"/>
                    <a:pt x="2904" y="8343"/>
                  </a:cubicBezTo>
                  <a:cubicBezTo>
                    <a:pt x="2781" y="8373"/>
                    <a:pt x="2687" y="8528"/>
                    <a:pt x="2719" y="8652"/>
                  </a:cubicBezTo>
                  <a:cubicBezTo>
                    <a:pt x="2744" y="8780"/>
                    <a:pt x="2857" y="8844"/>
                    <a:pt x="2966" y="8844"/>
                  </a:cubicBezTo>
                  <a:cubicBezTo>
                    <a:pt x="2987" y="8844"/>
                    <a:pt x="3008" y="8842"/>
                    <a:pt x="3028" y="8837"/>
                  </a:cubicBezTo>
                  <a:cubicBezTo>
                    <a:pt x="3155" y="8810"/>
                    <a:pt x="3282" y="8796"/>
                    <a:pt x="3407" y="8796"/>
                  </a:cubicBezTo>
                  <a:cubicBezTo>
                    <a:pt x="3709" y="8796"/>
                    <a:pt x="4002" y="8878"/>
                    <a:pt x="4264" y="9052"/>
                  </a:cubicBezTo>
                  <a:cubicBezTo>
                    <a:pt x="4943" y="9361"/>
                    <a:pt x="6302" y="11061"/>
                    <a:pt x="6764" y="11679"/>
                  </a:cubicBezTo>
                  <a:lnTo>
                    <a:pt x="7476" y="12573"/>
                  </a:lnTo>
                  <a:lnTo>
                    <a:pt x="7229" y="11461"/>
                  </a:lnTo>
                  <a:cubicBezTo>
                    <a:pt x="7167" y="11214"/>
                    <a:pt x="5993" y="5748"/>
                    <a:pt x="3955" y="2813"/>
                  </a:cubicBezTo>
                  <a:cubicBezTo>
                    <a:pt x="2057" y="148"/>
                    <a:pt x="650" y="1"/>
                    <a:pt x="3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2"/>
            <p:cNvSpPr/>
            <p:nvPr/>
          </p:nvSpPr>
          <p:spPr>
            <a:xfrm>
              <a:off x="955611" y="2156952"/>
              <a:ext cx="316336" cy="832053"/>
            </a:xfrm>
            <a:custGeom>
              <a:avLst/>
              <a:gdLst/>
              <a:ahLst/>
              <a:cxnLst/>
              <a:rect l="l" t="t" r="r" b="b"/>
              <a:pathLst>
                <a:path w="19861" h="52240" extrusionOk="0">
                  <a:moveTo>
                    <a:pt x="19587" y="1"/>
                  </a:moveTo>
                  <a:cubicBezTo>
                    <a:pt x="19565" y="1"/>
                    <a:pt x="19543" y="3"/>
                    <a:pt x="19522" y="9"/>
                  </a:cubicBezTo>
                  <a:lnTo>
                    <a:pt x="9143" y="4025"/>
                  </a:lnTo>
                  <a:cubicBezTo>
                    <a:pt x="9049" y="4054"/>
                    <a:pt x="8988" y="4116"/>
                    <a:pt x="8988" y="4210"/>
                  </a:cubicBezTo>
                  <a:cubicBezTo>
                    <a:pt x="8958" y="4395"/>
                    <a:pt x="5190" y="24905"/>
                    <a:pt x="3798" y="30341"/>
                  </a:cubicBezTo>
                  <a:cubicBezTo>
                    <a:pt x="2410" y="35778"/>
                    <a:pt x="30" y="51283"/>
                    <a:pt x="0" y="51437"/>
                  </a:cubicBezTo>
                  <a:cubicBezTo>
                    <a:pt x="0" y="51560"/>
                    <a:pt x="92" y="51684"/>
                    <a:pt x="215" y="51716"/>
                  </a:cubicBezTo>
                  <a:lnTo>
                    <a:pt x="3027" y="52240"/>
                  </a:lnTo>
                  <a:lnTo>
                    <a:pt x="3057" y="52240"/>
                  </a:lnTo>
                  <a:cubicBezTo>
                    <a:pt x="3151" y="52240"/>
                    <a:pt x="3242" y="52178"/>
                    <a:pt x="3304" y="52086"/>
                  </a:cubicBezTo>
                  <a:lnTo>
                    <a:pt x="4263" y="49274"/>
                  </a:lnTo>
                  <a:cubicBezTo>
                    <a:pt x="4325" y="49151"/>
                    <a:pt x="4263" y="48998"/>
                    <a:pt x="4107" y="48966"/>
                  </a:cubicBezTo>
                  <a:cubicBezTo>
                    <a:pt x="4087" y="48961"/>
                    <a:pt x="4066" y="48958"/>
                    <a:pt x="4046" y="48958"/>
                  </a:cubicBezTo>
                  <a:cubicBezTo>
                    <a:pt x="3944" y="48958"/>
                    <a:pt x="3850" y="49018"/>
                    <a:pt x="3798" y="49121"/>
                  </a:cubicBezTo>
                  <a:lnTo>
                    <a:pt x="2904" y="51716"/>
                  </a:lnTo>
                  <a:lnTo>
                    <a:pt x="524" y="51283"/>
                  </a:lnTo>
                  <a:cubicBezTo>
                    <a:pt x="833" y="49307"/>
                    <a:pt x="2966" y="35530"/>
                    <a:pt x="4263" y="30465"/>
                  </a:cubicBezTo>
                  <a:cubicBezTo>
                    <a:pt x="5590" y="25214"/>
                    <a:pt x="9111" y="6216"/>
                    <a:pt x="9452" y="4425"/>
                  </a:cubicBezTo>
                  <a:lnTo>
                    <a:pt x="19675" y="471"/>
                  </a:lnTo>
                  <a:cubicBezTo>
                    <a:pt x="19798" y="442"/>
                    <a:pt x="19860" y="286"/>
                    <a:pt x="19830" y="162"/>
                  </a:cubicBezTo>
                  <a:cubicBezTo>
                    <a:pt x="19780" y="61"/>
                    <a:pt x="19687" y="1"/>
                    <a:pt x="195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2"/>
            <p:cNvSpPr/>
            <p:nvPr/>
          </p:nvSpPr>
          <p:spPr>
            <a:xfrm>
              <a:off x="1023972" y="2403175"/>
              <a:ext cx="183023" cy="515971"/>
            </a:xfrm>
            <a:custGeom>
              <a:avLst/>
              <a:gdLst/>
              <a:ahLst/>
              <a:cxnLst/>
              <a:rect l="l" t="t" r="r" b="b"/>
              <a:pathLst>
                <a:path w="11491" h="32395" extrusionOk="0">
                  <a:moveTo>
                    <a:pt x="11177" y="0"/>
                  </a:moveTo>
                  <a:cubicBezTo>
                    <a:pt x="11080" y="0"/>
                    <a:pt x="10989" y="64"/>
                    <a:pt x="10967" y="179"/>
                  </a:cubicBezTo>
                  <a:cubicBezTo>
                    <a:pt x="10935" y="179"/>
                    <a:pt x="10317" y="1939"/>
                    <a:pt x="9546" y="4504"/>
                  </a:cubicBezTo>
                  <a:cubicBezTo>
                    <a:pt x="9143" y="5831"/>
                    <a:pt x="7755" y="9908"/>
                    <a:pt x="6302" y="14203"/>
                  </a:cubicBezTo>
                  <a:cubicBezTo>
                    <a:pt x="4789" y="18557"/>
                    <a:pt x="3275" y="23037"/>
                    <a:pt x="2410" y="25693"/>
                  </a:cubicBezTo>
                  <a:cubicBezTo>
                    <a:pt x="742" y="30912"/>
                    <a:pt x="94" y="31932"/>
                    <a:pt x="62" y="31994"/>
                  </a:cubicBezTo>
                  <a:cubicBezTo>
                    <a:pt x="1" y="32118"/>
                    <a:pt x="33" y="32271"/>
                    <a:pt x="156" y="32333"/>
                  </a:cubicBezTo>
                  <a:cubicBezTo>
                    <a:pt x="186" y="32365"/>
                    <a:pt x="248" y="32395"/>
                    <a:pt x="280" y="32395"/>
                  </a:cubicBezTo>
                  <a:cubicBezTo>
                    <a:pt x="371" y="32395"/>
                    <a:pt x="465" y="32333"/>
                    <a:pt x="495" y="32271"/>
                  </a:cubicBezTo>
                  <a:cubicBezTo>
                    <a:pt x="527" y="32241"/>
                    <a:pt x="1174" y="31191"/>
                    <a:pt x="2904" y="25846"/>
                  </a:cubicBezTo>
                  <a:cubicBezTo>
                    <a:pt x="3769" y="23190"/>
                    <a:pt x="5284" y="18712"/>
                    <a:pt x="6766" y="14388"/>
                  </a:cubicBezTo>
                  <a:cubicBezTo>
                    <a:pt x="8249" y="10064"/>
                    <a:pt x="9638" y="5986"/>
                    <a:pt x="10040" y="4657"/>
                  </a:cubicBezTo>
                  <a:cubicBezTo>
                    <a:pt x="10811" y="2095"/>
                    <a:pt x="11429" y="365"/>
                    <a:pt x="11429" y="365"/>
                  </a:cubicBezTo>
                  <a:cubicBezTo>
                    <a:pt x="11491" y="209"/>
                    <a:pt x="11429" y="56"/>
                    <a:pt x="11276" y="24"/>
                  </a:cubicBezTo>
                  <a:cubicBezTo>
                    <a:pt x="11244" y="8"/>
                    <a:pt x="11210" y="0"/>
                    <a:pt x="11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2"/>
            <p:cNvSpPr/>
            <p:nvPr/>
          </p:nvSpPr>
          <p:spPr>
            <a:xfrm>
              <a:off x="1168148" y="2352669"/>
              <a:ext cx="169723" cy="323440"/>
            </a:xfrm>
            <a:custGeom>
              <a:avLst/>
              <a:gdLst/>
              <a:ahLst/>
              <a:cxnLst/>
              <a:rect l="l" t="t" r="r" b="b"/>
              <a:pathLst>
                <a:path w="10656" h="20307" extrusionOk="0">
                  <a:moveTo>
                    <a:pt x="313" y="0"/>
                  </a:moveTo>
                  <a:cubicBezTo>
                    <a:pt x="270" y="0"/>
                    <a:pt x="226" y="14"/>
                    <a:pt x="185" y="44"/>
                  </a:cubicBezTo>
                  <a:cubicBezTo>
                    <a:pt x="62" y="106"/>
                    <a:pt x="0" y="262"/>
                    <a:pt x="91" y="385"/>
                  </a:cubicBezTo>
                  <a:cubicBezTo>
                    <a:pt x="988" y="1991"/>
                    <a:pt x="8864" y="16076"/>
                    <a:pt x="9637" y="16786"/>
                  </a:cubicBezTo>
                  <a:cubicBezTo>
                    <a:pt x="10070" y="17156"/>
                    <a:pt x="9667" y="18177"/>
                    <a:pt x="9358" y="18980"/>
                  </a:cubicBezTo>
                  <a:cubicBezTo>
                    <a:pt x="9205" y="19351"/>
                    <a:pt x="9081" y="19689"/>
                    <a:pt x="9019" y="19968"/>
                  </a:cubicBezTo>
                  <a:cubicBezTo>
                    <a:pt x="8987" y="20121"/>
                    <a:pt x="9081" y="20245"/>
                    <a:pt x="9205" y="20277"/>
                  </a:cubicBezTo>
                  <a:cubicBezTo>
                    <a:pt x="9234" y="20307"/>
                    <a:pt x="9266" y="20307"/>
                    <a:pt x="9266" y="20307"/>
                  </a:cubicBezTo>
                  <a:cubicBezTo>
                    <a:pt x="9390" y="20307"/>
                    <a:pt x="9514" y="20215"/>
                    <a:pt x="9514" y="20092"/>
                  </a:cubicBezTo>
                  <a:cubicBezTo>
                    <a:pt x="9575" y="19845"/>
                    <a:pt x="9699" y="19504"/>
                    <a:pt x="9852" y="19165"/>
                  </a:cubicBezTo>
                  <a:cubicBezTo>
                    <a:pt x="10223" y="18145"/>
                    <a:pt x="10655" y="17003"/>
                    <a:pt x="9976" y="16385"/>
                  </a:cubicBezTo>
                  <a:cubicBezTo>
                    <a:pt x="9452" y="15921"/>
                    <a:pt x="4045" y="6407"/>
                    <a:pt x="524" y="138"/>
                  </a:cubicBezTo>
                  <a:cubicBezTo>
                    <a:pt x="483" y="55"/>
                    <a:pt x="400" y="0"/>
                    <a:pt x="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2"/>
            <p:cNvSpPr/>
            <p:nvPr/>
          </p:nvSpPr>
          <p:spPr>
            <a:xfrm>
              <a:off x="1250796" y="2254906"/>
              <a:ext cx="382770" cy="589971"/>
            </a:xfrm>
            <a:custGeom>
              <a:avLst/>
              <a:gdLst/>
              <a:ahLst/>
              <a:cxnLst/>
              <a:rect l="l" t="t" r="r" b="b"/>
              <a:pathLst>
                <a:path w="24032" h="37041" extrusionOk="0">
                  <a:moveTo>
                    <a:pt x="22161" y="0"/>
                  </a:moveTo>
                  <a:cubicBezTo>
                    <a:pt x="22147" y="0"/>
                    <a:pt x="22132" y="2"/>
                    <a:pt x="22116" y="5"/>
                  </a:cubicBezTo>
                  <a:cubicBezTo>
                    <a:pt x="21993" y="5"/>
                    <a:pt x="21869" y="128"/>
                    <a:pt x="21869" y="284"/>
                  </a:cubicBezTo>
                  <a:cubicBezTo>
                    <a:pt x="21869" y="313"/>
                    <a:pt x="22084" y="4917"/>
                    <a:pt x="22084" y="5349"/>
                  </a:cubicBezTo>
                  <a:cubicBezTo>
                    <a:pt x="22084" y="5503"/>
                    <a:pt x="22178" y="5873"/>
                    <a:pt x="22393" y="6585"/>
                  </a:cubicBezTo>
                  <a:cubicBezTo>
                    <a:pt x="22702" y="7635"/>
                    <a:pt x="23134" y="9209"/>
                    <a:pt x="23290" y="10662"/>
                  </a:cubicBezTo>
                  <a:cubicBezTo>
                    <a:pt x="23505" y="12792"/>
                    <a:pt x="21622" y="15634"/>
                    <a:pt x="21590" y="15666"/>
                  </a:cubicBezTo>
                  <a:lnTo>
                    <a:pt x="21560" y="15728"/>
                  </a:lnTo>
                  <a:lnTo>
                    <a:pt x="21560" y="15819"/>
                  </a:lnTo>
                  <a:cubicBezTo>
                    <a:pt x="21560" y="15851"/>
                    <a:pt x="21343" y="20361"/>
                    <a:pt x="21219" y="22059"/>
                  </a:cubicBezTo>
                  <a:cubicBezTo>
                    <a:pt x="21128" y="23697"/>
                    <a:pt x="22672" y="32005"/>
                    <a:pt x="22919" y="33396"/>
                  </a:cubicBezTo>
                  <a:cubicBezTo>
                    <a:pt x="18933" y="35435"/>
                    <a:pt x="14485" y="36514"/>
                    <a:pt x="10008" y="36514"/>
                  </a:cubicBezTo>
                  <a:lnTo>
                    <a:pt x="9914" y="36514"/>
                  </a:lnTo>
                  <a:cubicBezTo>
                    <a:pt x="3304" y="36514"/>
                    <a:pt x="1050" y="34446"/>
                    <a:pt x="618" y="33952"/>
                  </a:cubicBezTo>
                  <a:lnTo>
                    <a:pt x="3336" y="28236"/>
                  </a:lnTo>
                  <a:cubicBezTo>
                    <a:pt x="3398" y="28113"/>
                    <a:pt x="3366" y="27960"/>
                    <a:pt x="3242" y="27898"/>
                  </a:cubicBezTo>
                  <a:cubicBezTo>
                    <a:pt x="3201" y="27881"/>
                    <a:pt x="3160" y="27874"/>
                    <a:pt x="3120" y="27874"/>
                  </a:cubicBezTo>
                  <a:cubicBezTo>
                    <a:pt x="3012" y="27874"/>
                    <a:pt x="2917" y="27931"/>
                    <a:pt x="2872" y="28021"/>
                  </a:cubicBezTo>
                  <a:lnTo>
                    <a:pt x="0" y="33982"/>
                  </a:lnTo>
                  <a:lnTo>
                    <a:pt x="92" y="34105"/>
                  </a:lnTo>
                  <a:cubicBezTo>
                    <a:pt x="185" y="34228"/>
                    <a:pt x="2081" y="37041"/>
                    <a:pt x="9885" y="37041"/>
                  </a:cubicBezTo>
                  <a:cubicBezTo>
                    <a:pt x="9926" y="37041"/>
                    <a:pt x="9967" y="37041"/>
                    <a:pt x="10008" y="37041"/>
                  </a:cubicBezTo>
                  <a:cubicBezTo>
                    <a:pt x="14641" y="37041"/>
                    <a:pt x="19242" y="35929"/>
                    <a:pt x="23352" y="33767"/>
                  </a:cubicBezTo>
                  <a:lnTo>
                    <a:pt x="23505" y="33673"/>
                  </a:lnTo>
                  <a:lnTo>
                    <a:pt x="23475" y="33487"/>
                  </a:lnTo>
                  <a:cubicBezTo>
                    <a:pt x="23443" y="33396"/>
                    <a:pt x="21652" y="23788"/>
                    <a:pt x="21745" y="22091"/>
                  </a:cubicBezTo>
                  <a:cubicBezTo>
                    <a:pt x="21837" y="20514"/>
                    <a:pt x="22054" y="16499"/>
                    <a:pt x="22084" y="15913"/>
                  </a:cubicBezTo>
                  <a:cubicBezTo>
                    <a:pt x="22363" y="15449"/>
                    <a:pt x="24031" y="12763"/>
                    <a:pt x="23814" y="10600"/>
                  </a:cubicBezTo>
                  <a:cubicBezTo>
                    <a:pt x="23660" y="9118"/>
                    <a:pt x="23196" y="7512"/>
                    <a:pt x="22887" y="6429"/>
                  </a:cubicBezTo>
                  <a:cubicBezTo>
                    <a:pt x="22763" y="5935"/>
                    <a:pt x="22610" y="5441"/>
                    <a:pt x="22610" y="5349"/>
                  </a:cubicBezTo>
                  <a:cubicBezTo>
                    <a:pt x="22610" y="4917"/>
                    <a:pt x="22393" y="437"/>
                    <a:pt x="22393" y="252"/>
                  </a:cubicBezTo>
                  <a:cubicBezTo>
                    <a:pt x="22393" y="114"/>
                    <a:pt x="22293" y="0"/>
                    <a:pt x="221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2"/>
            <p:cNvSpPr/>
            <p:nvPr/>
          </p:nvSpPr>
          <p:spPr>
            <a:xfrm>
              <a:off x="1406248" y="2472237"/>
              <a:ext cx="127930" cy="79908"/>
            </a:xfrm>
            <a:custGeom>
              <a:avLst/>
              <a:gdLst/>
              <a:ahLst/>
              <a:cxnLst/>
              <a:rect l="l" t="t" r="r" b="b"/>
              <a:pathLst>
                <a:path w="8032" h="5017" extrusionOk="0">
                  <a:moveTo>
                    <a:pt x="7869" y="1"/>
                  </a:moveTo>
                  <a:cubicBezTo>
                    <a:pt x="7849" y="1"/>
                    <a:pt x="7831" y="4"/>
                    <a:pt x="7814" y="12"/>
                  </a:cubicBezTo>
                  <a:lnTo>
                    <a:pt x="92" y="4769"/>
                  </a:lnTo>
                  <a:cubicBezTo>
                    <a:pt x="30" y="4801"/>
                    <a:pt x="1" y="4892"/>
                    <a:pt x="30" y="4954"/>
                  </a:cubicBezTo>
                  <a:cubicBezTo>
                    <a:pt x="63" y="4986"/>
                    <a:pt x="92" y="5016"/>
                    <a:pt x="154" y="5016"/>
                  </a:cubicBezTo>
                  <a:cubicBezTo>
                    <a:pt x="186" y="5016"/>
                    <a:pt x="186" y="5016"/>
                    <a:pt x="216" y="4986"/>
                  </a:cubicBezTo>
                  <a:lnTo>
                    <a:pt x="7970" y="259"/>
                  </a:lnTo>
                  <a:cubicBezTo>
                    <a:pt x="8032" y="197"/>
                    <a:pt x="8032" y="136"/>
                    <a:pt x="8000" y="74"/>
                  </a:cubicBezTo>
                  <a:cubicBezTo>
                    <a:pt x="7978" y="29"/>
                    <a:pt x="7922" y="1"/>
                    <a:pt x="78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2"/>
            <p:cNvSpPr/>
            <p:nvPr/>
          </p:nvSpPr>
          <p:spPr>
            <a:xfrm>
              <a:off x="1471201" y="2485393"/>
              <a:ext cx="71833" cy="43132"/>
            </a:xfrm>
            <a:custGeom>
              <a:avLst/>
              <a:gdLst/>
              <a:ahLst/>
              <a:cxnLst/>
              <a:rect l="l" t="t" r="r" b="b"/>
              <a:pathLst>
                <a:path w="4510" h="2708" extrusionOk="0">
                  <a:moveTo>
                    <a:pt x="4380" y="0"/>
                  </a:moveTo>
                  <a:cubicBezTo>
                    <a:pt x="4350" y="0"/>
                    <a:pt x="4318" y="8"/>
                    <a:pt x="4292" y="21"/>
                  </a:cubicBezTo>
                  <a:lnTo>
                    <a:pt x="91" y="2460"/>
                  </a:lnTo>
                  <a:cubicBezTo>
                    <a:pt x="30" y="2492"/>
                    <a:pt x="0" y="2584"/>
                    <a:pt x="30" y="2646"/>
                  </a:cubicBezTo>
                  <a:cubicBezTo>
                    <a:pt x="62" y="2678"/>
                    <a:pt x="91" y="2707"/>
                    <a:pt x="153" y="2707"/>
                  </a:cubicBezTo>
                  <a:cubicBezTo>
                    <a:pt x="185" y="2707"/>
                    <a:pt x="185" y="2707"/>
                    <a:pt x="215" y="2678"/>
                  </a:cubicBezTo>
                  <a:lnTo>
                    <a:pt x="4416" y="236"/>
                  </a:lnTo>
                  <a:cubicBezTo>
                    <a:pt x="4478" y="207"/>
                    <a:pt x="4510" y="113"/>
                    <a:pt x="4478" y="51"/>
                  </a:cubicBezTo>
                  <a:cubicBezTo>
                    <a:pt x="4460" y="15"/>
                    <a:pt x="4421" y="0"/>
                    <a:pt x="43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2"/>
            <p:cNvSpPr/>
            <p:nvPr/>
          </p:nvSpPr>
          <p:spPr>
            <a:xfrm>
              <a:off x="1815059" y="2373853"/>
              <a:ext cx="30039" cy="65637"/>
            </a:xfrm>
            <a:custGeom>
              <a:avLst/>
              <a:gdLst/>
              <a:ahLst/>
              <a:cxnLst/>
              <a:rect l="l" t="t" r="r" b="b"/>
              <a:pathLst>
                <a:path w="1886" h="4121" extrusionOk="0">
                  <a:moveTo>
                    <a:pt x="1742" y="0"/>
                  </a:moveTo>
                  <a:cubicBezTo>
                    <a:pt x="1689" y="0"/>
                    <a:pt x="1631" y="35"/>
                    <a:pt x="1607" y="105"/>
                  </a:cubicBezTo>
                  <a:lnTo>
                    <a:pt x="33" y="3965"/>
                  </a:lnTo>
                  <a:cubicBezTo>
                    <a:pt x="1" y="4027"/>
                    <a:pt x="33" y="4089"/>
                    <a:pt x="94" y="4121"/>
                  </a:cubicBezTo>
                  <a:lnTo>
                    <a:pt x="156" y="4121"/>
                  </a:lnTo>
                  <a:cubicBezTo>
                    <a:pt x="218" y="4121"/>
                    <a:pt x="248" y="4089"/>
                    <a:pt x="280" y="4059"/>
                  </a:cubicBezTo>
                  <a:lnTo>
                    <a:pt x="1854" y="197"/>
                  </a:lnTo>
                  <a:cubicBezTo>
                    <a:pt x="1886" y="135"/>
                    <a:pt x="1854" y="44"/>
                    <a:pt x="1792" y="12"/>
                  </a:cubicBezTo>
                  <a:cubicBezTo>
                    <a:pt x="1777" y="4"/>
                    <a:pt x="1760" y="0"/>
                    <a:pt x="17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2"/>
            <p:cNvSpPr/>
            <p:nvPr/>
          </p:nvSpPr>
          <p:spPr>
            <a:xfrm>
              <a:off x="1806713" y="2400834"/>
              <a:ext cx="28048" cy="27841"/>
            </a:xfrm>
            <a:custGeom>
              <a:avLst/>
              <a:gdLst/>
              <a:ahLst/>
              <a:cxnLst/>
              <a:rect l="l" t="t" r="r" b="b"/>
              <a:pathLst>
                <a:path w="1761" h="1748" extrusionOk="0">
                  <a:moveTo>
                    <a:pt x="1626" y="1"/>
                  </a:moveTo>
                  <a:cubicBezTo>
                    <a:pt x="1591" y="1"/>
                    <a:pt x="1560" y="16"/>
                    <a:pt x="1545" y="47"/>
                  </a:cubicBezTo>
                  <a:lnTo>
                    <a:pt x="30" y="1530"/>
                  </a:lnTo>
                  <a:cubicBezTo>
                    <a:pt x="1" y="1592"/>
                    <a:pt x="1" y="1686"/>
                    <a:pt x="30" y="1715"/>
                  </a:cubicBezTo>
                  <a:cubicBezTo>
                    <a:pt x="63" y="1747"/>
                    <a:pt x="92" y="1747"/>
                    <a:pt x="124" y="1747"/>
                  </a:cubicBezTo>
                  <a:cubicBezTo>
                    <a:pt x="186" y="1747"/>
                    <a:pt x="216" y="1747"/>
                    <a:pt x="216" y="1715"/>
                  </a:cubicBezTo>
                  <a:lnTo>
                    <a:pt x="1730" y="233"/>
                  </a:lnTo>
                  <a:cubicBezTo>
                    <a:pt x="1760" y="171"/>
                    <a:pt x="1760" y="109"/>
                    <a:pt x="1730" y="47"/>
                  </a:cubicBezTo>
                  <a:cubicBezTo>
                    <a:pt x="1700" y="16"/>
                    <a:pt x="1661" y="1"/>
                    <a:pt x="16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2"/>
            <p:cNvSpPr/>
            <p:nvPr/>
          </p:nvSpPr>
          <p:spPr>
            <a:xfrm>
              <a:off x="1057946" y="2619455"/>
              <a:ext cx="73808" cy="71419"/>
            </a:xfrm>
            <a:custGeom>
              <a:avLst/>
              <a:gdLst/>
              <a:ahLst/>
              <a:cxnLst/>
              <a:rect l="l" t="t" r="r" b="b"/>
              <a:pathLst>
                <a:path w="4634" h="4484" extrusionOk="0">
                  <a:moveTo>
                    <a:pt x="4506" y="0"/>
                  </a:moveTo>
                  <a:cubicBezTo>
                    <a:pt x="4468" y="0"/>
                    <a:pt x="4422" y="18"/>
                    <a:pt x="4386" y="36"/>
                  </a:cubicBezTo>
                  <a:cubicBezTo>
                    <a:pt x="4386" y="68"/>
                    <a:pt x="1821" y="3033"/>
                    <a:pt x="91" y="4236"/>
                  </a:cubicBezTo>
                  <a:cubicBezTo>
                    <a:pt x="30" y="4268"/>
                    <a:pt x="0" y="4360"/>
                    <a:pt x="30" y="4422"/>
                  </a:cubicBezTo>
                  <a:cubicBezTo>
                    <a:pt x="62" y="4454"/>
                    <a:pt x="124" y="4483"/>
                    <a:pt x="153" y="4483"/>
                  </a:cubicBezTo>
                  <a:cubicBezTo>
                    <a:pt x="185" y="4483"/>
                    <a:pt x="215" y="4454"/>
                    <a:pt x="215" y="4454"/>
                  </a:cubicBezTo>
                  <a:cubicBezTo>
                    <a:pt x="1977" y="3218"/>
                    <a:pt x="4572" y="253"/>
                    <a:pt x="4601" y="221"/>
                  </a:cubicBezTo>
                  <a:cubicBezTo>
                    <a:pt x="4633" y="159"/>
                    <a:pt x="4633" y="68"/>
                    <a:pt x="4572" y="36"/>
                  </a:cubicBezTo>
                  <a:cubicBezTo>
                    <a:pt x="4558" y="10"/>
                    <a:pt x="4534" y="0"/>
                    <a:pt x="4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2"/>
            <p:cNvSpPr/>
            <p:nvPr/>
          </p:nvSpPr>
          <p:spPr>
            <a:xfrm>
              <a:off x="1014639" y="2632499"/>
              <a:ext cx="93494" cy="73139"/>
            </a:xfrm>
            <a:custGeom>
              <a:avLst/>
              <a:gdLst/>
              <a:ahLst/>
              <a:cxnLst/>
              <a:rect l="l" t="t" r="r" b="b"/>
              <a:pathLst>
                <a:path w="5870" h="4592" extrusionOk="0">
                  <a:moveTo>
                    <a:pt x="5728" y="0"/>
                  </a:moveTo>
                  <a:cubicBezTo>
                    <a:pt x="5703" y="0"/>
                    <a:pt x="5677" y="8"/>
                    <a:pt x="5652" y="20"/>
                  </a:cubicBezTo>
                  <a:cubicBezTo>
                    <a:pt x="5590" y="52"/>
                    <a:pt x="1143" y="3573"/>
                    <a:pt x="92" y="4376"/>
                  </a:cubicBezTo>
                  <a:cubicBezTo>
                    <a:pt x="31" y="4406"/>
                    <a:pt x="1" y="4500"/>
                    <a:pt x="63" y="4561"/>
                  </a:cubicBezTo>
                  <a:cubicBezTo>
                    <a:pt x="92" y="4591"/>
                    <a:pt x="124" y="4591"/>
                    <a:pt x="154" y="4591"/>
                  </a:cubicBezTo>
                  <a:cubicBezTo>
                    <a:pt x="186" y="4591"/>
                    <a:pt x="216" y="4591"/>
                    <a:pt x="248" y="4561"/>
                  </a:cubicBezTo>
                  <a:cubicBezTo>
                    <a:pt x="1298" y="3758"/>
                    <a:pt x="5776" y="267"/>
                    <a:pt x="5808" y="237"/>
                  </a:cubicBezTo>
                  <a:cubicBezTo>
                    <a:pt x="5870" y="175"/>
                    <a:pt x="5870" y="114"/>
                    <a:pt x="5838" y="52"/>
                  </a:cubicBezTo>
                  <a:cubicBezTo>
                    <a:pt x="5801" y="15"/>
                    <a:pt x="5765" y="0"/>
                    <a:pt x="57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2"/>
            <p:cNvSpPr/>
            <p:nvPr/>
          </p:nvSpPr>
          <p:spPr>
            <a:xfrm>
              <a:off x="1115985" y="2232146"/>
              <a:ext cx="63471" cy="99595"/>
            </a:xfrm>
            <a:custGeom>
              <a:avLst/>
              <a:gdLst/>
              <a:ahLst/>
              <a:cxnLst/>
              <a:rect l="l" t="t" r="r" b="b"/>
              <a:pathLst>
                <a:path w="3985" h="6253" extrusionOk="0">
                  <a:moveTo>
                    <a:pt x="146" y="1"/>
                  </a:moveTo>
                  <a:cubicBezTo>
                    <a:pt x="128" y="1"/>
                    <a:pt x="110" y="4"/>
                    <a:pt x="92" y="13"/>
                  </a:cubicBezTo>
                  <a:cubicBezTo>
                    <a:pt x="31" y="75"/>
                    <a:pt x="1" y="136"/>
                    <a:pt x="63" y="198"/>
                  </a:cubicBezTo>
                  <a:cubicBezTo>
                    <a:pt x="1390" y="2113"/>
                    <a:pt x="2625" y="4122"/>
                    <a:pt x="3707" y="6161"/>
                  </a:cubicBezTo>
                  <a:cubicBezTo>
                    <a:pt x="3737" y="6222"/>
                    <a:pt x="3769" y="6252"/>
                    <a:pt x="3831" y="6252"/>
                  </a:cubicBezTo>
                  <a:cubicBezTo>
                    <a:pt x="3861" y="6252"/>
                    <a:pt x="3861" y="6222"/>
                    <a:pt x="3893" y="6222"/>
                  </a:cubicBezTo>
                  <a:cubicBezTo>
                    <a:pt x="3955" y="6190"/>
                    <a:pt x="3984" y="6129"/>
                    <a:pt x="3955" y="6037"/>
                  </a:cubicBezTo>
                  <a:cubicBezTo>
                    <a:pt x="2843" y="3999"/>
                    <a:pt x="1607" y="1960"/>
                    <a:pt x="278" y="45"/>
                  </a:cubicBezTo>
                  <a:cubicBezTo>
                    <a:pt x="234" y="22"/>
                    <a:pt x="190" y="1"/>
                    <a:pt x="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2"/>
            <p:cNvSpPr/>
            <p:nvPr/>
          </p:nvSpPr>
          <p:spPr>
            <a:xfrm>
              <a:off x="1181400" y="2342507"/>
              <a:ext cx="19702" cy="30087"/>
            </a:xfrm>
            <a:custGeom>
              <a:avLst/>
              <a:gdLst/>
              <a:ahLst/>
              <a:cxnLst/>
              <a:rect l="l" t="t" r="r" b="b"/>
              <a:pathLst>
                <a:path w="1237" h="1889" extrusionOk="0">
                  <a:moveTo>
                    <a:pt x="164" y="1"/>
                  </a:moveTo>
                  <a:cubicBezTo>
                    <a:pt x="142" y="1"/>
                    <a:pt x="119" y="11"/>
                    <a:pt x="95" y="35"/>
                  </a:cubicBezTo>
                  <a:cubicBezTo>
                    <a:pt x="33" y="64"/>
                    <a:pt x="1" y="126"/>
                    <a:pt x="33" y="188"/>
                  </a:cubicBezTo>
                  <a:lnTo>
                    <a:pt x="989" y="1826"/>
                  </a:lnTo>
                  <a:cubicBezTo>
                    <a:pt x="1021" y="1856"/>
                    <a:pt x="1051" y="1888"/>
                    <a:pt x="1083" y="1888"/>
                  </a:cubicBezTo>
                  <a:cubicBezTo>
                    <a:pt x="1113" y="1888"/>
                    <a:pt x="1145" y="1888"/>
                    <a:pt x="1145" y="1856"/>
                  </a:cubicBezTo>
                  <a:cubicBezTo>
                    <a:pt x="1207" y="1826"/>
                    <a:pt x="1236" y="1765"/>
                    <a:pt x="1207" y="1703"/>
                  </a:cubicBezTo>
                  <a:lnTo>
                    <a:pt x="248" y="64"/>
                  </a:lnTo>
                  <a:cubicBezTo>
                    <a:pt x="230" y="27"/>
                    <a:pt x="199" y="1"/>
                    <a:pt x="1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2"/>
            <p:cNvSpPr/>
            <p:nvPr/>
          </p:nvSpPr>
          <p:spPr>
            <a:xfrm>
              <a:off x="1604498" y="2241575"/>
              <a:ext cx="23636" cy="100518"/>
            </a:xfrm>
            <a:custGeom>
              <a:avLst/>
              <a:gdLst/>
              <a:ahLst/>
              <a:cxnLst/>
              <a:rect l="l" t="t" r="r" b="b"/>
              <a:pathLst>
                <a:path w="1484" h="6311" extrusionOk="0">
                  <a:moveTo>
                    <a:pt x="1325" y="0"/>
                  </a:moveTo>
                  <a:cubicBezTo>
                    <a:pt x="1276" y="0"/>
                    <a:pt x="1230" y="50"/>
                    <a:pt x="1206" y="100"/>
                  </a:cubicBezTo>
                  <a:lnTo>
                    <a:pt x="33" y="6154"/>
                  </a:lnTo>
                  <a:cubicBezTo>
                    <a:pt x="0" y="6216"/>
                    <a:pt x="62" y="6278"/>
                    <a:pt x="124" y="6310"/>
                  </a:cubicBezTo>
                  <a:lnTo>
                    <a:pt x="156" y="6310"/>
                  </a:lnTo>
                  <a:cubicBezTo>
                    <a:pt x="218" y="6310"/>
                    <a:pt x="248" y="6248"/>
                    <a:pt x="280" y="6186"/>
                  </a:cubicBezTo>
                  <a:lnTo>
                    <a:pt x="1453" y="162"/>
                  </a:lnTo>
                  <a:cubicBezTo>
                    <a:pt x="1483" y="71"/>
                    <a:pt x="1421" y="9"/>
                    <a:pt x="1360" y="9"/>
                  </a:cubicBezTo>
                  <a:cubicBezTo>
                    <a:pt x="1348" y="3"/>
                    <a:pt x="1336" y="0"/>
                    <a:pt x="1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1611378" y="2303358"/>
              <a:ext cx="33989" cy="45616"/>
            </a:xfrm>
            <a:custGeom>
              <a:avLst/>
              <a:gdLst/>
              <a:ahLst/>
              <a:cxnLst/>
              <a:rect l="l" t="t" r="r" b="b"/>
              <a:pathLst>
                <a:path w="2134" h="2864" extrusionOk="0">
                  <a:moveTo>
                    <a:pt x="1984" y="0"/>
                  </a:moveTo>
                  <a:cubicBezTo>
                    <a:pt x="1942" y="0"/>
                    <a:pt x="1904" y="16"/>
                    <a:pt x="1886" y="51"/>
                  </a:cubicBezTo>
                  <a:lnTo>
                    <a:pt x="33" y="2646"/>
                  </a:lnTo>
                  <a:cubicBezTo>
                    <a:pt x="1" y="2708"/>
                    <a:pt x="1" y="2802"/>
                    <a:pt x="63" y="2831"/>
                  </a:cubicBezTo>
                  <a:cubicBezTo>
                    <a:pt x="95" y="2863"/>
                    <a:pt x="124" y="2863"/>
                    <a:pt x="157" y="2863"/>
                  </a:cubicBezTo>
                  <a:cubicBezTo>
                    <a:pt x="186" y="2863"/>
                    <a:pt x="218" y="2831"/>
                    <a:pt x="248" y="2802"/>
                  </a:cubicBezTo>
                  <a:lnTo>
                    <a:pt x="2101" y="207"/>
                  </a:lnTo>
                  <a:cubicBezTo>
                    <a:pt x="2133" y="145"/>
                    <a:pt x="2101" y="84"/>
                    <a:pt x="2072" y="22"/>
                  </a:cubicBezTo>
                  <a:cubicBezTo>
                    <a:pt x="2046" y="8"/>
                    <a:pt x="2014" y="0"/>
                    <a:pt x="19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2"/>
            <p:cNvSpPr/>
            <p:nvPr/>
          </p:nvSpPr>
          <p:spPr>
            <a:xfrm>
              <a:off x="1117451" y="2360075"/>
              <a:ext cx="87107" cy="48913"/>
            </a:xfrm>
            <a:custGeom>
              <a:avLst/>
              <a:gdLst/>
              <a:ahLst/>
              <a:cxnLst/>
              <a:rect l="l" t="t" r="r" b="b"/>
              <a:pathLst>
                <a:path w="5469" h="3071" extrusionOk="0">
                  <a:moveTo>
                    <a:pt x="163" y="0"/>
                  </a:moveTo>
                  <a:cubicBezTo>
                    <a:pt x="111" y="0"/>
                    <a:pt x="54" y="28"/>
                    <a:pt x="32" y="73"/>
                  </a:cubicBezTo>
                  <a:cubicBezTo>
                    <a:pt x="0" y="135"/>
                    <a:pt x="32" y="229"/>
                    <a:pt x="94" y="259"/>
                  </a:cubicBezTo>
                  <a:lnTo>
                    <a:pt x="5251" y="3071"/>
                  </a:lnTo>
                  <a:lnTo>
                    <a:pt x="5313" y="3071"/>
                  </a:lnTo>
                  <a:cubicBezTo>
                    <a:pt x="5375" y="3071"/>
                    <a:pt x="5407" y="3039"/>
                    <a:pt x="5437" y="3009"/>
                  </a:cubicBezTo>
                  <a:cubicBezTo>
                    <a:pt x="5469" y="2947"/>
                    <a:pt x="5469" y="2853"/>
                    <a:pt x="5375" y="2824"/>
                  </a:cubicBezTo>
                  <a:lnTo>
                    <a:pt x="218" y="12"/>
                  </a:lnTo>
                  <a:cubicBezTo>
                    <a:pt x="201" y="4"/>
                    <a:pt x="183" y="0"/>
                    <a:pt x="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2"/>
            <p:cNvSpPr/>
            <p:nvPr/>
          </p:nvSpPr>
          <p:spPr>
            <a:xfrm>
              <a:off x="1422001" y="2262169"/>
              <a:ext cx="46253" cy="110887"/>
            </a:xfrm>
            <a:custGeom>
              <a:avLst/>
              <a:gdLst/>
              <a:ahLst/>
              <a:cxnLst/>
              <a:rect l="l" t="t" r="r" b="b"/>
              <a:pathLst>
                <a:path w="2904" h="6962" extrusionOk="0">
                  <a:moveTo>
                    <a:pt x="147" y="0"/>
                  </a:moveTo>
                  <a:cubicBezTo>
                    <a:pt x="127" y="0"/>
                    <a:pt x="108" y="4"/>
                    <a:pt x="92" y="13"/>
                  </a:cubicBezTo>
                  <a:cubicBezTo>
                    <a:pt x="30" y="43"/>
                    <a:pt x="0" y="105"/>
                    <a:pt x="30" y="198"/>
                  </a:cubicBezTo>
                  <a:cubicBezTo>
                    <a:pt x="62" y="228"/>
                    <a:pt x="1977" y="4120"/>
                    <a:pt x="2625" y="6870"/>
                  </a:cubicBezTo>
                  <a:cubicBezTo>
                    <a:pt x="2625" y="6932"/>
                    <a:pt x="2686" y="6962"/>
                    <a:pt x="2748" y="6962"/>
                  </a:cubicBezTo>
                  <a:lnTo>
                    <a:pt x="2780" y="6962"/>
                  </a:lnTo>
                  <a:cubicBezTo>
                    <a:pt x="2842" y="6932"/>
                    <a:pt x="2904" y="6870"/>
                    <a:pt x="2872" y="6809"/>
                  </a:cubicBezTo>
                  <a:cubicBezTo>
                    <a:pt x="2224" y="4029"/>
                    <a:pt x="277" y="105"/>
                    <a:pt x="277" y="75"/>
                  </a:cubicBezTo>
                  <a:cubicBezTo>
                    <a:pt x="255" y="30"/>
                    <a:pt x="199" y="0"/>
                    <a:pt x="1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2"/>
            <p:cNvSpPr/>
            <p:nvPr/>
          </p:nvSpPr>
          <p:spPr>
            <a:xfrm>
              <a:off x="1933640" y="2153400"/>
              <a:ext cx="49694" cy="19925"/>
            </a:xfrm>
            <a:custGeom>
              <a:avLst/>
              <a:gdLst/>
              <a:ahLst/>
              <a:cxnLst/>
              <a:rect l="l" t="t" r="r" b="b"/>
              <a:pathLst>
                <a:path w="3120" h="1251" extrusionOk="0">
                  <a:moveTo>
                    <a:pt x="440" y="1"/>
                  </a:moveTo>
                  <a:cubicBezTo>
                    <a:pt x="335" y="1"/>
                    <a:pt x="229" y="5"/>
                    <a:pt x="124" y="15"/>
                  </a:cubicBezTo>
                  <a:cubicBezTo>
                    <a:pt x="31" y="15"/>
                    <a:pt x="1" y="76"/>
                    <a:pt x="1" y="138"/>
                  </a:cubicBezTo>
                  <a:cubicBezTo>
                    <a:pt x="1" y="215"/>
                    <a:pt x="42" y="270"/>
                    <a:pt x="91" y="270"/>
                  </a:cubicBezTo>
                  <a:cubicBezTo>
                    <a:pt x="102" y="270"/>
                    <a:pt x="113" y="268"/>
                    <a:pt x="124" y="262"/>
                  </a:cubicBezTo>
                  <a:cubicBezTo>
                    <a:pt x="203" y="257"/>
                    <a:pt x="281" y="255"/>
                    <a:pt x="359" y="255"/>
                  </a:cubicBezTo>
                  <a:cubicBezTo>
                    <a:pt x="1294" y="255"/>
                    <a:pt x="2191" y="593"/>
                    <a:pt x="2904" y="1221"/>
                  </a:cubicBezTo>
                  <a:cubicBezTo>
                    <a:pt x="2904" y="1250"/>
                    <a:pt x="2934" y="1250"/>
                    <a:pt x="2966" y="1250"/>
                  </a:cubicBezTo>
                  <a:cubicBezTo>
                    <a:pt x="3028" y="1250"/>
                    <a:pt x="3058" y="1250"/>
                    <a:pt x="3090" y="1221"/>
                  </a:cubicBezTo>
                  <a:cubicBezTo>
                    <a:pt x="3119" y="1159"/>
                    <a:pt x="3119" y="1065"/>
                    <a:pt x="3058" y="1035"/>
                  </a:cubicBezTo>
                  <a:cubicBezTo>
                    <a:pt x="2335" y="368"/>
                    <a:pt x="1388" y="1"/>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2"/>
            <p:cNvSpPr/>
            <p:nvPr/>
          </p:nvSpPr>
          <p:spPr>
            <a:xfrm>
              <a:off x="987100" y="2931745"/>
              <a:ext cx="26073" cy="11993"/>
            </a:xfrm>
            <a:custGeom>
              <a:avLst/>
              <a:gdLst/>
              <a:ahLst/>
              <a:cxnLst/>
              <a:rect l="l" t="t" r="r" b="b"/>
              <a:pathLst>
                <a:path w="1637" h="753" extrusionOk="0">
                  <a:moveTo>
                    <a:pt x="153" y="1"/>
                  </a:moveTo>
                  <a:cubicBezTo>
                    <a:pt x="95" y="1"/>
                    <a:pt x="54" y="35"/>
                    <a:pt x="30" y="106"/>
                  </a:cubicBezTo>
                  <a:cubicBezTo>
                    <a:pt x="0" y="167"/>
                    <a:pt x="30" y="229"/>
                    <a:pt x="124" y="259"/>
                  </a:cubicBezTo>
                  <a:lnTo>
                    <a:pt x="1451" y="753"/>
                  </a:lnTo>
                  <a:lnTo>
                    <a:pt x="1483" y="753"/>
                  </a:lnTo>
                  <a:cubicBezTo>
                    <a:pt x="1545" y="753"/>
                    <a:pt x="1606" y="723"/>
                    <a:pt x="1606" y="691"/>
                  </a:cubicBezTo>
                  <a:cubicBezTo>
                    <a:pt x="1636" y="600"/>
                    <a:pt x="1606" y="538"/>
                    <a:pt x="1545" y="506"/>
                  </a:cubicBezTo>
                  <a:lnTo>
                    <a:pt x="215" y="12"/>
                  </a:lnTo>
                  <a:cubicBezTo>
                    <a:pt x="193" y="4"/>
                    <a:pt x="172" y="1"/>
                    <a:pt x="1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52"/>
            <p:cNvSpPr/>
            <p:nvPr/>
          </p:nvSpPr>
          <p:spPr>
            <a:xfrm>
              <a:off x="949193" y="2979671"/>
              <a:ext cx="88095" cy="257755"/>
            </a:xfrm>
            <a:custGeom>
              <a:avLst/>
              <a:gdLst/>
              <a:ahLst/>
              <a:cxnLst/>
              <a:rect l="l" t="t" r="r" b="b"/>
              <a:pathLst>
                <a:path w="5531" h="16183" extrusionOk="0">
                  <a:moveTo>
                    <a:pt x="618" y="0"/>
                  </a:moveTo>
                  <a:cubicBezTo>
                    <a:pt x="650" y="1853"/>
                    <a:pt x="557" y="3736"/>
                    <a:pt x="342" y="5560"/>
                  </a:cubicBezTo>
                  <a:cubicBezTo>
                    <a:pt x="1" y="7846"/>
                    <a:pt x="124" y="13035"/>
                    <a:pt x="557" y="14641"/>
                  </a:cubicBezTo>
                  <a:cubicBezTo>
                    <a:pt x="827" y="15666"/>
                    <a:pt x="1014" y="16182"/>
                    <a:pt x="1222" y="16182"/>
                  </a:cubicBezTo>
                  <a:cubicBezTo>
                    <a:pt x="1346" y="16182"/>
                    <a:pt x="1477" y="15999"/>
                    <a:pt x="1639" y="15629"/>
                  </a:cubicBezTo>
                  <a:cubicBezTo>
                    <a:pt x="2071" y="14641"/>
                    <a:pt x="3369" y="8925"/>
                    <a:pt x="3369" y="8925"/>
                  </a:cubicBezTo>
                  <a:cubicBezTo>
                    <a:pt x="3369" y="8925"/>
                    <a:pt x="3567" y="12403"/>
                    <a:pt x="4433" y="12403"/>
                  </a:cubicBezTo>
                  <a:cubicBezTo>
                    <a:pt x="4468" y="12403"/>
                    <a:pt x="4505" y="12397"/>
                    <a:pt x="4542" y="12385"/>
                  </a:cubicBezTo>
                  <a:cubicBezTo>
                    <a:pt x="5531" y="12076"/>
                    <a:pt x="4975" y="10223"/>
                    <a:pt x="4975" y="8587"/>
                  </a:cubicBezTo>
                  <a:cubicBezTo>
                    <a:pt x="4975" y="6981"/>
                    <a:pt x="5098" y="6454"/>
                    <a:pt x="4975" y="5157"/>
                  </a:cubicBezTo>
                  <a:cubicBezTo>
                    <a:pt x="4881" y="3860"/>
                    <a:pt x="3430" y="647"/>
                    <a:pt x="3430" y="647"/>
                  </a:cubicBezTo>
                  <a:lnTo>
                    <a:pt x="6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2"/>
            <p:cNvSpPr/>
            <p:nvPr/>
          </p:nvSpPr>
          <p:spPr>
            <a:xfrm>
              <a:off x="945259" y="2975721"/>
              <a:ext cx="91519" cy="265687"/>
            </a:xfrm>
            <a:custGeom>
              <a:avLst/>
              <a:gdLst/>
              <a:ahLst/>
              <a:cxnLst/>
              <a:rect l="l" t="t" r="r" b="b"/>
              <a:pathLst>
                <a:path w="5746" h="16681" extrusionOk="0">
                  <a:moveTo>
                    <a:pt x="865" y="1"/>
                  </a:moveTo>
                  <a:cubicBezTo>
                    <a:pt x="742" y="1"/>
                    <a:pt x="618" y="124"/>
                    <a:pt x="618" y="248"/>
                  </a:cubicBezTo>
                  <a:cubicBezTo>
                    <a:pt x="650" y="2101"/>
                    <a:pt x="556" y="3955"/>
                    <a:pt x="341" y="5776"/>
                  </a:cubicBezTo>
                  <a:cubicBezTo>
                    <a:pt x="0" y="8123"/>
                    <a:pt x="124" y="13345"/>
                    <a:pt x="556" y="14951"/>
                  </a:cubicBezTo>
                  <a:cubicBezTo>
                    <a:pt x="865" y="16125"/>
                    <a:pt x="1051" y="16648"/>
                    <a:pt x="1421" y="16648"/>
                  </a:cubicBezTo>
                  <a:lnTo>
                    <a:pt x="1453" y="16681"/>
                  </a:lnTo>
                  <a:cubicBezTo>
                    <a:pt x="1762" y="16681"/>
                    <a:pt x="1948" y="16310"/>
                    <a:pt x="2101" y="15969"/>
                  </a:cubicBezTo>
                  <a:cubicBezTo>
                    <a:pt x="2410" y="15289"/>
                    <a:pt x="3089" y="12418"/>
                    <a:pt x="3522" y="10656"/>
                  </a:cubicBezTo>
                  <a:cubicBezTo>
                    <a:pt x="3645" y="11521"/>
                    <a:pt x="3892" y="12480"/>
                    <a:pt x="4325" y="12789"/>
                  </a:cubicBezTo>
                  <a:cubicBezTo>
                    <a:pt x="4433" y="12861"/>
                    <a:pt x="4542" y="12891"/>
                    <a:pt x="4650" y="12891"/>
                  </a:cubicBezTo>
                  <a:cubicBezTo>
                    <a:pt x="4727" y="12891"/>
                    <a:pt x="4804" y="12876"/>
                    <a:pt x="4881" y="12850"/>
                  </a:cubicBezTo>
                  <a:cubicBezTo>
                    <a:pt x="5746" y="12571"/>
                    <a:pt x="5654" y="11397"/>
                    <a:pt x="5560" y="10162"/>
                  </a:cubicBezTo>
                  <a:cubicBezTo>
                    <a:pt x="5499" y="9729"/>
                    <a:pt x="5469" y="9297"/>
                    <a:pt x="5469" y="8835"/>
                  </a:cubicBezTo>
                  <a:cubicBezTo>
                    <a:pt x="5469" y="8247"/>
                    <a:pt x="5499" y="7785"/>
                    <a:pt x="5499" y="7382"/>
                  </a:cubicBezTo>
                  <a:cubicBezTo>
                    <a:pt x="5531" y="6735"/>
                    <a:pt x="5531" y="6208"/>
                    <a:pt x="5469" y="5375"/>
                  </a:cubicBezTo>
                  <a:cubicBezTo>
                    <a:pt x="5375" y="4046"/>
                    <a:pt x="3954" y="928"/>
                    <a:pt x="3892" y="804"/>
                  </a:cubicBezTo>
                  <a:cubicBezTo>
                    <a:pt x="3847" y="714"/>
                    <a:pt x="3769" y="656"/>
                    <a:pt x="3682" y="656"/>
                  </a:cubicBezTo>
                  <a:cubicBezTo>
                    <a:pt x="3650" y="656"/>
                    <a:pt x="3617" y="664"/>
                    <a:pt x="3583" y="680"/>
                  </a:cubicBezTo>
                  <a:cubicBezTo>
                    <a:pt x="3460" y="742"/>
                    <a:pt x="3398" y="866"/>
                    <a:pt x="3460" y="989"/>
                  </a:cubicBezTo>
                  <a:cubicBezTo>
                    <a:pt x="3460" y="1019"/>
                    <a:pt x="4881" y="4170"/>
                    <a:pt x="4975" y="5405"/>
                  </a:cubicBezTo>
                  <a:cubicBezTo>
                    <a:pt x="5036" y="6208"/>
                    <a:pt x="5036" y="6702"/>
                    <a:pt x="5004" y="7382"/>
                  </a:cubicBezTo>
                  <a:cubicBezTo>
                    <a:pt x="5004" y="7785"/>
                    <a:pt x="4975" y="8247"/>
                    <a:pt x="4975" y="8835"/>
                  </a:cubicBezTo>
                  <a:cubicBezTo>
                    <a:pt x="4975" y="9297"/>
                    <a:pt x="5036" y="9762"/>
                    <a:pt x="5066" y="10224"/>
                  </a:cubicBezTo>
                  <a:cubicBezTo>
                    <a:pt x="5160" y="11306"/>
                    <a:pt x="5251" y="12233"/>
                    <a:pt x="4728" y="12386"/>
                  </a:cubicBezTo>
                  <a:cubicBezTo>
                    <a:pt x="4712" y="12402"/>
                    <a:pt x="4696" y="12410"/>
                    <a:pt x="4677" y="12410"/>
                  </a:cubicBezTo>
                  <a:cubicBezTo>
                    <a:pt x="4658" y="12410"/>
                    <a:pt x="4635" y="12402"/>
                    <a:pt x="4604" y="12386"/>
                  </a:cubicBezTo>
                  <a:cubicBezTo>
                    <a:pt x="4201" y="12109"/>
                    <a:pt x="3924" y="10318"/>
                    <a:pt x="3863" y="9173"/>
                  </a:cubicBezTo>
                  <a:lnTo>
                    <a:pt x="3739" y="7444"/>
                  </a:lnTo>
                  <a:lnTo>
                    <a:pt x="3369" y="9112"/>
                  </a:lnTo>
                  <a:cubicBezTo>
                    <a:pt x="3369" y="9173"/>
                    <a:pt x="2071" y="14827"/>
                    <a:pt x="1639" y="15784"/>
                  </a:cubicBezTo>
                  <a:cubicBezTo>
                    <a:pt x="1577" y="15969"/>
                    <a:pt x="1515" y="16063"/>
                    <a:pt x="1453" y="16125"/>
                  </a:cubicBezTo>
                  <a:cubicBezTo>
                    <a:pt x="1360" y="15969"/>
                    <a:pt x="1206" y="15536"/>
                    <a:pt x="1021" y="14827"/>
                  </a:cubicBezTo>
                  <a:cubicBezTo>
                    <a:pt x="618" y="13283"/>
                    <a:pt x="495" y="8155"/>
                    <a:pt x="836" y="5838"/>
                  </a:cubicBezTo>
                  <a:cubicBezTo>
                    <a:pt x="1021" y="3984"/>
                    <a:pt x="1145" y="2101"/>
                    <a:pt x="1112" y="248"/>
                  </a:cubicBezTo>
                  <a:cubicBezTo>
                    <a:pt x="1112" y="124"/>
                    <a:pt x="1021" y="1"/>
                    <a:pt x="8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2"/>
            <p:cNvSpPr/>
            <p:nvPr/>
          </p:nvSpPr>
          <p:spPr>
            <a:xfrm>
              <a:off x="1948404" y="1910936"/>
              <a:ext cx="60509" cy="191544"/>
            </a:xfrm>
            <a:custGeom>
              <a:avLst/>
              <a:gdLst/>
              <a:ahLst/>
              <a:cxnLst/>
              <a:rect l="l" t="t" r="r" b="b"/>
              <a:pathLst>
                <a:path w="3799" h="12026" extrusionOk="0">
                  <a:moveTo>
                    <a:pt x="1404" y="0"/>
                  </a:moveTo>
                  <a:cubicBezTo>
                    <a:pt x="1181" y="0"/>
                    <a:pt x="1009" y="63"/>
                    <a:pt x="895" y="196"/>
                  </a:cubicBezTo>
                  <a:cubicBezTo>
                    <a:pt x="710" y="473"/>
                    <a:pt x="771" y="720"/>
                    <a:pt x="865" y="1061"/>
                  </a:cubicBezTo>
                  <a:cubicBezTo>
                    <a:pt x="957" y="1338"/>
                    <a:pt x="1051" y="1741"/>
                    <a:pt x="1142" y="2420"/>
                  </a:cubicBezTo>
                  <a:cubicBezTo>
                    <a:pt x="1236" y="3191"/>
                    <a:pt x="927" y="3656"/>
                    <a:pt x="618" y="4150"/>
                  </a:cubicBezTo>
                  <a:cubicBezTo>
                    <a:pt x="371" y="4550"/>
                    <a:pt x="92" y="4953"/>
                    <a:pt x="62" y="5509"/>
                  </a:cubicBezTo>
                  <a:cubicBezTo>
                    <a:pt x="1" y="6157"/>
                    <a:pt x="92" y="6806"/>
                    <a:pt x="154" y="7424"/>
                  </a:cubicBezTo>
                  <a:cubicBezTo>
                    <a:pt x="215" y="8010"/>
                    <a:pt x="277" y="8536"/>
                    <a:pt x="248" y="8936"/>
                  </a:cubicBezTo>
                  <a:cubicBezTo>
                    <a:pt x="186" y="9895"/>
                    <a:pt x="186" y="10884"/>
                    <a:pt x="248" y="11840"/>
                  </a:cubicBezTo>
                  <a:cubicBezTo>
                    <a:pt x="248" y="11934"/>
                    <a:pt x="339" y="12025"/>
                    <a:pt x="463" y="12025"/>
                  </a:cubicBezTo>
                  <a:cubicBezTo>
                    <a:pt x="586" y="12025"/>
                    <a:pt x="680" y="11934"/>
                    <a:pt x="680" y="11810"/>
                  </a:cubicBezTo>
                  <a:cubicBezTo>
                    <a:pt x="618" y="10852"/>
                    <a:pt x="618" y="9895"/>
                    <a:pt x="680" y="8969"/>
                  </a:cubicBezTo>
                  <a:cubicBezTo>
                    <a:pt x="710" y="8504"/>
                    <a:pt x="648" y="7980"/>
                    <a:pt x="586" y="7392"/>
                  </a:cubicBezTo>
                  <a:cubicBezTo>
                    <a:pt x="524" y="6774"/>
                    <a:pt x="433" y="6127"/>
                    <a:pt x="495" y="5539"/>
                  </a:cubicBezTo>
                  <a:cubicBezTo>
                    <a:pt x="524" y="5106"/>
                    <a:pt x="742" y="4736"/>
                    <a:pt x="989" y="4397"/>
                  </a:cubicBezTo>
                  <a:cubicBezTo>
                    <a:pt x="1298" y="3871"/>
                    <a:pt x="1668" y="3315"/>
                    <a:pt x="1575" y="2359"/>
                  </a:cubicBezTo>
                  <a:cubicBezTo>
                    <a:pt x="1483" y="1647"/>
                    <a:pt x="1360" y="1247"/>
                    <a:pt x="1266" y="938"/>
                  </a:cubicBezTo>
                  <a:cubicBezTo>
                    <a:pt x="1174" y="597"/>
                    <a:pt x="1174" y="567"/>
                    <a:pt x="1266" y="473"/>
                  </a:cubicBezTo>
                  <a:cubicBezTo>
                    <a:pt x="1278" y="449"/>
                    <a:pt x="1327" y="435"/>
                    <a:pt x="1407" y="435"/>
                  </a:cubicBezTo>
                  <a:cubicBezTo>
                    <a:pt x="1535" y="435"/>
                    <a:pt x="1742" y="471"/>
                    <a:pt x="2007" y="567"/>
                  </a:cubicBezTo>
                  <a:cubicBezTo>
                    <a:pt x="2410" y="720"/>
                    <a:pt x="2872" y="1061"/>
                    <a:pt x="2934" y="1523"/>
                  </a:cubicBezTo>
                  <a:cubicBezTo>
                    <a:pt x="3028" y="2512"/>
                    <a:pt x="3028" y="3532"/>
                    <a:pt x="2934" y="4489"/>
                  </a:cubicBezTo>
                  <a:cubicBezTo>
                    <a:pt x="2904" y="4612"/>
                    <a:pt x="2934" y="4830"/>
                    <a:pt x="3028" y="5292"/>
                  </a:cubicBezTo>
                  <a:cubicBezTo>
                    <a:pt x="3151" y="5848"/>
                    <a:pt x="3336" y="6745"/>
                    <a:pt x="3151" y="7145"/>
                  </a:cubicBezTo>
                  <a:cubicBezTo>
                    <a:pt x="2934" y="7548"/>
                    <a:pt x="2780" y="7980"/>
                    <a:pt x="2657" y="8442"/>
                  </a:cubicBezTo>
                  <a:cubicBezTo>
                    <a:pt x="2657" y="8566"/>
                    <a:pt x="2719" y="8689"/>
                    <a:pt x="2842" y="8689"/>
                  </a:cubicBezTo>
                  <a:cubicBezTo>
                    <a:pt x="2858" y="8695"/>
                    <a:pt x="2875" y="8698"/>
                    <a:pt x="2893" y="8698"/>
                  </a:cubicBezTo>
                  <a:cubicBezTo>
                    <a:pt x="2974" y="8698"/>
                    <a:pt x="3063" y="8638"/>
                    <a:pt x="3089" y="8536"/>
                  </a:cubicBezTo>
                  <a:cubicBezTo>
                    <a:pt x="3181" y="8133"/>
                    <a:pt x="3336" y="7701"/>
                    <a:pt x="3522" y="7330"/>
                  </a:cubicBezTo>
                  <a:cubicBezTo>
                    <a:pt x="3798" y="6774"/>
                    <a:pt x="3584" y="5880"/>
                    <a:pt x="3460" y="5200"/>
                  </a:cubicBezTo>
                  <a:cubicBezTo>
                    <a:pt x="3398" y="4953"/>
                    <a:pt x="3336" y="4674"/>
                    <a:pt x="3366" y="4582"/>
                  </a:cubicBezTo>
                  <a:cubicBezTo>
                    <a:pt x="3460" y="3532"/>
                    <a:pt x="3460" y="2512"/>
                    <a:pt x="3366" y="1462"/>
                  </a:cubicBezTo>
                  <a:cubicBezTo>
                    <a:pt x="3275" y="752"/>
                    <a:pt x="2563" y="258"/>
                    <a:pt x="1883" y="73"/>
                  </a:cubicBezTo>
                  <a:cubicBezTo>
                    <a:pt x="1705" y="25"/>
                    <a:pt x="1544" y="0"/>
                    <a:pt x="14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2"/>
            <p:cNvSpPr/>
            <p:nvPr/>
          </p:nvSpPr>
          <p:spPr>
            <a:xfrm>
              <a:off x="2000551" y="1862803"/>
              <a:ext cx="73808" cy="139828"/>
            </a:xfrm>
            <a:custGeom>
              <a:avLst/>
              <a:gdLst/>
              <a:ahLst/>
              <a:cxnLst/>
              <a:rect l="l" t="t" r="r" b="b"/>
              <a:pathLst>
                <a:path w="4634" h="8779" extrusionOk="0">
                  <a:moveTo>
                    <a:pt x="3591" y="1"/>
                  </a:moveTo>
                  <a:cubicBezTo>
                    <a:pt x="3549" y="1"/>
                    <a:pt x="3505" y="3"/>
                    <a:pt x="3460" y="6"/>
                  </a:cubicBezTo>
                  <a:cubicBezTo>
                    <a:pt x="2192" y="97"/>
                    <a:pt x="248" y="3898"/>
                    <a:pt x="30" y="4330"/>
                  </a:cubicBezTo>
                  <a:cubicBezTo>
                    <a:pt x="1" y="4454"/>
                    <a:pt x="30" y="4577"/>
                    <a:pt x="124" y="4639"/>
                  </a:cubicBezTo>
                  <a:cubicBezTo>
                    <a:pt x="155" y="4647"/>
                    <a:pt x="185" y="4650"/>
                    <a:pt x="215" y="4650"/>
                  </a:cubicBezTo>
                  <a:cubicBezTo>
                    <a:pt x="305" y="4650"/>
                    <a:pt x="387" y="4616"/>
                    <a:pt x="433" y="4545"/>
                  </a:cubicBezTo>
                  <a:cubicBezTo>
                    <a:pt x="1204" y="2971"/>
                    <a:pt x="2719" y="500"/>
                    <a:pt x="3490" y="438"/>
                  </a:cubicBezTo>
                  <a:cubicBezTo>
                    <a:pt x="3534" y="431"/>
                    <a:pt x="3581" y="427"/>
                    <a:pt x="3630" y="427"/>
                  </a:cubicBezTo>
                  <a:cubicBezTo>
                    <a:pt x="3784" y="427"/>
                    <a:pt x="3945" y="468"/>
                    <a:pt x="4016" y="562"/>
                  </a:cubicBezTo>
                  <a:cubicBezTo>
                    <a:pt x="4140" y="777"/>
                    <a:pt x="3954" y="1271"/>
                    <a:pt x="3737" y="1612"/>
                  </a:cubicBezTo>
                  <a:cubicBezTo>
                    <a:pt x="3490" y="2012"/>
                    <a:pt x="2192" y="4113"/>
                    <a:pt x="2069" y="5040"/>
                  </a:cubicBezTo>
                  <a:cubicBezTo>
                    <a:pt x="2007" y="5813"/>
                    <a:pt x="927" y="8469"/>
                    <a:pt x="927" y="8469"/>
                  </a:cubicBezTo>
                  <a:cubicBezTo>
                    <a:pt x="895" y="8593"/>
                    <a:pt x="927" y="8716"/>
                    <a:pt x="1051" y="8746"/>
                  </a:cubicBezTo>
                  <a:cubicBezTo>
                    <a:pt x="1080" y="8778"/>
                    <a:pt x="1113" y="8778"/>
                    <a:pt x="1142" y="8778"/>
                  </a:cubicBezTo>
                  <a:cubicBezTo>
                    <a:pt x="1204" y="8778"/>
                    <a:pt x="1298" y="8716"/>
                    <a:pt x="1328" y="8655"/>
                  </a:cubicBezTo>
                  <a:cubicBezTo>
                    <a:pt x="1360" y="8531"/>
                    <a:pt x="2410" y="5937"/>
                    <a:pt x="2501" y="5101"/>
                  </a:cubicBezTo>
                  <a:cubicBezTo>
                    <a:pt x="2595" y="4360"/>
                    <a:pt x="3645" y="2507"/>
                    <a:pt x="4078" y="1859"/>
                  </a:cubicBezTo>
                  <a:cubicBezTo>
                    <a:pt x="4387" y="1427"/>
                    <a:pt x="4634" y="777"/>
                    <a:pt x="4387" y="345"/>
                  </a:cubicBezTo>
                  <a:cubicBezTo>
                    <a:pt x="4221" y="123"/>
                    <a:pt x="3956" y="1"/>
                    <a:pt x="35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2"/>
            <p:cNvSpPr/>
            <p:nvPr/>
          </p:nvSpPr>
          <p:spPr>
            <a:xfrm>
              <a:off x="2026608" y="1940099"/>
              <a:ext cx="64952" cy="93033"/>
            </a:xfrm>
            <a:custGeom>
              <a:avLst/>
              <a:gdLst/>
              <a:ahLst/>
              <a:cxnLst/>
              <a:rect l="l" t="t" r="r" b="b"/>
              <a:pathLst>
                <a:path w="4078" h="5841" extrusionOk="0">
                  <a:moveTo>
                    <a:pt x="666" y="1"/>
                  </a:moveTo>
                  <a:cubicBezTo>
                    <a:pt x="600" y="1"/>
                    <a:pt x="534" y="35"/>
                    <a:pt x="495" y="95"/>
                  </a:cubicBezTo>
                  <a:cubicBezTo>
                    <a:pt x="433" y="219"/>
                    <a:pt x="465" y="342"/>
                    <a:pt x="556" y="404"/>
                  </a:cubicBezTo>
                  <a:cubicBezTo>
                    <a:pt x="1392" y="898"/>
                    <a:pt x="3430" y="2443"/>
                    <a:pt x="2936" y="3555"/>
                  </a:cubicBezTo>
                  <a:cubicBezTo>
                    <a:pt x="2287" y="4963"/>
                    <a:pt x="1973" y="5420"/>
                    <a:pt x="1688" y="5420"/>
                  </a:cubicBezTo>
                  <a:cubicBezTo>
                    <a:pt x="1661" y="5420"/>
                    <a:pt x="1634" y="5416"/>
                    <a:pt x="1607" y="5408"/>
                  </a:cubicBezTo>
                  <a:cubicBezTo>
                    <a:pt x="1145" y="5161"/>
                    <a:pt x="742" y="4852"/>
                    <a:pt x="403" y="4481"/>
                  </a:cubicBezTo>
                  <a:cubicBezTo>
                    <a:pt x="369" y="4429"/>
                    <a:pt x="306" y="4406"/>
                    <a:pt x="242" y="4406"/>
                  </a:cubicBezTo>
                  <a:cubicBezTo>
                    <a:pt x="189" y="4406"/>
                    <a:pt x="135" y="4421"/>
                    <a:pt x="94" y="4449"/>
                  </a:cubicBezTo>
                  <a:cubicBezTo>
                    <a:pt x="0" y="4543"/>
                    <a:pt x="0" y="4667"/>
                    <a:pt x="94" y="4758"/>
                  </a:cubicBezTo>
                  <a:cubicBezTo>
                    <a:pt x="465" y="5190"/>
                    <a:pt x="897" y="5531"/>
                    <a:pt x="1421" y="5778"/>
                  </a:cubicBezTo>
                  <a:cubicBezTo>
                    <a:pt x="1515" y="5840"/>
                    <a:pt x="1607" y="5840"/>
                    <a:pt x="1701" y="5840"/>
                  </a:cubicBezTo>
                  <a:cubicBezTo>
                    <a:pt x="2318" y="5840"/>
                    <a:pt x="2719" y="5005"/>
                    <a:pt x="3307" y="3740"/>
                  </a:cubicBezTo>
                  <a:cubicBezTo>
                    <a:pt x="4078" y="2040"/>
                    <a:pt x="927" y="95"/>
                    <a:pt x="774" y="33"/>
                  </a:cubicBezTo>
                  <a:cubicBezTo>
                    <a:pt x="740" y="11"/>
                    <a:pt x="703" y="1"/>
                    <a:pt x="6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2"/>
            <p:cNvSpPr/>
            <p:nvPr/>
          </p:nvSpPr>
          <p:spPr>
            <a:xfrm>
              <a:off x="2002988" y="2025725"/>
              <a:ext cx="56622" cy="82186"/>
            </a:xfrm>
            <a:custGeom>
              <a:avLst/>
              <a:gdLst/>
              <a:ahLst/>
              <a:cxnLst/>
              <a:rect l="l" t="t" r="r" b="b"/>
              <a:pathLst>
                <a:path w="3555" h="5160" extrusionOk="0">
                  <a:moveTo>
                    <a:pt x="3322" y="1"/>
                  </a:moveTo>
                  <a:cubicBezTo>
                    <a:pt x="3244" y="1"/>
                    <a:pt x="3163" y="41"/>
                    <a:pt x="3122" y="123"/>
                  </a:cubicBezTo>
                  <a:cubicBezTo>
                    <a:pt x="3122" y="123"/>
                    <a:pt x="2319" y="1453"/>
                    <a:pt x="1701" y="2256"/>
                  </a:cubicBezTo>
                  <a:cubicBezTo>
                    <a:pt x="1360" y="2688"/>
                    <a:pt x="960" y="3089"/>
                    <a:pt x="495" y="3430"/>
                  </a:cubicBezTo>
                  <a:lnTo>
                    <a:pt x="433" y="3459"/>
                  </a:lnTo>
                  <a:lnTo>
                    <a:pt x="33" y="4880"/>
                  </a:lnTo>
                  <a:cubicBezTo>
                    <a:pt x="1" y="4974"/>
                    <a:pt x="63" y="5097"/>
                    <a:pt x="157" y="5127"/>
                  </a:cubicBezTo>
                  <a:cubicBezTo>
                    <a:pt x="186" y="5127"/>
                    <a:pt x="218" y="5159"/>
                    <a:pt x="218" y="5159"/>
                  </a:cubicBezTo>
                  <a:cubicBezTo>
                    <a:pt x="310" y="5159"/>
                    <a:pt x="404" y="5097"/>
                    <a:pt x="433" y="4974"/>
                  </a:cubicBezTo>
                  <a:lnTo>
                    <a:pt x="804" y="3738"/>
                  </a:lnTo>
                  <a:cubicBezTo>
                    <a:pt x="1268" y="3397"/>
                    <a:pt x="1701" y="2965"/>
                    <a:pt x="2039" y="2503"/>
                  </a:cubicBezTo>
                  <a:cubicBezTo>
                    <a:pt x="2657" y="1700"/>
                    <a:pt x="3460" y="402"/>
                    <a:pt x="3492" y="341"/>
                  </a:cubicBezTo>
                  <a:cubicBezTo>
                    <a:pt x="3554" y="217"/>
                    <a:pt x="3522" y="94"/>
                    <a:pt x="3431" y="32"/>
                  </a:cubicBezTo>
                  <a:cubicBezTo>
                    <a:pt x="3399" y="11"/>
                    <a:pt x="3361" y="1"/>
                    <a:pt x="33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2"/>
            <p:cNvSpPr/>
            <p:nvPr/>
          </p:nvSpPr>
          <p:spPr>
            <a:xfrm>
              <a:off x="1451004" y="2094596"/>
              <a:ext cx="566764" cy="415740"/>
            </a:xfrm>
            <a:custGeom>
              <a:avLst/>
              <a:gdLst/>
              <a:ahLst/>
              <a:cxnLst/>
              <a:rect l="l" t="t" r="r" b="b"/>
              <a:pathLst>
                <a:path w="35584" h="26102" extrusionOk="0">
                  <a:moveTo>
                    <a:pt x="31230" y="0"/>
                  </a:moveTo>
                  <a:lnTo>
                    <a:pt x="31168" y="185"/>
                  </a:lnTo>
                  <a:cubicBezTo>
                    <a:pt x="31074" y="494"/>
                    <a:pt x="30179" y="3183"/>
                    <a:pt x="30179" y="3830"/>
                  </a:cubicBezTo>
                  <a:cubicBezTo>
                    <a:pt x="30118" y="4418"/>
                    <a:pt x="26811" y="12079"/>
                    <a:pt x="24496" y="17268"/>
                  </a:cubicBezTo>
                  <a:cubicBezTo>
                    <a:pt x="24249" y="17112"/>
                    <a:pt x="23816" y="16803"/>
                    <a:pt x="23013" y="16279"/>
                  </a:cubicBezTo>
                  <a:cubicBezTo>
                    <a:pt x="21684" y="15353"/>
                    <a:pt x="9917" y="4604"/>
                    <a:pt x="8896" y="3336"/>
                  </a:cubicBezTo>
                  <a:cubicBezTo>
                    <a:pt x="7971" y="2213"/>
                    <a:pt x="2244" y="2162"/>
                    <a:pt x="631" y="2162"/>
                  </a:cubicBezTo>
                  <a:cubicBezTo>
                    <a:pt x="470" y="2162"/>
                    <a:pt x="350" y="2162"/>
                    <a:pt x="280" y="2162"/>
                  </a:cubicBezTo>
                  <a:cubicBezTo>
                    <a:pt x="124" y="2162"/>
                    <a:pt x="0" y="2286"/>
                    <a:pt x="0" y="2441"/>
                  </a:cubicBezTo>
                  <a:cubicBezTo>
                    <a:pt x="33" y="2565"/>
                    <a:pt x="124" y="2689"/>
                    <a:pt x="280" y="2689"/>
                  </a:cubicBezTo>
                  <a:cubicBezTo>
                    <a:pt x="455" y="2687"/>
                    <a:pt x="638" y="2686"/>
                    <a:pt x="827" y="2686"/>
                  </a:cubicBezTo>
                  <a:cubicBezTo>
                    <a:pt x="3690" y="2686"/>
                    <a:pt x="7886" y="2924"/>
                    <a:pt x="8496" y="3677"/>
                  </a:cubicBezTo>
                  <a:cubicBezTo>
                    <a:pt x="9546" y="4942"/>
                    <a:pt x="21375" y="15753"/>
                    <a:pt x="22734" y="16712"/>
                  </a:cubicBezTo>
                  <a:cubicBezTo>
                    <a:pt x="24155" y="17668"/>
                    <a:pt x="24464" y="17886"/>
                    <a:pt x="24464" y="17886"/>
                  </a:cubicBezTo>
                  <a:lnTo>
                    <a:pt x="24711" y="18071"/>
                  </a:lnTo>
                  <a:lnTo>
                    <a:pt x="24834" y="17762"/>
                  </a:lnTo>
                  <a:cubicBezTo>
                    <a:pt x="26226" y="14673"/>
                    <a:pt x="30703" y="4480"/>
                    <a:pt x="30703" y="3830"/>
                  </a:cubicBezTo>
                  <a:cubicBezTo>
                    <a:pt x="30703" y="3430"/>
                    <a:pt x="31230" y="1730"/>
                    <a:pt x="31600" y="556"/>
                  </a:cubicBezTo>
                  <a:cubicBezTo>
                    <a:pt x="32094" y="618"/>
                    <a:pt x="33330" y="741"/>
                    <a:pt x="33701" y="741"/>
                  </a:cubicBezTo>
                  <a:cubicBezTo>
                    <a:pt x="33886" y="773"/>
                    <a:pt x="34472" y="1329"/>
                    <a:pt x="35027" y="1977"/>
                  </a:cubicBezTo>
                  <a:cubicBezTo>
                    <a:pt x="34751" y="3059"/>
                    <a:pt x="33421" y="8525"/>
                    <a:pt x="33421" y="9237"/>
                  </a:cubicBezTo>
                  <a:cubicBezTo>
                    <a:pt x="33421" y="9916"/>
                    <a:pt x="30394" y="20201"/>
                    <a:pt x="29035" y="23290"/>
                  </a:cubicBezTo>
                  <a:cubicBezTo>
                    <a:pt x="28260" y="25005"/>
                    <a:pt x="27357" y="25591"/>
                    <a:pt x="26112" y="25591"/>
                  </a:cubicBezTo>
                  <a:cubicBezTo>
                    <a:pt x="25226" y="25591"/>
                    <a:pt x="24167" y="25294"/>
                    <a:pt x="22858" y="24896"/>
                  </a:cubicBezTo>
                  <a:cubicBezTo>
                    <a:pt x="19769" y="23940"/>
                    <a:pt x="11338" y="19121"/>
                    <a:pt x="11244" y="19059"/>
                  </a:cubicBezTo>
                  <a:cubicBezTo>
                    <a:pt x="11211" y="19043"/>
                    <a:pt x="11175" y="19035"/>
                    <a:pt x="11140" y="19035"/>
                  </a:cubicBezTo>
                  <a:cubicBezTo>
                    <a:pt x="11042" y="19035"/>
                    <a:pt x="10942" y="19092"/>
                    <a:pt x="10873" y="19183"/>
                  </a:cubicBezTo>
                  <a:cubicBezTo>
                    <a:pt x="10811" y="19306"/>
                    <a:pt x="10843" y="19460"/>
                    <a:pt x="10967" y="19521"/>
                  </a:cubicBezTo>
                  <a:cubicBezTo>
                    <a:pt x="11338" y="19739"/>
                    <a:pt x="19583" y="24402"/>
                    <a:pt x="22704" y="25390"/>
                  </a:cubicBezTo>
                  <a:cubicBezTo>
                    <a:pt x="24031" y="25793"/>
                    <a:pt x="25175" y="26102"/>
                    <a:pt x="26164" y="26102"/>
                  </a:cubicBezTo>
                  <a:cubicBezTo>
                    <a:pt x="27553" y="26102"/>
                    <a:pt x="28635" y="25452"/>
                    <a:pt x="29500" y="23507"/>
                  </a:cubicBezTo>
                  <a:cubicBezTo>
                    <a:pt x="30859" y="20480"/>
                    <a:pt x="33948" y="10070"/>
                    <a:pt x="33948" y="9237"/>
                  </a:cubicBezTo>
                  <a:cubicBezTo>
                    <a:pt x="33948" y="8711"/>
                    <a:pt x="34904" y="4604"/>
                    <a:pt x="35554" y="1947"/>
                  </a:cubicBezTo>
                  <a:lnTo>
                    <a:pt x="35583" y="1824"/>
                  </a:lnTo>
                  <a:lnTo>
                    <a:pt x="35522" y="1730"/>
                  </a:lnTo>
                  <a:cubicBezTo>
                    <a:pt x="35121" y="1268"/>
                    <a:pt x="34195" y="218"/>
                    <a:pt x="33701" y="218"/>
                  </a:cubicBezTo>
                  <a:cubicBezTo>
                    <a:pt x="33360" y="218"/>
                    <a:pt x="32094" y="94"/>
                    <a:pt x="314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2"/>
            <p:cNvSpPr/>
            <p:nvPr/>
          </p:nvSpPr>
          <p:spPr>
            <a:xfrm>
              <a:off x="1032350" y="2789258"/>
              <a:ext cx="655321" cy="1378509"/>
            </a:xfrm>
            <a:custGeom>
              <a:avLst/>
              <a:gdLst/>
              <a:ahLst/>
              <a:cxnLst/>
              <a:rect l="l" t="t" r="r" b="b"/>
              <a:pathLst>
                <a:path w="41144" h="86549" extrusionOk="0">
                  <a:moveTo>
                    <a:pt x="36911" y="0"/>
                  </a:moveTo>
                  <a:cubicBezTo>
                    <a:pt x="36911" y="0"/>
                    <a:pt x="30486" y="3249"/>
                    <a:pt x="23539" y="3249"/>
                  </a:cubicBezTo>
                  <a:cubicBezTo>
                    <a:pt x="20279" y="3249"/>
                    <a:pt x="16904" y="2534"/>
                    <a:pt x="14024" y="433"/>
                  </a:cubicBezTo>
                  <a:cubicBezTo>
                    <a:pt x="14024" y="433"/>
                    <a:pt x="9700" y="11243"/>
                    <a:pt x="8526" y="18627"/>
                  </a:cubicBezTo>
                  <a:cubicBezTo>
                    <a:pt x="7352" y="25978"/>
                    <a:pt x="7846" y="43214"/>
                    <a:pt x="7538" y="45067"/>
                  </a:cubicBezTo>
                  <a:cubicBezTo>
                    <a:pt x="7197" y="46888"/>
                    <a:pt x="2502" y="55599"/>
                    <a:pt x="2502" y="59770"/>
                  </a:cubicBezTo>
                  <a:cubicBezTo>
                    <a:pt x="2502" y="63971"/>
                    <a:pt x="1" y="85560"/>
                    <a:pt x="1" y="85560"/>
                  </a:cubicBezTo>
                  <a:lnTo>
                    <a:pt x="1669" y="86549"/>
                  </a:lnTo>
                  <a:cubicBezTo>
                    <a:pt x="1669" y="86549"/>
                    <a:pt x="7538" y="68480"/>
                    <a:pt x="9700" y="63785"/>
                  </a:cubicBezTo>
                  <a:cubicBezTo>
                    <a:pt x="11862" y="59120"/>
                    <a:pt x="14889" y="48062"/>
                    <a:pt x="15722" y="45900"/>
                  </a:cubicBezTo>
                  <a:cubicBezTo>
                    <a:pt x="16557" y="43708"/>
                    <a:pt x="22426" y="26317"/>
                    <a:pt x="22764" y="24125"/>
                  </a:cubicBezTo>
                  <a:cubicBezTo>
                    <a:pt x="23073" y="21963"/>
                    <a:pt x="25082" y="16618"/>
                    <a:pt x="25082" y="16618"/>
                  </a:cubicBezTo>
                  <a:cubicBezTo>
                    <a:pt x="25082" y="16618"/>
                    <a:pt x="29436" y="43214"/>
                    <a:pt x="30271" y="48742"/>
                  </a:cubicBezTo>
                  <a:cubicBezTo>
                    <a:pt x="31104" y="54272"/>
                    <a:pt x="36973" y="84201"/>
                    <a:pt x="36973" y="84201"/>
                  </a:cubicBezTo>
                  <a:cubicBezTo>
                    <a:pt x="37343" y="84295"/>
                    <a:pt x="37746" y="84357"/>
                    <a:pt x="38146" y="84386"/>
                  </a:cubicBezTo>
                  <a:cubicBezTo>
                    <a:pt x="38641" y="84386"/>
                    <a:pt x="38826" y="83554"/>
                    <a:pt x="38826" y="83554"/>
                  </a:cubicBezTo>
                  <a:cubicBezTo>
                    <a:pt x="38826" y="83554"/>
                    <a:pt x="41144" y="62303"/>
                    <a:pt x="40494" y="56587"/>
                  </a:cubicBezTo>
                  <a:cubicBezTo>
                    <a:pt x="39814" y="50904"/>
                    <a:pt x="37808" y="43893"/>
                    <a:pt x="37808" y="41884"/>
                  </a:cubicBezTo>
                  <a:cubicBezTo>
                    <a:pt x="37808" y="39878"/>
                    <a:pt x="40835" y="22457"/>
                    <a:pt x="40835" y="16465"/>
                  </a:cubicBezTo>
                  <a:cubicBezTo>
                    <a:pt x="40835" y="10440"/>
                    <a:pt x="36911" y="0"/>
                    <a:pt x="369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2"/>
            <p:cNvSpPr/>
            <p:nvPr/>
          </p:nvSpPr>
          <p:spPr>
            <a:xfrm>
              <a:off x="1574984" y="3471640"/>
              <a:ext cx="61018" cy="159880"/>
            </a:xfrm>
            <a:custGeom>
              <a:avLst/>
              <a:gdLst/>
              <a:ahLst/>
              <a:cxnLst/>
              <a:rect l="l" t="t" r="r" b="b"/>
              <a:pathLst>
                <a:path w="3831" h="10038" extrusionOk="0">
                  <a:moveTo>
                    <a:pt x="3707" y="0"/>
                  </a:moveTo>
                  <a:cubicBezTo>
                    <a:pt x="3645" y="0"/>
                    <a:pt x="3583" y="30"/>
                    <a:pt x="3554" y="124"/>
                  </a:cubicBezTo>
                  <a:cubicBezTo>
                    <a:pt x="3554" y="185"/>
                    <a:pt x="2039" y="6516"/>
                    <a:pt x="32" y="9852"/>
                  </a:cubicBezTo>
                  <a:cubicBezTo>
                    <a:pt x="0" y="9914"/>
                    <a:pt x="32" y="9976"/>
                    <a:pt x="94" y="10038"/>
                  </a:cubicBezTo>
                  <a:lnTo>
                    <a:pt x="156" y="10038"/>
                  </a:lnTo>
                  <a:cubicBezTo>
                    <a:pt x="186" y="10038"/>
                    <a:pt x="247" y="10038"/>
                    <a:pt x="247" y="9976"/>
                  </a:cubicBezTo>
                  <a:cubicBezTo>
                    <a:pt x="2286" y="6610"/>
                    <a:pt x="3801" y="247"/>
                    <a:pt x="3801" y="153"/>
                  </a:cubicBezTo>
                  <a:cubicBezTo>
                    <a:pt x="3830" y="92"/>
                    <a:pt x="3769" y="30"/>
                    <a:pt x="37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2"/>
            <p:cNvSpPr/>
            <p:nvPr/>
          </p:nvSpPr>
          <p:spPr>
            <a:xfrm>
              <a:off x="1566638" y="3575742"/>
              <a:ext cx="62993" cy="112369"/>
            </a:xfrm>
            <a:custGeom>
              <a:avLst/>
              <a:gdLst/>
              <a:ahLst/>
              <a:cxnLst/>
              <a:rect l="l" t="t" r="r" b="b"/>
              <a:pathLst>
                <a:path w="3955" h="7055" extrusionOk="0">
                  <a:moveTo>
                    <a:pt x="3784" y="0"/>
                  </a:moveTo>
                  <a:cubicBezTo>
                    <a:pt x="3739" y="0"/>
                    <a:pt x="3699" y="36"/>
                    <a:pt x="3675" y="104"/>
                  </a:cubicBezTo>
                  <a:cubicBezTo>
                    <a:pt x="3675" y="136"/>
                    <a:pt x="2439" y="4707"/>
                    <a:pt x="62" y="6808"/>
                  </a:cubicBezTo>
                  <a:cubicBezTo>
                    <a:pt x="0" y="6870"/>
                    <a:pt x="0" y="6961"/>
                    <a:pt x="30" y="6993"/>
                  </a:cubicBezTo>
                  <a:cubicBezTo>
                    <a:pt x="62" y="7023"/>
                    <a:pt x="92" y="7055"/>
                    <a:pt x="124" y="7055"/>
                  </a:cubicBezTo>
                  <a:cubicBezTo>
                    <a:pt x="154" y="7055"/>
                    <a:pt x="186" y="7023"/>
                    <a:pt x="215" y="7023"/>
                  </a:cubicBezTo>
                  <a:cubicBezTo>
                    <a:pt x="2657" y="4831"/>
                    <a:pt x="3860" y="351"/>
                    <a:pt x="3922" y="166"/>
                  </a:cubicBezTo>
                  <a:cubicBezTo>
                    <a:pt x="3954" y="74"/>
                    <a:pt x="3892" y="12"/>
                    <a:pt x="3830" y="12"/>
                  </a:cubicBezTo>
                  <a:cubicBezTo>
                    <a:pt x="3815" y="4"/>
                    <a:pt x="3799" y="0"/>
                    <a:pt x="37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2"/>
            <p:cNvSpPr/>
            <p:nvPr/>
          </p:nvSpPr>
          <p:spPr>
            <a:xfrm>
              <a:off x="1164198" y="3542947"/>
              <a:ext cx="36904" cy="129905"/>
            </a:xfrm>
            <a:custGeom>
              <a:avLst/>
              <a:gdLst/>
              <a:ahLst/>
              <a:cxnLst/>
              <a:rect l="l" t="t" r="r" b="b"/>
              <a:pathLst>
                <a:path w="2317" h="8156" extrusionOk="0">
                  <a:moveTo>
                    <a:pt x="124" y="1"/>
                  </a:moveTo>
                  <a:cubicBezTo>
                    <a:pt x="63" y="33"/>
                    <a:pt x="1" y="95"/>
                    <a:pt x="1" y="156"/>
                  </a:cubicBezTo>
                  <a:cubicBezTo>
                    <a:pt x="63" y="403"/>
                    <a:pt x="989" y="5778"/>
                    <a:pt x="2069" y="8064"/>
                  </a:cubicBezTo>
                  <a:cubicBezTo>
                    <a:pt x="2069" y="8126"/>
                    <a:pt x="2131" y="8155"/>
                    <a:pt x="2163" y="8155"/>
                  </a:cubicBezTo>
                  <a:cubicBezTo>
                    <a:pt x="2193" y="8155"/>
                    <a:pt x="2225" y="8155"/>
                    <a:pt x="2225" y="8126"/>
                  </a:cubicBezTo>
                  <a:cubicBezTo>
                    <a:pt x="2287" y="8093"/>
                    <a:pt x="2316" y="8032"/>
                    <a:pt x="2287" y="7970"/>
                  </a:cubicBezTo>
                  <a:cubicBezTo>
                    <a:pt x="1236" y="5684"/>
                    <a:pt x="278" y="186"/>
                    <a:pt x="278" y="124"/>
                  </a:cubicBezTo>
                  <a:cubicBezTo>
                    <a:pt x="248" y="62"/>
                    <a:pt x="186" y="1"/>
                    <a:pt x="1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2"/>
            <p:cNvSpPr/>
            <p:nvPr/>
          </p:nvSpPr>
          <p:spPr>
            <a:xfrm>
              <a:off x="1159754" y="3595094"/>
              <a:ext cx="41348" cy="103847"/>
            </a:xfrm>
            <a:custGeom>
              <a:avLst/>
              <a:gdLst/>
              <a:ahLst/>
              <a:cxnLst/>
              <a:rect l="l" t="t" r="r" b="b"/>
              <a:pathLst>
                <a:path w="2596" h="6520" extrusionOk="0">
                  <a:moveTo>
                    <a:pt x="124" y="1"/>
                  </a:moveTo>
                  <a:cubicBezTo>
                    <a:pt x="62" y="33"/>
                    <a:pt x="1" y="95"/>
                    <a:pt x="33" y="157"/>
                  </a:cubicBezTo>
                  <a:cubicBezTo>
                    <a:pt x="33" y="186"/>
                    <a:pt x="866" y="4140"/>
                    <a:pt x="2348" y="6458"/>
                  </a:cubicBezTo>
                  <a:cubicBezTo>
                    <a:pt x="2380" y="6487"/>
                    <a:pt x="2410" y="6519"/>
                    <a:pt x="2442" y="6519"/>
                  </a:cubicBezTo>
                  <a:cubicBezTo>
                    <a:pt x="2472" y="6519"/>
                    <a:pt x="2504" y="6487"/>
                    <a:pt x="2533" y="6487"/>
                  </a:cubicBezTo>
                  <a:cubicBezTo>
                    <a:pt x="2595" y="6458"/>
                    <a:pt x="2595" y="6364"/>
                    <a:pt x="2566" y="6302"/>
                  </a:cubicBezTo>
                  <a:cubicBezTo>
                    <a:pt x="1113" y="4048"/>
                    <a:pt x="280" y="157"/>
                    <a:pt x="280" y="95"/>
                  </a:cubicBezTo>
                  <a:cubicBezTo>
                    <a:pt x="248" y="33"/>
                    <a:pt x="186" y="1"/>
                    <a:pt x="1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2"/>
            <p:cNvSpPr/>
            <p:nvPr/>
          </p:nvSpPr>
          <p:spPr>
            <a:xfrm>
              <a:off x="1436749" y="2980818"/>
              <a:ext cx="91010" cy="75608"/>
            </a:xfrm>
            <a:custGeom>
              <a:avLst/>
              <a:gdLst/>
              <a:ahLst/>
              <a:cxnLst/>
              <a:rect l="l" t="t" r="r" b="b"/>
              <a:pathLst>
                <a:path w="5714" h="4747" extrusionOk="0">
                  <a:moveTo>
                    <a:pt x="5561" y="0"/>
                  </a:moveTo>
                  <a:cubicBezTo>
                    <a:pt x="5534" y="0"/>
                    <a:pt x="5511" y="7"/>
                    <a:pt x="5499" y="19"/>
                  </a:cubicBezTo>
                  <a:lnTo>
                    <a:pt x="63" y="4499"/>
                  </a:lnTo>
                  <a:cubicBezTo>
                    <a:pt x="1" y="4561"/>
                    <a:pt x="1" y="4623"/>
                    <a:pt x="31" y="4685"/>
                  </a:cubicBezTo>
                  <a:cubicBezTo>
                    <a:pt x="63" y="4714"/>
                    <a:pt x="92" y="4747"/>
                    <a:pt x="124" y="4747"/>
                  </a:cubicBezTo>
                  <a:cubicBezTo>
                    <a:pt x="154" y="4747"/>
                    <a:pt x="186" y="4714"/>
                    <a:pt x="216" y="4714"/>
                  </a:cubicBezTo>
                  <a:lnTo>
                    <a:pt x="5652" y="237"/>
                  </a:lnTo>
                  <a:cubicBezTo>
                    <a:pt x="5714" y="175"/>
                    <a:pt x="5714" y="81"/>
                    <a:pt x="5684" y="52"/>
                  </a:cubicBezTo>
                  <a:cubicBezTo>
                    <a:pt x="5648" y="15"/>
                    <a:pt x="5600" y="0"/>
                    <a:pt x="55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2"/>
            <p:cNvSpPr/>
            <p:nvPr/>
          </p:nvSpPr>
          <p:spPr>
            <a:xfrm>
              <a:off x="1477572" y="2976517"/>
              <a:ext cx="106794" cy="49407"/>
            </a:xfrm>
            <a:custGeom>
              <a:avLst/>
              <a:gdLst/>
              <a:ahLst/>
              <a:cxnLst/>
              <a:rect l="l" t="t" r="r" b="b"/>
              <a:pathLst>
                <a:path w="6705" h="3102" extrusionOk="0">
                  <a:moveTo>
                    <a:pt x="6542" y="0"/>
                  </a:moveTo>
                  <a:cubicBezTo>
                    <a:pt x="6523" y="0"/>
                    <a:pt x="6504" y="4"/>
                    <a:pt x="6487" y="13"/>
                  </a:cubicBezTo>
                  <a:lnTo>
                    <a:pt x="94" y="2854"/>
                  </a:lnTo>
                  <a:cubicBezTo>
                    <a:pt x="32" y="2884"/>
                    <a:pt x="0" y="2978"/>
                    <a:pt x="32" y="3040"/>
                  </a:cubicBezTo>
                  <a:cubicBezTo>
                    <a:pt x="62" y="3069"/>
                    <a:pt x="94" y="3102"/>
                    <a:pt x="156" y="3102"/>
                  </a:cubicBezTo>
                  <a:lnTo>
                    <a:pt x="218" y="3102"/>
                  </a:lnTo>
                  <a:lnTo>
                    <a:pt x="6581" y="228"/>
                  </a:lnTo>
                  <a:cubicBezTo>
                    <a:pt x="6672" y="198"/>
                    <a:pt x="6704" y="136"/>
                    <a:pt x="6672" y="74"/>
                  </a:cubicBezTo>
                  <a:cubicBezTo>
                    <a:pt x="6651" y="29"/>
                    <a:pt x="6595" y="0"/>
                    <a:pt x="65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2"/>
            <p:cNvSpPr/>
            <p:nvPr/>
          </p:nvSpPr>
          <p:spPr>
            <a:xfrm>
              <a:off x="1254730" y="2900607"/>
              <a:ext cx="110680" cy="84464"/>
            </a:xfrm>
            <a:custGeom>
              <a:avLst/>
              <a:gdLst/>
              <a:ahLst/>
              <a:cxnLst/>
              <a:rect l="l" t="t" r="r" b="b"/>
              <a:pathLst>
                <a:path w="6949" h="5303" extrusionOk="0">
                  <a:moveTo>
                    <a:pt x="140" y="1"/>
                  </a:moveTo>
                  <a:cubicBezTo>
                    <a:pt x="107" y="1"/>
                    <a:pt x="79" y="16"/>
                    <a:pt x="62" y="52"/>
                  </a:cubicBezTo>
                  <a:cubicBezTo>
                    <a:pt x="0" y="113"/>
                    <a:pt x="30" y="207"/>
                    <a:pt x="92" y="237"/>
                  </a:cubicBezTo>
                  <a:cubicBezTo>
                    <a:pt x="124" y="269"/>
                    <a:pt x="4325" y="2987"/>
                    <a:pt x="6734" y="5241"/>
                  </a:cubicBezTo>
                  <a:cubicBezTo>
                    <a:pt x="6764" y="5273"/>
                    <a:pt x="6796" y="5303"/>
                    <a:pt x="6825" y="5303"/>
                  </a:cubicBezTo>
                  <a:cubicBezTo>
                    <a:pt x="6857" y="5303"/>
                    <a:pt x="6887" y="5273"/>
                    <a:pt x="6919" y="5241"/>
                  </a:cubicBezTo>
                  <a:cubicBezTo>
                    <a:pt x="6949" y="5211"/>
                    <a:pt x="6949" y="5117"/>
                    <a:pt x="6919" y="5055"/>
                  </a:cubicBezTo>
                  <a:cubicBezTo>
                    <a:pt x="4478" y="2770"/>
                    <a:pt x="277" y="52"/>
                    <a:pt x="215" y="22"/>
                  </a:cubicBezTo>
                  <a:cubicBezTo>
                    <a:pt x="189" y="8"/>
                    <a:pt x="164" y="1"/>
                    <a:pt x="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2"/>
            <p:cNvSpPr/>
            <p:nvPr/>
          </p:nvSpPr>
          <p:spPr>
            <a:xfrm>
              <a:off x="933966" y="4151537"/>
              <a:ext cx="127420" cy="159227"/>
            </a:xfrm>
            <a:custGeom>
              <a:avLst/>
              <a:gdLst/>
              <a:ahLst/>
              <a:cxnLst/>
              <a:rect l="l" t="t" r="r" b="b"/>
              <a:pathLst>
                <a:path w="8000" h="9997" extrusionOk="0">
                  <a:moveTo>
                    <a:pt x="6331" y="1"/>
                  </a:moveTo>
                  <a:cubicBezTo>
                    <a:pt x="6331" y="1"/>
                    <a:pt x="0" y="5375"/>
                    <a:pt x="0" y="8061"/>
                  </a:cubicBezTo>
                  <a:cubicBezTo>
                    <a:pt x="0" y="9370"/>
                    <a:pt x="607" y="9996"/>
                    <a:pt x="1544" y="9996"/>
                  </a:cubicBezTo>
                  <a:cubicBezTo>
                    <a:pt x="2509" y="9996"/>
                    <a:pt x="3825" y="9331"/>
                    <a:pt x="5189" y="8061"/>
                  </a:cubicBezTo>
                  <a:cubicBezTo>
                    <a:pt x="7846" y="5560"/>
                    <a:pt x="7999" y="371"/>
                    <a:pt x="7999" y="371"/>
                  </a:cubicBezTo>
                  <a:lnTo>
                    <a:pt x="6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2"/>
            <p:cNvSpPr/>
            <p:nvPr/>
          </p:nvSpPr>
          <p:spPr>
            <a:xfrm>
              <a:off x="929522" y="4147093"/>
              <a:ext cx="135798" cy="167796"/>
            </a:xfrm>
            <a:custGeom>
              <a:avLst/>
              <a:gdLst/>
              <a:ahLst/>
              <a:cxnLst/>
              <a:rect l="l" t="t" r="r" b="b"/>
              <a:pathLst>
                <a:path w="8526" h="10535" extrusionOk="0">
                  <a:moveTo>
                    <a:pt x="6704" y="556"/>
                  </a:moveTo>
                  <a:lnTo>
                    <a:pt x="8001" y="865"/>
                  </a:lnTo>
                  <a:cubicBezTo>
                    <a:pt x="7940" y="1854"/>
                    <a:pt x="7537" y="6025"/>
                    <a:pt x="5283" y="8155"/>
                  </a:cubicBezTo>
                  <a:cubicBezTo>
                    <a:pt x="4018" y="9345"/>
                    <a:pt x="2731" y="10016"/>
                    <a:pt x="1815" y="10016"/>
                  </a:cubicBezTo>
                  <a:cubicBezTo>
                    <a:pt x="1613" y="10016"/>
                    <a:pt x="1429" y="9984"/>
                    <a:pt x="1268" y="9917"/>
                  </a:cubicBezTo>
                  <a:cubicBezTo>
                    <a:pt x="650" y="9637"/>
                    <a:pt x="526" y="8896"/>
                    <a:pt x="526" y="8340"/>
                  </a:cubicBezTo>
                  <a:cubicBezTo>
                    <a:pt x="526" y="5993"/>
                    <a:pt x="5901" y="1268"/>
                    <a:pt x="6704" y="556"/>
                  </a:cubicBezTo>
                  <a:close/>
                  <a:moveTo>
                    <a:pt x="6548" y="0"/>
                  </a:moveTo>
                  <a:lnTo>
                    <a:pt x="6457" y="94"/>
                  </a:lnTo>
                  <a:cubicBezTo>
                    <a:pt x="6210" y="309"/>
                    <a:pt x="0" y="5592"/>
                    <a:pt x="0" y="8340"/>
                  </a:cubicBezTo>
                  <a:cubicBezTo>
                    <a:pt x="0" y="9670"/>
                    <a:pt x="588" y="10193"/>
                    <a:pt x="1050" y="10379"/>
                  </a:cubicBezTo>
                  <a:cubicBezTo>
                    <a:pt x="1297" y="10502"/>
                    <a:pt x="1544" y="10534"/>
                    <a:pt x="1824" y="10534"/>
                  </a:cubicBezTo>
                  <a:cubicBezTo>
                    <a:pt x="2874" y="10534"/>
                    <a:pt x="4233" y="9823"/>
                    <a:pt x="5622" y="8525"/>
                  </a:cubicBezTo>
                  <a:cubicBezTo>
                    <a:pt x="8372" y="5963"/>
                    <a:pt x="8525" y="897"/>
                    <a:pt x="8525" y="680"/>
                  </a:cubicBezTo>
                  <a:lnTo>
                    <a:pt x="8525" y="465"/>
                  </a:lnTo>
                  <a:lnTo>
                    <a:pt x="65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2"/>
            <p:cNvSpPr/>
            <p:nvPr/>
          </p:nvSpPr>
          <p:spPr>
            <a:xfrm>
              <a:off x="1621222" y="4120048"/>
              <a:ext cx="130876" cy="168306"/>
            </a:xfrm>
            <a:custGeom>
              <a:avLst/>
              <a:gdLst/>
              <a:ahLst/>
              <a:cxnLst/>
              <a:rect l="l" t="t" r="r" b="b"/>
              <a:pathLst>
                <a:path w="8217" h="10567" extrusionOk="0">
                  <a:moveTo>
                    <a:pt x="1854" y="1"/>
                  </a:moveTo>
                  <a:lnTo>
                    <a:pt x="1854" y="1"/>
                  </a:lnTo>
                  <a:cubicBezTo>
                    <a:pt x="1855" y="1"/>
                    <a:pt x="1856" y="2"/>
                    <a:pt x="1857" y="3"/>
                  </a:cubicBezTo>
                  <a:lnTo>
                    <a:pt x="1857" y="3"/>
                  </a:lnTo>
                  <a:cubicBezTo>
                    <a:pt x="1855" y="1"/>
                    <a:pt x="1854" y="1"/>
                    <a:pt x="1854" y="1"/>
                  </a:cubicBezTo>
                  <a:close/>
                  <a:moveTo>
                    <a:pt x="1857" y="3"/>
                  </a:moveTo>
                  <a:cubicBezTo>
                    <a:pt x="1913" y="46"/>
                    <a:pt x="2767" y="720"/>
                    <a:pt x="1131" y="720"/>
                  </a:cubicBezTo>
                  <a:cubicBezTo>
                    <a:pt x="840" y="720"/>
                    <a:pt x="469" y="698"/>
                    <a:pt x="1" y="648"/>
                  </a:cubicBezTo>
                  <a:lnTo>
                    <a:pt x="1" y="648"/>
                  </a:lnTo>
                  <a:cubicBezTo>
                    <a:pt x="1" y="648"/>
                    <a:pt x="2163" y="6023"/>
                    <a:pt x="4510" y="8370"/>
                  </a:cubicBezTo>
                  <a:cubicBezTo>
                    <a:pt x="5858" y="9718"/>
                    <a:pt x="6880" y="10567"/>
                    <a:pt x="7506" y="10567"/>
                  </a:cubicBezTo>
                  <a:cubicBezTo>
                    <a:pt x="7970" y="10567"/>
                    <a:pt x="8217" y="10099"/>
                    <a:pt x="8217" y="9020"/>
                  </a:cubicBezTo>
                  <a:cubicBezTo>
                    <a:pt x="8217" y="6517"/>
                    <a:pt x="6705" y="3676"/>
                    <a:pt x="1857" y="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2"/>
            <p:cNvSpPr/>
            <p:nvPr/>
          </p:nvSpPr>
          <p:spPr>
            <a:xfrm>
              <a:off x="1614851" y="4113168"/>
              <a:ext cx="141197" cy="179089"/>
            </a:xfrm>
            <a:custGeom>
              <a:avLst/>
              <a:gdLst/>
              <a:ahLst/>
              <a:cxnLst/>
              <a:rect l="l" t="t" r="r" b="b"/>
              <a:pathLst>
                <a:path w="8865" h="11244" extrusionOk="0">
                  <a:moveTo>
                    <a:pt x="2686" y="1112"/>
                  </a:moveTo>
                  <a:cubicBezTo>
                    <a:pt x="6549" y="4139"/>
                    <a:pt x="8340" y="6796"/>
                    <a:pt x="8340" y="9452"/>
                  </a:cubicBezTo>
                  <a:cubicBezTo>
                    <a:pt x="8340" y="10440"/>
                    <a:pt x="8155" y="10655"/>
                    <a:pt x="8031" y="10717"/>
                  </a:cubicBezTo>
                  <a:cubicBezTo>
                    <a:pt x="7997" y="10730"/>
                    <a:pt x="7960" y="10736"/>
                    <a:pt x="7918" y="10736"/>
                  </a:cubicBezTo>
                  <a:cubicBezTo>
                    <a:pt x="7244" y="10736"/>
                    <a:pt x="5650" y="9141"/>
                    <a:pt x="5096" y="8617"/>
                  </a:cubicBezTo>
                  <a:cubicBezTo>
                    <a:pt x="3181" y="6702"/>
                    <a:pt x="1359" y="2657"/>
                    <a:pt x="803" y="1389"/>
                  </a:cubicBezTo>
                  <a:lnTo>
                    <a:pt x="803" y="1389"/>
                  </a:lnTo>
                  <a:cubicBezTo>
                    <a:pt x="1074" y="1408"/>
                    <a:pt x="1306" y="1417"/>
                    <a:pt x="1506" y="1417"/>
                  </a:cubicBezTo>
                  <a:cubicBezTo>
                    <a:pt x="2284" y="1417"/>
                    <a:pt x="2564" y="1283"/>
                    <a:pt x="2686" y="1112"/>
                  </a:cubicBezTo>
                  <a:close/>
                  <a:moveTo>
                    <a:pt x="2130" y="0"/>
                  </a:moveTo>
                  <a:lnTo>
                    <a:pt x="1945" y="524"/>
                  </a:lnTo>
                  <a:lnTo>
                    <a:pt x="2101" y="618"/>
                  </a:lnTo>
                  <a:cubicBezTo>
                    <a:pt x="2192" y="709"/>
                    <a:pt x="2224" y="771"/>
                    <a:pt x="2254" y="803"/>
                  </a:cubicBezTo>
                  <a:cubicBezTo>
                    <a:pt x="2195" y="843"/>
                    <a:pt x="2021" y="909"/>
                    <a:pt x="1541" y="909"/>
                  </a:cubicBezTo>
                  <a:cubicBezTo>
                    <a:pt x="1276" y="909"/>
                    <a:pt x="917" y="888"/>
                    <a:pt x="433" y="833"/>
                  </a:cubicBezTo>
                  <a:lnTo>
                    <a:pt x="0" y="803"/>
                  </a:lnTo>
                  <a:lnTo>
                    <a:pt x="154" y="1204"/>
                  </a:lnTo>
                  <a:cubicBezTo>
                    <a:pt x="247" y="1421"/>
                    <a:pt x="2378" y="6610"/>
                    <a:pt x="4725" y="8987"/>
                  </a:cubicBezTo>
                  <a:cubicBezTo>
                    <a:pt x="6331" y="10564"/>
                    <a:pt x="7258" y="11244"/>
                    <a:pt x="7908" y="11244"/>
                  </a:cubicBezTo>
                  <a:cubicBezTo>
                    <a:pt x="7999" y="11244"/>
                    <a:pt x="8123" y="11244"/>
                    <a:pt x="8217" y="11182"/>
                  </a:cubicBezTo>
                  <a:cubicBezTo>
                    <a:pt x="8802" y="10935"/>
                    <a:pt x="8864" y="10099"/>
                    <a:pt x="8864" y="9452"/>
                  </a:cubicBezTo>
                  <a:cubicBezTo>
                    <a:pt x="8864" y="6487"/>
                    <a:pt x="6825" y="3551"/>
                    <a:pt x="2410" y="215"/>
                  </a:cubicBezTo>
                  <a:lnTo>
                    <a:pt x="21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2"/>
            <p:cNvSpPr/>
            <p:nvPr/>
          </p:nvSpPr>
          <p:spPr>
            <a:xfrm>
              <a:off x="1159292" y="1760325"/>
              <a:ext cx="273539" cy="295949"/>
            </a:xfrm>
            <a:custGeom>
              <a:avLst/>
              <a:gdLst/>
              <a:ahLst/>
              <a:cxnLst/>
              <a:rect l="l" t="t" r="r" b="b"/>
              <a:pathLst>
                <a:path w="17174" h="18581" extrusionOk="0">
                  <a:moveTo>
                    <a:pt x="4806" y="1"/>
                  </a:moveTo>
                  <a:cubicBezTo>
                    <a:pt x="4418" y="1"/>
                    <a:pt x="3991" y="241"/>
                    <a:pt x="3798" y="1157"/>
                  </a:cubicBezTo>
                  <a:cubicBezTo>
                    <a:pt x="3366" y="3104"/>
                    <a:pt x="6363" y="4710"/>
                    <a:pt x="5404" y="6346"/>
                  </a:cubicBezTo>
                  <a:cubicBezTo>
                    <a:pt x="4786" y="7335"/>
                    <a:pt x="3892" y="8076"/>
                    <a:pt x="2810" y="8508"/>
                  </a:cubicBezTo>
                  <a:cubicBezTo>
                    <a:pt x="2624" y="8570"/>
                    <a:pt x="2471" y="8602"/>
                    <a:pt x="2286" y="8602"/>
                  </a:cubicBezTo>
                  <a:cubicBezTo>
                    <a:pt x="1421" y="8726"/>
                    <a:pt x="0" y="8602"/>
                    <a:pt x="432" y="10114"/>
                  </a:cubicBezTo>
                  <a:cubicBezTo>
                    <a:pt x="865" y="11629"/>
                    <a:pt x="2286" y="12926"/>
                    <a:pt x="3151" y="12926"/>
                  </a:cubicBezTo>
                  <a:lnTo>
                    <a:pt x="4015" y="12926"/>
                  </a:lnTo>
                  <a:cubicBezTo>
                    <a:pt x="4015" y="12926"/>
                    <a:pt x="4972" y="15860"/>
                    <a:pt x="8649" y="17466"/>
                  </a:cubicBezTo>
                  <a:cubicBezTo>
                    <a:pt x="10330" y="18201"/>
                    <a:pt x="11760" y="18580"/>
                    <a:pt x="12899" y="18580"/>
                  </a:cubicBezTo>
                  <a:cubicBezTo>
                    <a:pt x="14249" y="18580"/>
                    <a:pt x="15190" y="18048"/>
                    <a:pt x="15659" y="16942"/>
                  </a:cubicBezTo>
                  <a:cubicBezTo>
                    <a:pt x="16524" y="14871"/>
                    <a:pt x="17174" y="13141"/>
                    <a:pt x="17174" y="10455"/>
                  </a:cubicBezTo>
                  <a:cubicBezTo>
                    <a:pt x="17174" y="7737"/>
                    <a:pt x="16215" y="3195"/>
                    <a:pt x="16215" y="3195"/>
                  </a:cubicBezTo>
                  <a:cubicBezTo>
                    <a:pt x="16215" y="3195"/>
                    <a:pt x="15889" y="3650"/>
                    <a:pt x="14857" y="3650"/>
                  </a:cubicBezTo>
                  <a:cubicBezTo>
                    <a:pt x="14209" y="3650"/>
                    <a:pt x="13283" y="3471"/>
                    <a:pt x="11985" y="2887"/>
                  </a:cubicBezTo>
                  <a:cubicBezTo>
                    <a:pt x="9790" y="1898"/>
                    <a:pt x="7722" y="1065"/>
                    <a:pt x="6548" y="633"/>
                  </a:cubicBezTo>
                  <a:cubicBezTo>
                    <a:pt x="6116" y="477"/>
                    <a:pt x="5713" y="292"/>
                    <a:pt x="5281" y="107"/>
                  </a:cubicBezTo>
                  <a:cubicBezTo>
                    <a:pt x="5147" y="49"/>
                    <a:pt x="4980" y="1"/>
                    <a:pt x="4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2"/>
            <p:cNvSpPr/>
            <p:nvPr/>
          </p:nvSpPr>
          <p:spPr>
            <a:xfrm>
              <a:off x="1159754" y="1756248"/>
              <a:ext cx="277489" cy="304438"/>
            </a:xfrm>
            <a:custGeom>
              <a:avLst/>
              <a:gdLst/>
              <a:ahLst/>
              <a:cxnLst/>
              <a:rect l="l" t="t" r="r" b="b"/>
              <a:pathLst>
                <a:path w="17422" h="19114" extrusionOk="0">
                  <a:moveTo>
                    <a:pt x="4790" y="518"/>
                  </a:moveTo>
                  <a:cubicBezTo>
                    <a:pt x="4913" y="518"/>
                    <a:pt x="5037" y="548"/>
                    <a:pt x="5160" y="580"/>
                  </a:cubicBezTo>
                  <a:cubicBezTo>
                    <a:pt x="5284" y="642"/>
                    <a:pt x="5407" y="704"/>
                    <a:pt x="5561" y="765"/>
                  </a:cubicBezTo>
                  <a:cubicBezTo>
                    <a:pt x="5840" y="889"/>
                    <a:pt x="6149" y="1013"/>
                    <a:pt x="6425" y="1136"/>
                  </a:cubicBezTo>
                  <a:cubicBezTo>
                    <a:pt x="7476" y="1536"/>
                    <a:pt x="9608" y="2340"/>
                    <a:pt x="11862" y="3390"/>
                  </a:cubicBezTo>
                  <a:cubicBezTo>
                    <a:pt x="13165" y="3983"/>
                    <a:pt x="14116" y="4167"/>
                    <a:pt x="14800" y="4167"/>
                  </a:cubicBezTo>
                  <a:cubicBezTo>
                    <a:pt x="15365" y="4167"/>
                    <a:pt x="15749" y="4041"/>
                    <a:pt x="16001" y="3916"/>
                  </a:cubicBezTo>
                  <a:cubicBezTo>
                    <a:pt x="16248" y="5090"/>
                    <a:pt x="16898" y="8517"/>
                    <a:pt x="16898" y="10711"/>
                  </a:cubicBezTo>
                  <a:cubicBezTo>
                    <a:pt x="16898" y="13336"/>
                    <a:pt x="16280" y="15004"/>
                    <a:pt x="15415" y="17104"/>
                  </a:cubicBezTo>
                  <a:cubicBezTo>
                    <a:pt x="15136" y="17722"/>
                    <a:pt x="14736" y="18125"/>
                    <a:pt x="14147" y="18372"/>
                  </a:cubicBezTo>
                  <a:cubicBezTo>
                    <a:pt x="13774" y="18515"/>
                    <a:pt x="13340" y="18587"/>
                    <a:pt x="12848" y="18587"/>
                  </a:cubicBezTo>
                  <a:cubicBezTo>
                    <a:pt x="11755" y="18587"/>
                    <a:pt x="10372" y="18231"/>
                    <a:pt x="8711" y="17507"/>
                  </a:cubicBezTo>
                  <a:cubicBezTo>
                    <a:pt x="5222" y="15962"/>
                    <a:pt x="4234" y="13150"/>
                    <a:pt x="4234" y="13121"/>
                  </a:cubicBezTo>
                  <a:lnTo>
                    <a:pt x="4172" y="12935"/>
                  </a:lnTo>
                  <a:lnTo>
                    <a:pt x="3122" y="12935"/>
                  </a:lnTo>
                  <a:cubicBezTo>
                    <a:pt x="2348" y="12935"/>
                    <a:pt x="1051" y="11700"/>
                    <a:pt x="651" y="10309"/>
                  </a:cubicBezTo>
                  <a:cubicBezTo>
                    <a:pt x="557" y="9970"/>
                    <a:pt x="557" y="9691"/>
                    <a:pt x="680" y="9538"/>
                  </a:cubicBezTo>
                  <a:cubicBezTo>
                    <a:pt x="866" y="9258"/>
                    <a:pt x="1422" y="9197"/>
                    <a:pt x="1916" y="9167"/>
                  </a:cubicBezTo>
                  <a:cubicBezTo>
                    <a:pt x="2039" y="9167"/>
                    <a:pt x="2163" y="9135"/>
                    <a:pt x="2257" y="9135"/>
                  </a:cubicBezTo>
                  <a:cubicBezTo>
                    <a:pt x="2472" y="9105"/>
                    <a:pt x="2657" y="9073"/>
                    <a:pt x="2874" y="9011"/>
                  </a:cubicBezTo>
                  <a:cubicBezTo>
                    <a:pt x="3986" y="8579"/>
                    <a:pt x="4975" y="7746"/>
                    <a:pt x="5593" y="6726"/>
                  </a:cubicBezTo>
                  <a:cubicBezTo>
                    <a:pt x="6178" y="5737"/>
                    <a:pt x="5531" y="4811"/>
                    <a:pt x="4913" y="3884"/>
                  </a:cubicBezTo>
                  <a:cubicBezTo>
                    <a:pt x="4387" y="3113"/>
                    <a:pt x="3831" y="2310"/>
                    <a:pt x="4016" y="1475"/>
                  </a:cubicBezTo>
                  <a:cubicBezTo>
                    <a:pt x="4110" y="1013"/>
                    <a:pt x="4295" y="704"/>
                    <a:pt x="4510" y="580"/>
                  </a:cubicBezTo>
                  <a:cubicBezTo>
                    <a:pt x="4604" y="518"/>
                    <a:pt x="4696" y="518"/>
                    <a:pt x="4790" y="518"/>
                  </a:cubicBezTo>
                  <a:close/>
                  <a:moveTo>
                    <a:pt x="4797" y="1"/>
                  </a:moveTo>
                  <a:cubicBezTo>
                    <a:pt x="4620" y="1"/>
                    <a:pt x="4450" y="39"/>
                    <a:pt x="4295" y="116"/>
                  </a:cubicBezTo>
                  <a:cubicBezTo>
                    <a:pt x="3893" y="301"/>
                    <a:pt x="3645" y="733"/>
                    <a:pt x="3492" y="1351"/>
                  </a:cubicBezTo>
                  <a:cubicBezTo>
                    <a:pt x="3275" y="2401"/>
                    <a:pt x="3925" y="3360"/>
                    <a:pt x="4481" y="4163"/>
                  </a:cubicBezTo>
                  <a:cubicBezTo>
                    <a:pt x="5066" y="5028"/>
                    <a:pt x="5561" y="5769"/>
                    <a:pt x="5160" y="6449"/>
                  </a:cubicBezTo>
                  <a:cubicBezTo>
                    <a:pt x="4572" y="7405"/>
                    <a:pt x="3707" y="8117"/>
                    <a:pt x="2689" y="8517"/>
                  </a:cubicBezTo>
                  <a:cubicBezTo>
                    <a:pt x="2533" y="8579"/>
                    <a:pt x="2380" y="8611"/>
                    <a:pt x="2225" y="8611"/>
                  </a:cubicBezTo>
                  <a:cubicBezTo>
                    <a:pt x="2101" y="8641"/>
                    <a:pt x="1978" y="8641"/>
                    <a:pt x="1854" y="8641"/>
                  </a:cubicBezTo>
                  <a:cubicBezTo>
                    <a:pt x="1268" y="8702"/>
                    <a:pt x="589" y="8764"/>
                    <a:pt x="248" y="9258"/>
                  </a:cubicBezTo>
                  <a:cubicBezTo>
                    <a:pt x="33" y="9538"/>
                    <a:pt x="1" y="9938"/>
                    <a:pt x="156" y="10464"/>
                  </a:cubicBezTo>
                  <a:cubicBezTo>
                    <a:pt x="589" y="11977"/>
                    <a:pt x="2039" y="13459"/>
                    <a:pt x="3122" y="13459"/>
                  </a:cubicBezTo>
                  <a:lnTo>
                    <a:pt x="3801" y="13459"/>
                  </a:lnTo>
                  <a:cubicBezTo>
                    <a:pt x="4078" y="14139"/>
                    <a:pt x="5252" y="16548"/>
                    <a:pt x="8526" y="17969"/>
                  </a:cubicBezTo>
                  <a:cubicBezTo>
                    <a:pt x="10226" y="18710"/>
                    <a:pt x="11708" y="19113"/>
                    <a:pt x="12882" y="19113"/>
                  </a:cubicBezTo>
                  <a:cubicBezTo>
                    <a:pt x="13406" y="19113"/>
                    <a:pt x="13900" y="19019"/>
                    <a:pt x="14333" y="18834"/>
                  </a:cubicBezTo>
                  <a:cubicBezTo>
                    <a:pt x="15044" y="18557"/>
                    <a:pt x="15568" y="18031"/>
                    <a:pt x="15877" y="17289"/>
                  </a:cubicBezTo>
                  <a:cubicBezTo>
                    <a:pt x="16774" y="15159"/>
                    <a:pt x="17422" y="13430"/>
                    <a:pt x="17422" y="10711"/>
                  </a:cubicBezTo>
                  <a:cubicBezTo>
                    <a:pt x="17422" y="7993"/>
                    <a:pt x="16465" y="3607"/>
                    <a:pt x="16433" y="3422"/>
                  </a:cubicBezTo>
                  <a:lnTo>
                    <a:pt x="16310" y="2896"/>
                  </a:lnTo>
                  <a:lnTo>
                    <a:pt x="15971" y="3298"/>
                  </a:lnTo>
                  <a:cubicBezTo>
                    <a:pt x="15971" y="3316"/>
                    <a:pt x="15688" y="3648"/>
                    <a:pt x="14848" y="3648"/>
                  </a:cubicBezTo>
                  <a:cubicBezTo>
                    <a:pt x="14245" y="3648"/>
                    <a:pt x="13356" y="3477"/>
                    <a:pt x="12079" y="2896"/>
                  </a:cubicBezTo>
                  <a:cubicBezTo>
                    <a:pt x="9793" y="1877"/>
                    <a:pt x="7661" y="1042"/>
                    <a:pt x="6611" y="642"/>
                  </a:cubicBezTo>
                  <a:cubicBezTo>
                    <a:pt x="6334" y="548"/>
                    <a:pt x="6055" y="424"/>
                    <a:pt x="5778" y="301"/>
                  </a:cubicBezTo>
                  <a:cubicBezTo>
                    <a:pt x="5622" y="239"/>
                    <a:pt x="5499" y="177"/>
                    <a:pt x="5346" y="116"/>
                  </a:cubicBezTo>
                  <a:cubicBezTo>
                    <a:pt x="5160" y="39"/>
                    <a:pt x="4975" y="1"/>
                    <a:pt x="47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2"/>
            <p:cNvSpPr/>
            <p:nvPr/>
          </p:nvSpPr>
          <p:spPr>
            <a:xfrm>
              <a:off x="1311798" y="1861369"/>
              <a:ext cx="13793" cy="24194"/>
            </a:xfrm>
            <a:custGeom>
              <a:avLst/>
              <a:gdLst/>
              <a:ahLst/>
              <a:cxnLst/>
              <a:rect l="l" t="t" r="r" b="b"/>
              <a:pathLst>
                <a:path w="866" h="1519" extrusionOk="0">
                  <a:moveTo>
                    <a:pt x="336" y="0"/>
                  </a:moveTo>
                  <a:cubicBezTo>
                    <a:pt x="327" y="0"/>
                    <a:pt x="318" y="1"/>
                    <a:pt x="309" y="2"/>
                  </a:cubicBezTo>
                  <a:cubicBezTo>
                    <a:pt x="92" y="34"/>
                    <a:pt x="0" y="405"/>
                    <a:pt x="62" y="805"/>
                  </a:cubicBezTo>
                  <a:cubicBezTo>
                    <a:pt x="121" y="1218"/>
                    <a:pt x="320" y="1519"/>
                    <a:pt x="527" y="1519"/>
                  </a:cubicBezTo>
                  <a:cubicBezTo>
                    <a:pt x="537" y="1519"/>
                    <a:pt x="547" y="1518"/>
                    <a:pt x="556" y="1517"/>
                  </a:cubicBezTo>
                  <a:cubicBezTo>
                    <a:pt x="742" y="1485"/>
                    <a:pt x="865" y="1114"/>
                    <a:pt x="803" y="714"/>
                  </a:cubicBezTo>
                  <a:cubicBezTo>
                    <a:pt x="744" y="327"/>
                    <a:pt x="542" y="0"/>
                    <a:pt x="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2"/>
            <p:cNvSpPr/>
            <p:nvPr/>
          </p:nvSpPr>
          <p:spPr>
            <a:xfrm>
              <a:off x="1383106" y="1849551"/>
              <a:ext cx="13793" cy="23796"/>
            </a:xfrm>
            <a:custGeom>
              <a:avLst/>
              <a:gdLst/>
              <a:ahLst/>
              <a:cxnLst/>
              <a:rect l="l" t="t" r="r" b="b"/>
              <a:pathLst>
                <a:path w="866" h="1494" extrusionOk="0">
                  <a:moveTo>
                    <a:pt x="335" y="1"/>
                  </a:moveTo>
                  <a:cubicBezTo>
                    <a:pt x="326" y="1"/>
                    <a:pt x="318" y="1"/>
                    <a:pt x="310" y="3"/>
                  </a:cubicBezTo>
                  <a:cubicBezTo>
                    <a:pt x="95" y="35"/>
                    <a:pt x="1" y="406"/>
                    <a:pt x="63" y="806"/>
                  </a:cubicBezTo>
                  <a:cubicBezTo>
                    <a:pt x="119" y="1201"/>
                    <a:pt x="306" y="1493"/>
                    <a:pt x="479" y="1493"/>
                  </a:cubicBezTo>
                  <a:cubicBezTo>
                    <a:pt x="495" y="1493"/>
                    <a:pt x="511" y="1491"/>
                    <a:pt x="527" y="1485"/>
                  </a:cubicBezTo>
                  <a:cubicBezTo>
                    <a:pt x="742" y="1456"/>
                    <a:pt x="866" y="1115"/>
                    <a:pt x="804" y="682"/>
                  </a:cubicBezTo>
                  <a:cubicBezTo>
                    <a:pt x="717" y="300"/>
                    <a:pt x="51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2"/>
            <p:cNvSpPr/>
            <p:nvPr/>
          </p:nvSpPr>
          <p:spPr>
            <a:xfrm>
              <a:off x="1278334" y="1816119"/>
              <a:ext cx="48706" cy="28558"/>
            </a:xfrm>
            <a:custGeom>
              <a:avLst/>
              <a:gdLst/>
              <a:ahLst/>
              <a:cxnLst/>
              <a:rect l="l" t="t" r="r" b="b"/>
              <a:pathLst>
                <a:path w="3058" h="1793" extrusionOk="0">
                  <a:moveTo>
                    <a:pt x="2721" y="0"/>
                  </a:moveTo>
                  <a:cubicBezTo>
                    <a:pt x="1646" y="0"/>
                    <a:pt x="694" y="520"/>
                    <a:pt x="92" y="1393"/>
                  </a:cubicBezTo>
                  <a:cubicBezTo>
                    <a:pt x="1" y="1516"/>
                    <a:pt x="31" y="1669"/>
                    <a:pt x="154" y="1763"/>
                  </a:cubicBezTo>
                  <a:cubicBezTo>
                    <a:pt x="216" y="1793"/>
                    <a:pt x="248" y="1793"/>
                    <a:pt x="310" y="1793"/>
                  </a:cubicBezTo>
                  <a:cubicBezTo>
                    <a:pt x="401" y="1793"/>
                    <a:pt x="463" y="1763"/>
                    <a:pt x="525" y="1701"/>
                  </a:cubicBezTo>
                  <a:cubicBezTo>
                    <a:pt x="1019" y="928"/>
                    <a:pt x="1884" y="496"/>
                    <a:pt x="2781" y="496"/>
                  </a:cubicBezTo>
                  <a:cubicBezTo>
                    <a:pt x="2934" y="496"/>
                    <a:pt x="3058" y="404"/>
                    <a:pt x="3058" y="248"/>
                  </a:cubicBezTo>
                  <a:cubicBezTo>
                    <a:pt x="3058" y="125"/>
                    <a:pt x="2934" y="1"/>
                    <a:pt x="2811" y="1"/>
                  </a:cubicBezTo>
                  <a:cubicBezTo>
                    <a:pt x="2781" y="1"/>
                    <a:pt x="2751" y="0"/>
                    <a:pt x="27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2"/>
            <p:cNvSpPr/>
            <p:nvPr/>
          </p:nvSpPr>
          <p:spPr>
            <a:xfrm>
              <a:off x="1371303" y="1819273"/>
              <a:ext cx="47241" cy="20483"/>
            </a:xfrm>
            <a:custGeom>
              <a:avLst/>
              <a:gdLst/>
              <a:ahLst/>
              <a:cxnLst/>
              <a:rect l="l" t="t" r="r" b="b"/>
              <a:pathLst>
                <a:path w="2966" h="1286" extrusionOk="0">
                  <a:moveTo>
                    <a:pt x="1042" y="1"/>
                  </a:moveTo>
                  <a:cubicBezTo>
                    <a:pt x="767" y="1"/>
                    <a:pt x="489" y="48"/>
                    <a:pt x="218" y="144"/>
                  </a:cubicBezTo>
                  <a:cubicBezTo>
                    <a:pt x="94" y="174"/>
                    <a:pt x="1" y="330"/>
                    <a:pt x="62" y="453"/>
                  </a:cubicBezTo>
                  <a:cubicBezTo>
                    <a:pt x="108" y="567"/>
                    <a:pt x="188" y="630"/>
                    <a:pt x="289" y="630"/>
                  </a:cubicBezTo>
                  <a:cubicBezTo>
                    <a:pt x="325" y="630"/>
                    <a:pt x="363" y="622"/>
                    <a:pt x="403" y="606"/>
                  </a:cubicBezTo>
                  <a:cubicBezTo>
                    <a:pt x="604" y="539"/>
                    <a:pt x="812" y="507"/>
                    <a:pt x="1018" y="507"/>
                  </a:cubicBezTo>
                  <a:cubicBezTo>
                    <a:pt x="1571" y="507"/>
                    <a:pt x="2111" y="744"/>
                    <a:pt x="2472" y="1195"/>
                  </a:cubicBezTo>
                  <a:cubicBezTo>
                    <a:pt x="2533" y="1256"/>
                    <a:pt x="2595" y="1286"/>
                    <a:pt x="2689" y="1286"/>
                  </a:cubicBezTo>
                  <a:cubicBezTo>
                    <a:pt x="2751" y="1286"/>
                    <a:pt x="2813" y="1256"/>
                    <a:pt x="2842" y="1224"/>
                  </a:cubicBezTo>
                  <a:cubicBezTo>
                    <a:pt x="2966" y="1133"/>
                    <a:pt x="2966" y="977"/>
                    <a:pt x="2874" y="854"/>
                  </a:cubicBezTo>
                  <a:cubicBezTo>
                    <a:pt x="2409" y="301"/>
                    <a:pt x="1737" y="1"/>
                    <a:pt x="10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2"/>
            <p:cNvSpPr/>
            <p:nvPr/>
          </p:nvSpPr>
          <p:spPr>
            <a:xfrm>
              <a:off x="1356538" y="1850507"/>
              <a:ext cx="27571" cy="78793"/>
            </a:xfrm>
            <a:custGeom>
              <a:avLst/>
              <a:gdLst/>
              <a:ahLst/>
              <a:cxnLst/>
              <a:rect l="l" t="t" r="r" b="b"/>
              <a:pathLst>
                <a:path w="1731" h="4947" extrusionOk="0">
                  <a:moveTo>
                    <a:pt x="790" y="0"/>
                  </a:moveTo>
                  <a:cubicBezTo>
                    <a:pt x="657" y="0"/>
                    <a:pt x="557" y="111"/>
                    <a:pt x="557" y="222"/>
                  </a:cubicBezTo>
                  <a:cubicBezTo>
                    <a:pt x="495" y="931"/>
                    <a:pt x="495" y="1643"/>
                    <a:pt x="557" y="2322"/>
                  </a:cubicBezTo>
                  <a:cubicBezTo>
                    <a:pt x="589" y="2784"/>
                    <a:pt x="774" y="3093"/>
                    <a:pt x="928" y="3311"/>
                  </a:cubicBezTo>
                  <a:cubicBezTo>
                    <a:pt x="1113" y="3588"/>
                    <a:pt x="1175" y="3711"/>
                    <a:pt x="1083" y="3958"/>
                  </a:cubicBezTo>
                  <a:cubicBezTo>
                    <a:pt x="928" y="4423"/>
                    <a:pt x="280" y="4423"/>
                    <a:pt x="248" y="4423"/>
                  </a:cubicBezTo>
                  <a:cubicBezTo>
                    <a:pt x="124" y="4423"/>
                    <a:pt x="1" y="4546"/>
                    <a:pt x="1" y="4670"/>
                  </a:cubicBezTo>
                  <a:cubicBezTo>
                    <a:pt x="1" y="4823"/>
                    <a:pt x="124" y="4947"/>
                    <a:pt x="248" y="4947"/>
                  </a:cubicBezTo>
                  <a:cubicBezTo>
                    <a:pt x="342" y="4947"/>
                    <a:pt x="1330" y="4917"/>
                    <a:pt x="1577" y="4114"/>
                  </a:cubicBezTo>
                  <a:cubicBezTo>
                    <a:pt x="1731" y="3649"/>
                    <a:pt x="1545" y="3340"/>
                    <a:pt x="1360" y="3032"/>
                  </a:cubicBezTo>
                  <a:cubicBezTo>
                    <a:pt x="1236" y="2817"/>
                    <a:pt x="1113" y="2599"/>
                    <a:pt x="1051" y="2290"/>
                  </a:cubicBezTo>
                  <a:cubicBezTo>
                    <a:pt x="989" y="1611"/>
                    <a:pt x="989" y="931"/>
                    <a:pt x="1051" y="284"/>
                  </a:cubicBezTo>
                  <a:cubicBezTo>
                    <a:pt x="1083" y="128"/>
                    <a:pt x="960" y="5"/>
                    <a:pt x="836" y="5"/>
                  </a:cubicBezTo>
                  <a:cubicBezTo>
                    <a:pt x="820" y="2"/>
                    <a:pt x="805" y="0"/>
                    <a:pt x="7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2"/>
            <p:cNvSpPr/>
            <p:nvPr/>
          </p:nvSpPr>
          <p:spPr>
            <a:xfrm>
              <a:off x="1304392" y="1955469"/>
              <a:ext cx="43832" cy="16150"/>
            </a:xfrm>
            <a:custGeom>
              <a:avLst/>
              <a:gdLst/>
              <a:ahLst/>
              <a:cxnLst/>
              <a:rect l="l" t="t" r="r" b="b"/>
              <a:pathLst>
                <a:path w="2752" h="1014" extrusionOk="0">
                  <a:moveTo>
                    <a:pt x="285" y="0"/>
                  </a:moveTo>
                  <a:cubicBezTo>
                    <a:pt x="208" y="0"/>
                    <a:pt x="131" y="33"/>
                    <a:pt x="95" y="86"/>
                  </a:cubicBezTo>
                  <a:cubicBezTo>
                    <a:pt x="1" y="210"/>
                    <a:pt x="33" y="366"/>
                    <a:pt x="156" y="457"/>
                  </a:cubicBezTo>
                  <a:cubicBezTo>
                    <a:pt x="651" y="828"/>
                    <a:pt x="1236" y="1013"/>
                    <a:pt x="1854" y="1013"/>
                  </a:cubicBezTo>
                  <a:cubicBezTo>
                    <a:pt x="2072" y="1013"/>
                    <a:pt x="2286" y="983"/>
                    <a:pt x="2504" y="951"/>
                  </a:cubicBezTo>
                  <a:cubicBezTo>
                    <a:pt x="2657" y="889"/>
                    <a:pt x="2751" y="766"/>
                    <a:pt x="2719" y="613"/>
                  </a:cubicBezTo>
                  <a:cubicBezTo>
                    <a:pt x="2693" y="506"/>
                    <a:pt x="2573" y="421"/>
                    <a:pt x="2442" y="421"/>
                  </a:cubicBezTo>
                  <a:cubicBezTo>
                    <a:pt x="2422" y="421"/>
                    <a:pt x="2401" y="423"/>
                    <a:pt x="2380" y="427"/>
                  </a:cubicBezTo>
                  <a:cubicBezTo>
                    <a:pt x="2201" y="470"/>
                    <a:pt x="2016" y="491"/>
                    <a:pt x="1831" y="491"/>
                  </a:cubicBezTo>
                  <a:cubicBezTo>
                    <a:pt x="1347" y="491"/>
                    <a:pt x="859" y="346"/>
                    <a:pt x="433" y="57"/>
                  </a:cubicBezTo>
                  <a:cubicBezTo>
                    <a:pt x="395" y="17"/>
                    <a:pt x="340" y="0"/>
                    <a:pt x="2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3" name="Google Shape;493;p52"/>
            <p:cNvGrpSpPr/>
            <p:nvPr/>
          </p:nvGrpSpPr>
          <p:grpSpPr>
            <a:xfrm>
              <a:off x="3711348" y="3721521"/>
              <a:ext cx="530770" cy="589944"/>
              <a:chOff x="4122563" y="4454313"/>
              <a:chExt cx="664875" cy="739000"/>
            </a:xfrm>
          </p:grpSpPr>
          <p:sp>
            <p:nvSpPr>
              <p:cNvPr id="494" name="Google Shape;494;p52"/>
              <p:cNvSpPr/>
              <p:nvPr/>
            </p:nvSpPr>
            <p:spPr>
              <a:xfrm>
                <a:off x="4300913" y="4460488"/>
                <a:ext cx="300450" cy="686475"/>
              </a:xfrm>
              <a:custGeom>
                <a:avLst/>
                <a:gdLst/>
                <a:ahLst/>
                <a:cxnLst/>
                <a:rect l="l" t="t" r="r" b="b"/>
                <a:pathLst>
                  <a:path w="12018" h="27459" extrusionOk="0">
                    <a:moveTo>
                      <a:pt x="5993" y="1"/>
                    </a:moveTo>
                    <a:cubicBezTo>
                      <a:pt x="5993" y="1"/>
                      <a:pt x="1" y="6146"/>
                      <a:pt x="1" y="13715"/>
                    </a:cubicBezTo>
                    <a:cubicBezTo>
                      <a:pt x="1" y="21313"/>
                      <a:pt x="5993" y="27459"/>
                      <a:pt x="5993" y="27459"/>
                    </a:cubicBezTo>
                    <a:cubicBezTo>
                      <a:pt x="5993" y="27459"/>
                      <a:pt x="12018" y="21313"/>
                      <a:pt x="12018" y="13715"/>
                    </a:cubicBezTo>
                    <a:cubicBezTo>
                      <a:pt x="12018" y="6146"/>
                      <a:pt x="5993" y="1"/>
                      <a:pt x="59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2"/>
              <p:cNvSpPr/>
              <p:nvPr/>
            </p:nvSpPr>
            <p:spPr>
              <a:xfrm>
                <a:off x="4123313" y="4889038"/>
                <a:ext cx="276475" cy="298100"/>
              </a:xfrm>
              <a:custGeom>
                <a:avLst/>
                <a:gdLst/>
                <a:ahLst/>
                <a:cxnLst/>
                <a:rect l="l" t="t" r="r" b="b"/>
                <a:pathLst>
                  <a:path w="11059" h="11924" extrusionOk="0">
                    <a:moveTo>
                      <a:pt x="248" y="0"/>
                    </a:moveTo>
                    <a:cubicBezTo>
                      <a:pt x="248" y="0"/>
                      <a:pt x="1" y="4975"/>
                      <a:pt x="2936" y="8278"/>
                    </a:cubicBezTo>
                    <a:cubicBezTo>
                      <a:pt x="5869" y="11553"/>
                      <a:pt x="10811" y="11923"/>
                      <a:pt x="10811" y="11923"/>
                    </a:cubicBezTo>
                    <a:cubicBezTo>
                      <a:pt x="10811" y="11923"/>
                      <a:pt x="11059" y="6951"/>
                      <a:pt x="8155" y="3645"/>
                    </a:cubicBezTo>
                    <a:cubicBezTo>
                      <a:pt x="5222" y="371"/>
                      <a:pt x="248" y="0"/>
                      <a:pt x="2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2"/>
              <p:cNvSpPr/>
              <p:nvPr/>
            </p:nvSpPr>
            <p:spPr>
              <a:xfrm>
                <a:off x="4502488" y="4895213"/>
                <a:ext cx="278025" cy="285750"/>
              </a:xfrm>
              <a:custGeom>
                <a:avLst/>
                <a:gdLst/>
                <a:ahLst/>
                <a:cxnLst/>
                <a:rect l="l" t="t" r="r" b="b"/>
                <a:pathLst>
                  <a:path w="11121" h="11430" extrusionOk="0">
                    <a:moveTo>
                      <a:pt x="11121" y="0"/>
                    </a:moveTo>
                    <a:cubicBezTo>
                      <a:pt x="11120" y="0"/>
                      <a:pt x="6146" y="124"/>
                      <a:pt x="3058" y="3307"/>
                    </a:cubicBezTo>
                    <a:cubicBezTo>
                      <a:pt x="1" y="6457"/>
                      <a:pt x="31" y="11429"/>
                      <a:pt x="31" y="11429"/>
                    </a:cubicBezTo>
                    <a:cubicBezTo>
                      <a:pt x="31" y="11429"/>
                      <a:pt x="5005" y="11306"/>
                      <a:pt x="8061" y="8155"/>
                    </a:cubicBezTo>
                    <a:cubicBezTo>
                      <a:pt x="11121" y="4975"/>
                      <a:pt x="11121" y="1"/>
                      <a:pt x="11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2"/>
              <p:cNvSpPr/>
              <p:nvPr/>
            </p:nvSpPr>
            <p:spPr>
              <a:xfrm>
                <a:off x="4300913" y="4466663"/>
                <a:ext cx="143675" cy="673400"/>
              </a:xfrm>
              <a:custGeom>
                <a:avLst/>
                <a:gdLst/>
                <a:ahLst/>
                <a:cxnLst/>
                <a:rect l="l" t="t" r="r" b="b"/>
                <a:pathLst>
                  <a:path w="5747" h="26936" extrusionOk="0">
                    <a:moveTo>
                      <a:pt x="5746" y="1"/>
                    </a:moveTo>
                    <a:cubicBezTo>
                      <a:pt x="4634" y="1266"/>
                      <a:pt x="1" y="6796"/>
                      <a:pt x="1" y="13468"/>
                    </a:cubicBezTo>
                    <a:cubicBezTo>
                      <a:pt x="1" y="20140"/>
                      <a:pt x="4634" y="25700"/>
                      <a:pt x="5746" y="26935"/>
                    </a:cubicBezTo>
                    <a:lnTo>
                      <a:pt x="5746" y="23290"/>
                    </a:lnTo>
                    <a:lnTo>
                      <a:pt x="2039" y="20387"/>
                    </a:lnTo>
                    <a:cubicBezTo>
                      <a:pt x="1978" y="20325"/>
                      <a:pt x="1948" y="20263"/>
                      <a:pt x="1948" y="20170"/>
                    </a:cubicBezTo>
                    <a:cubicBezTo>
                      <a:pt x="1948" y="20140"/>
                      <a:pt x="1978" y="20078"/>
                      <a:pt x="2010" y="20016"/>
                    </a:cubicBezTo>
                    <a:cubicBezTo>
                      <a:pt x="2072" y="19955"/>
                      <a:pt x="2133" y="19922"/>
                      <a:pt x="2195" y="19922"/>
                    </a:cubicBezTo>
                    <a:cubicBezTo>
                      <a:pt x="2257" y="19922"/>
                      <a:pt x="2319" y="19955"/>
                      <a:pt x="2348" y="19984"/>
                    </a:cubicBezTo>
                    <a:lnTo>
                      <a:pt x="5746" y="22673"/>
                    </a:lnTo>
                    <a:lnTo>
                      <a:pt x="5746" y="16772"/>
                    </a:lnTo>
                    <a:lnTo>
                      <a:pt x="866" y="12418"/>
                    </a:lnTo>
                    <a:cubicBezTo>
                      <a:pt x="804" y="12356"/>
                      <a:pt x="774" y="12294"/>
                      <a:pt x="774" y="12232"/>
                    </a:cubicBezTo>
                    <a:cubicBezTo>
                      <a:pt x="774" y="12171"/>
                      <a:pt x="804" y="12109"/>
                      <a:pt x="836" y="12077"/>
                    </a:cubicBezTo>
                    <a:cubicBezTo>
                      <a:pt x="898" y="12015"/>
                      <a:pt x="960" y="11985"/>
                      <a:pt x="1021" y="11985"/>
                    </a:cubicBezTo>
                    <a:cubicBezTo>
                      <a:pt x="1083" y="11985"/>
                      <a:pt x="1145" y="12015"/>
                      <a:pt x="1207" y="12047"/>
                    </a:cubicBezTo>
                    <a:lnTo>
                      <a:pt x="5746" y="16124"/>
                    </a:lnTo>
                    <a:lnTo>
                      <a:pt x="5746" y="9606"/>
                    </a:lnTo>
                    <a:lnTo>
                      <a:pt x="2472" y="6734"/>
                    </a:lnTo>
                    <a:cubicBezTo>
                      <a:pt x="2410" y="6702"/>
                      <a:pt x="2380" y="6641"/>
                      <a:pt x="2380" y="6549"/>
                    </a:cubicBezTo>
                    <a:cubicBezTo>
                      <a:pt x="2380" y="6517"/>
                      <a:pt x="2410" y="6455"/>
                      <a:pt x="2442" y="6393"/>
                    </a:cubicBezTo>
                    <a:cubicBezTo>
                      <a:pt x="2504" y="6364"/>
                      <a:pt x="2566" y="6332"/>
                      <a:pt x="2628" y="6332"/>
                    </a:cubicBezTo>
                    <a:cubicBezTo>
                      <a:pt x="2689" y="6332"/>
                      <a:pt x="2751" y="6332"/>
                      <a:pt x="2781" y="6393"/>
                    </a:cubicBezTo>
                    <a:lnTo>
                      <a:pt x="5746" y="8958"/>
                    </a:lnTo>
                    <a:lnTo>
                      <a:pt x="57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2"/>
              <p:cNvSpPr/>
              <p:nvPr/>
            </p:nvSpPr>
            <p:spPr>
              <a:xfrm>
                <a:off x="4456913" y="4466663"/>
                <a:ext cx="144450" cy="673400"/>
              </a:xfrm>
              <a:custGeom>
                <a:avLst/>
                <a:gdLst/>
                <a:ahLst/>
                <a:cxnLst/>
                <a:rect l="l" t="t" r="r" b="b"/>
                <a:pathLst>
                  <a:path w="5778" h="26936" extrusionOk="0">
                    <a:moveTo>
                      <a:pt x="0" y="1"/>
                    </a:moveTo>
                    <a:lnTo>
                      <a:pt x="0" y="9482"/>
                    </a:lnTo>
                    <a:lnTo>
                      <a:pt x="0" y="9514"/>
                    </a:lnTo>
                    <a:lnTo>
                      <a:pt x="0" y="13344"/>
                    </a:lnTo>
                    <a:lnTo>
                      <a:pt x="3769" y="7876"/>
                    </a:lnTo>
                    <a:cubicBezTo>
                      <a:pt x="3830" y="7785"/>
                      <a:pt x="3892" y="7752"/>
                      <a:pt x="3986" y="7752"/>
                    </a:cubicBezTo>
                    <a:cubicBezTo>
                      <a:pt x="4016" y="7752"/>
                      <a:pt x="4077" y="7785"/>
                      <a:pt x="4110" y="7814"/>
                    </a:cubicBezTo>
                    <a:cubicBezTo>
                      <a:pt x="4171" y="7846"/>
                      <a:pt x="4233" y="7938"/>
                      <a:pt x="4233" y="8000"/>
                    </a:cubicBezTo>
                    <a:cubicBezTo>
                      <a:pt x="4233" y="8061"/>
                      <a:pt x="4201" y="8093"/>
                      <a:pt x="4171" y="8155"/>
                    </a:cubicBezTo>
                    <a:lnTo>
                      <a:pt x="0" y="14177"/>
                    </a:lnTo>
                    <a:lnTo>
                      <a:pt x="0" y="19675"/>
                    </a:lnTo>
                    <a:lnTo>
                      <a:pt x="4572" y="15630"/>
                    </a:lnTo>
                    <a:cubicBezTo>
                      <a:pt x="4604" y="15568"/>
                      <a:pt x="4666" y="15568"/>
                      <a:pt x="4727" y="15568"/>
                    </a:cubicBezTo>
                    <a:cubicBezTo>
                      <a:pt x="4789" y="15568"/>
                      <a:pt x="4851" y="15598"/>
                      <a:pt x="4913" y="15630"/>
                    </a:cubicBezTo>
                    <a:cubicBezTo>
                      <a:pt x="4942" y="15692"/>
                      <a:pt x="4974" y="15754"/>
                      <a:pt x="4974" y="15816"/>
                    </a:cubicBezTo>
                    <a:cubicBezTo>
                      <a:pt x="4974" y="15877"/>
                      <a:pt x="4942" y="15939"/>
                      <a:pt x="4881" y="16001"/>
                    </a:cubicBezTo>
                    <a:lnTo>
                      <a:pt x="0" y="20325"/>
                    </a:lnTo>
                    <a:lnTo>
                      <a:pt x="0" y="23073"/>
                    </a:lnTo>
                    <a:cubicBezTo>
                      <a:pt x="32" y="23105"/>
                      <a:pt x="62" y="23167"/>
                      <a:pt x="62" y="23229"/>
                    </a:cubicBezTo>
                    <a:cubicBezTo>
                      <a:pt x="62" y="23290"/>
                      <a:pt x="32" y="23320"/>
                      <a:pt x="0" y="23382"/>
                    </a:cubicBezTo>
                    <a:lnTo>
                      <a:pt x="0" y="26935"/>
                    </a:lnTo>
                    <a:cubicBezTo>
                      <a:pt x="1112" y="25700"/>
                      <a:pt x="5778" y="20140"/>
                      <a:pt x="5778" y="13468"/>
                    </a:cubicBezTo>
                    <a:cubicBezTo>
                      <a:pt x="5778" y="6826"/>
                      <a:pt x="1112" y="126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2"/>
              <p:cNvSpPr/>
              <p:nvPr/>
            </p:nvSpPr>
            <p:spPr>
              <a:xfrm>
                <a:off x="4129488" y="4889838"/>
                <a:ext cx="264125" cy="296550"/>
              </a:xfrm>
              <a:custGeom>
                <a:avLst/>
                <a:gdLst/>
                <a:ahLst/>
                <a:cxnLst/>
                <a:rect l="l" t="t" r="r" b="b"/>
                <a:pathLst>
                  <a:path w="10565" h="11862" extrusionOk="0">
                    <a:moveTo>
                      <a:pt x="371" y="0"/>
                    </a:moveTo>
                    <a:lnTo>
                      <a:pt x="5190" y="5466"/>
                    </a:lnTo>
                    <a:lnTo>
                      <a:pt x="5190" y="5466"/>
                    </a:lnTo>
                    <a:lnTo>
                      <a:pt x="4790" y="1977"/>
                    </a:lnTo>
                    <a:lnTo>
                      <a:pt x="4757" y="1945"/>
                    </a:lnTo>
                    <a:cubicBezTo>
                      <a:pt x="4757" y="1822"/>
                      <a:pt x="4851" y="1698"/>
                      <a:pt x="4975" y="1698"/>
                    </a:cubicBezTo>
                    <a:lnTo>
                      <a:pt x="5037" y="1698"/>
                    </a:lnTo>
                    <a:cubicBezTo>
                      <a:pt x="5128" y="1698"/>
                      <a:pt x="5252" y="1792"/>
                      <a:pt x="5252" y="1916"/>
                    </a:cubicBezTo>
                    <a:lnTo>
                      <a:pt x="5778" y="6116"/>
                    </a:lnTo>
                    <a:lnTo>
                      <a:pt x="7693" y="8279"/>
                    </a:lnTo>
                    <a:lnTo>
                      <a:pt x="8093" y="5004"/>
                    </a:lnTo>
                    <a:cubicBezTo>
                      <a:pt x="8093" y="4881"/>
                      <a:pt x="8217" y="4787"/>
                      <a:pt x="8340" y="4787"/>
                    </a:cubicBezTo>
                    <a:lnTo>
                      <a:pt x="8373" y="4787"/>
                    </a:lnTo>
                    <a:cubicBezTo>
                      <a:pt x="8496" y="4819"/>
                      <a:pt x="8588" y="4910"/>
                      <a:pt x="8588" y="5034"/>
                    </a:cubicBezTo>
                    <a:lnTo>
                      <a:pt x="8588" y="5066"/>
                    </a:lnTo>
                    <a:lnTo>
                      <a:pt x="8155" y="8773"/>
                    </a:lnTo>
                    <a:lnTo>
                      <a:pt x="9144" y="9914"/>
                    </a:lnTo>
                    <a:cubicBezTo>
                      <a:pt x="9237" y="9914"/>
                      <a:pt x="9299" y="10008"/>
                      <a:pt x="9299" y="10100"/>
                    </a:cubicBezTo>
                    <a:lnTo>
                      <a:pt x="10564" y="11521"/>
                    </a:lnTo>
                    <a:cubicBezTo>
                      <a:pt x="10564" y="10317"/>
                      <a:pt x="10349" y="6363"/>
                      <a:pt x="7908" y="3613"/>
                    </a:cubicBezTo>
                    <a:cubicBezTo>
                      <a:pt x="5469" y="865"/>
                      <a:pt x="1577" y="154"/>
                      <a:pt x="371" y="0"/>
                    </a:cubicBezTo>
                    <a:close/>
                    <a:moveTo>
                      <a:pt x="1" y="339"/>
                    </a:moveTo>
                    <a:cubicBezTo>
                      <a:pt x="1" y="1545"/>
                      <a:pt x="248" y="5499"/>
                      <a:pt x="2689" y="8246"/>
                    </a:cubicBezTo>
                    <a:cubicBezTo>
                      <a:pt x="5128" y="10997"/>
                      <a:pt x="9020" y="11706"/>
                      <a:pt x="10194" y="11862"/>
                    </a:cubicBezTo>
                    <a:lnTo>
                      <a:pt x="8929" y="10409"/>
                    </a:lnTo>
                    <a:lnTo>
                      <a:pt x="6240" y="10532"/>
                    </a:lnTo>
                    <a:lnTo>
                      <a:pt x="6210" y="10532"/>
                    </a:lnTo>
                    <a:cubicBezTo>
                      <a:pt x="6087" y="10532"/>
                      <a:pt x="5993" y="10441"/>
                      <a:pt x="5993" y="10317"/>
                    </a:cubicBezTo>
                    <a:cubicBezTo>
                      <a:pt x="5993" y="10161"/>
                      <a:pt x="6087" y="10070"/>
                      <a:pt x="6210" y="10070"/>
                    </a:cubicBezTo>
                    <a:lnTo>
                      <a:pt x="8496" y="9914"/>
                    </a:lnTo>
                    <a:lnTo>
                      <a:pt x="6396" y="7567"/>
                    </a:lnTo>
                    <a:lnTo>
                      <a:pt x="2657" y="7537"/>
                    </a:lnTo>
                    <a:cubicBezTo>
                      <a:pt x="2534" y="7537"/>
                      <a:pt x="2410" y="7443"/>
                      <a:pt x="2410" y="7290"/>
                    </a:cubicBezTo>
                    <a:cubicBezTo>
                      <a:pt x="2410" y="7167"/>
                      <a:pt x="2534" y="7043"/>
                      <a:pt x="2657" y="7043"/>
                    </a:cubicBezTo>
                    <a:lnTo>
                      <a:pt x="5963" y="7073"/>
                    </a:lnTo>
                    <a:lnTo>
                      <a:pt x="3645" y="4448"/>
                    </a:lnTo>
                    <a:lnTo>
                      <a:pt x="1174" y="4478"/>
                    </a:lnTo>
                    <a:cubicBezTo>
                      <a:pt x="1021" y="4478"/>
                      <a:pt x="927" y="4354"/>
                      <a:pt x="927" y="4231"/>
                    </a:cubicBezTo>
                    <a:cubicBezTo>
                      <a:pt x="927" y="4107"/>
                      <a:pt x="1021" y="3984"/>
                      <a:pt x="1174" y="3984"/>
                    </a:cubicBezTo>
                    <a:lnTo>
                      <a:pt x="3213" y="3984"/>
                    </a:lnTo>
                    <a:lnTo>
                      <a:pt x="1" y="339"/>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2"/>
              <p:cNvSpPr/>
              <p:nvPr/>
            </p:nvSpPr>
            <p:spPr>
              <a:xfrm>
                <a:off x="4503238" y="4896013"/>
                <a:ext cx="277275" cy="284200"/>
              </a:xfrm>
              <a:custGeom>
                <a:avLst/>
                <a:gdLst/>
                <a:ahLst/>
                <a:cxnLst/>
                <a:rect l="l" t="t" r="r" b="b"/>
                <a:pathLst>
                  <a:path w="11091" h="11368" extrusionOk="0">
                    <a:moveTo>
                      <a:pt x="10720" y="1"/>
                    </a:moveTo>
                    <a:lnTo>
                      <a:pt x="10720" y="1"/>
                    </a:lnTo>
                    <a:cubicBezTo>
                      <a:pt x="9514" y="92"/>
                      <a:pt x="5593" y="618"/>
                      <a:pt x="3028" y="3275"/>
                    </a:cubicBezTo>
                    <a:cubicBezTo>
                      <a:pt x="465" y="5899"/>
                      <a:pt x="62" y="9823"/>
                      <a:pt x="1" y="11026"/>
                    </a:cubicBezTo>
                    <a:lnTo>
                      <a:pt x="1360" y="9638"/>
                    </a:lnTo>
                    <a:lnTo>
                      <a:pt x="1021" y="6981"/>
                    </a:lnTo>
                    <a:lnTo>
                      <a:pt x="1021" y="6949"/>
                    </a:lnTo>
                    <a:cubicBezTo>
                      <a:pt x="1021" y="6826"/>
                      <a:pt x="1113" y="6734"/>
                      <a:pt x="1206" y="6702"/>
                    </a:cubicBezTo>
                    <a:lnTo>
                      <a:pt x="1268" y="6702"/>
                    </a:lnTo>
                    <a:cubicBezTo>
                      <a:pt x="1360" y="6702"/>
                      <a:pt x="1483" y="6796"/>
                      <a:pt x="1483" y="6920"/>
                    </a:cubicBezTo>
                    <a:lnTo>
                      <a:pt x="1792" y="9205"/>
                    </a:lnTo>
                    <a:lnTo>
                      <a:pt x="4016" y="6920"/>
                    </a:lnTo>
                    <a:lnTo>
                      <a:pt x="3739" y="3181"/>
                    </a:lnTo>
                    <a:lnTo>
                      <a:pt x="3739" y="3151"/>
                    </a:lnTo>
                    <a:cubicBezTo>
                      <a:pt x="3739" y="3028"/>
                      <a:pt x="3831" y="2934"/>
                      <a:pt x="3954" y="2904"/>
                    </a:cubicBezTo>
                    <a:lnTo>
                      <a:pt x="3986" y="2904"/>
                    </a:lnTo>
                    <a:cubicBezTo>
                      <a:pt x="4110" y="2904"/>
                      <a:pt x="4201" y="3028"/>
                      <a:pt x="4233" y="3151"/>
                    </a:cubicBezTo>
                    <a:lnTo>
                      <a:pt x="4448" y="6455"/>
                    </a:lnTo>
                    <a:lnTo>
                      <a:pt x="6890" y="3954"/>
                    </a:lnTo>
                    <a:lnTo>
                      <a:pt x="6704" y="1483"/>
                    </a:lnTo>
                    <a:lnTo>
                      <a:pt x="6704" y="1451"/>
                    </a:lnTo>
                    <a:cubicBezTo>
                      <a:pt x="6704" y="1328"/>
                      <a:pt x="6796" y="1204"/>
                      <a:pt x="6919" y="1204"/>
                    </a:cubicBezTo>
                    <a:cubicBezTo>
                      <a:pt x="7075" y="1204"/>
                      <a:pt x="7167" y="1298"/>
                      <a:pt x="7167" y="1421"/>
                    </a:cubicBezTo>
                    <a:lnTo>
                      <a:pt x="7352" y="3490"/>
                    </a:lnTo>
                    <a:lnTo>
                      <a:pt x="10720" y="1"/>
                    </a:lnTo>
                    <a:close/>
                    <a:moveTo>
                      <a:pt x="11091" y="339"/>
                    </a:moveTo>
                    <a:lnTo>
                      <a:pt x="5993" y="5560"/>
                    </a:lnTo>
                    <a:lnTo>
                      <a:pt x="9452" y="4881"/>
                    </a:lnTo>
                    <a:lnTo>
                      <a:pt x="9514" y="4881"/>
                    </a:lnTo>
                    <a:cubicBezTo>
                      <a:pt x="9608" y="4881"/>
                      <a:pt x="9732" y="4943"/>
                      <a:pt x="9732" y="5066"/>
                    </a:cubicBezTo>
                    <a:cubicBezTo>
                      <a:pt x="9761" y="5096"/>
                      <a:pt x="9761" y="5096"/>
                      <a:pt x="9761" y="5128"/>
                    </a:cubicBezTo>
                    <a:cubicBezTo>
                      <a:pt x="9761" y="5219"/>
                      <a:pt x="9670" y="5343"/>
                      <a:pt x="9546" y="5343"/>
                    </a:cubicBezTo>
                    <a:lnTo>
                      <a:pt x="5407" y="6178"/>
                    </a:lnTo>
                    <a:lnTo>
                      <a:pt x="3369" y="8279"/>
                    </a:lnTo>
                    <a:lnTo>
                      <a:pt x="6672" y="8432"/>
                    </a:lnTo>
                    <a:cubicBezTo>
                      <a:pt x="6796" y="8432"/>
                      <a:pt x="6919" y="8526"/>
                      <a:pt x="6919" y="8649"/>
                    </a:cubicBezTo>
                    <a:lnTo>
                      <a:pt x="6919" y="8679"/>
                    </a:lnTo>
                    <a:cubicBezTo>
                      <a:pt x="6890" y="8802"/>
                      <a:pt x="6796" y="8896"/>
                      <a:pt x="6672" y="8896"/>
                    </a:cubicBezTo>
                    <a:lnTo>
                      <a:pt x="6643" y="8896"/>
                    </a:lnTo>
                    <a:lnTo>
                      <a:pt x="2904" y="8741"/>
                    </a:lnTo>
                    <a:lnTo>
                      <a:pt x="1854" y="9823"/>
                    </a:lnTo>
                    <a:cubicBezTo>
                      <a:pt x="1824" y="9914"/>
                      <a:pt x="1792" y="9976"/>
                      <a:pt x="1701" y="10008"/>
                    </a:cubicBezTo>
                    <a:lnTo>
                      <a:pt x="371" y="11367"/>
                    </a:lnTo>
                    <a:cubicBezTo>
                      <a:pt x="1545" y="11274"/>
                      <a:pt x="5469" y="10750"/>
                      <a:pt x="8031" y="8123"/>
                    </a:cubicBezTo>
                    <a:cubicBezTo>
                      <a:pt x="10596" y="5467"/>
                      <a:pt x="10997" y="1545"/>
                      <a:pt x="11091" y="33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2"/>
              <p:cNvSpPr/>
              <p:nvPr/>
            </p:nvSpPr>
            <p:spPr>
              <a:xfrm>
                <a:off x="4444563" y="4454313"/>
                <a:ext cx="12375" cy="698850"/>
              </a:xfrm>
              <a:custGeom>
                <a:avLst/>
                <a:gdLst/>
                <a:ahLst/>
                <a:cxnLst/>
                <a:rect l="l" t="t" r="r" b="b"/>
                <a:pathLst>
                  <a:path w="495" h="27954" extrusionOk="0">
                    <a:moveTo>
                      <a:pt x="247" y="1"/>
                    </a:moveTo>
                    <a:cubicBezTo>
                      <a:pt x="124" y="1"/>
                      <a:pt x="0" y="92"/>
                      <a:pt x="0" y="248"/>
                    </a:cubicBezTo>
                    <a:lnTo>
                      <a:pt x="0" y="27706"/>
                    </a:lnTo>
                    <a:cubicBezTo>
                      <a:pt x="0" y="27830"/>
                      <a:pt x="124" y="27953"/>
                      <a:pt x="247" y="27953"/>
                    </a:cubicBezTo>
                    <a:cubicBezTo>
                      <a:pt x="371" y="27953"/>
                      <a:pt x="494" y="27830"/>
                      <a:pt x="494" y="27706"/>
                    </a:cubicBezTo>
                    <a:lnTo>
                      <a:pt x="494" y="248"/>
                    </a:lnTo>
                    <a:cubicBezTo>
                      <a:pt x="494" y="92"/>
                      <a:pt x="371"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2"/>
              <p:cNvSpPr/>
              <p:nvPr/>
            </p:nvSpPr>
            <p:spPr>
              <a:xfrm>
                <a:off x="4359613" y="4624763"/>
                <a:ext cx="98125" cy="85950"/>
              </a:xfrm>
              <a:custGeom>
                <a:avLst/>
                <a:gdLst/>
                <a:ahLst/>
                <a:cxnLst/>
                <a:rect l="l" t="t" r="r" b="b"/>
                <a:pathLst>
                  <a:path w="3925" h="3438" extrusionOk="0">
                    <a:moveTo>
                      <a:pt x="264" y="1"/>
                    </a:moveTo>
                    <a:cubicBezTo>
                      <a:pt x="202" y="1"/>
                      <a:pt x="140" y="24"/>
                      <a:pt x="94" y="69"/>
                    </a:cubicBezTo>
                    <a:cubicBezTo>
                      <a:pt x="0" y="193"/>
                      <a:pt x="32" y="349"/>
                      <a:pt x="124" y="410"/>
                    </a:cubicBezTo>
                    <a:lnTo>
                      <a:pt x="3492" y="3376"/>
                    </a:lnTo>
                    <a:cubicBezTo>
                      <a:pt x="3522" y="3405"/>
                      <a:pt x="3583" y="3437"/>
                      <a:pt x="3645" y="3437"/>
                    </a:cubicBezTo>
                    <a:cubicBezTo>
                      <a:pt x="3707" y="3437"/>
                      <a:pt x="3769" y="3405"/>
                      <a:pt x="3830" y="3344"/>
                    </a:cubicBezTo>
                    <a:cubicBezTo>
                      <a:pt x="3924" y="3252"/>
                      <a:pt x="3924" y="3096"/>
                      <a:pt x="3801" y="3005"/>
                    </a:cubicBezTo>
                    <a:lnTo>
                      <a:pt x="433" y="69"/>
                    </a:lnTo>
                    <a:cubicBezTo>
                      <a:pt x="387" y="24"/>
                      <a:pt x="325" y="1"/>
                      <a:pt x="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2"/>
              <p:cNvSpPr/>
              <p:nvPr/>
            </p:nvSpPr>
            <p:spPr>
              <a:xfrm>
                <a:off x="4445363" y="4660663"/>
                <a:ext cx="118125" cy="162800"/>
              </a:xfrm>
              <a:custGeom>
                <a:avLst/>
                <a:gdLst/>
                <a:ahLst/>
                <a:cxnLst/>
                <a:rect l="l" t="t" r="r" b="b"/>
                <a:pathLst>
                  <a:path w="4725" h="6512" extrusionOk="0">
                    <a:moveTo>
                      <a:pt x="4440" y="1"/>
                    </a:moveTo>
                    <a:cubicBezTo>
                      <a:pt x="4366" y="1"/>
                      <a:pt x="4287" y="41"/>
                      <a:pt x="4231" y="116"/>
                    </a:cubicBezTo>
                    <a:lnTo>
                      <a:pt x="62" y="6140"/>
                    </a:lnTo>
                    <a:cubicBezTo>
                      <a:pt x="0" y="6264"/>
                      <a:pt x="30" y="6417"/>
                      <a:pt x="124" y="6479"/>
                    </a:cubicBezTo>
                    <a:cubicBezTo>
                      <a:pt x="185" y="6511"/>
                      <a:pt x="215" y="6511"/>
                      <a:pt x="277" y="6511"/>
                    </a:cubicBezTo>
                    <a:cubicBezTo>
                      <a:pt x="339" y="6511"/>
                      <a:pt x="433" y="6479"/>
                      <a:pt x="462" y="6417"/>
                    </a:cubicBezTo>
                    <a:lnTo>
                      <a:pt x="4633" y="395"/>
                    </a:lnTo>
                    <a:cubicBezTo>
                      <a:pt x="4725" y="272"/>
                      <a:pt x="4695" y="116"/>
                      <a:pt x="4572" y="54"/>
                    </a:cubicBezTo>
                    <a:cubicBezTo>
                      <a:pt x="4535" y="18"/>
                      <a:pt x="4488" y="1"/>
                      <a:pt x="44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2"/>
              <p:cNvSpPr/>
              <p:nvPr/>
            </p:nvSpPr>
            <p:spPr>
              <a:xfrm>
                <a:off x="4319463" y="4766163"/>
                <a:ext cx="138275" cy="122900"/>
              </a:xfrm>
              <a:custGeom>
                <a:avLst/>
                <a:gdLst/>
                <a:ahLst/>
                <a:cxnLst/>
                <a:rect l="l" t="t" r="r" b="b"/>
                <a:pathLst>
                  <a:path w="5531" h="4916" extrusionOk="0">
                    <a:moveTo>
                      <a:pt x="281" y="0"/>
                    </a:moveTo>
                    <a:cubicBezTo>
                      <a:pt x="210" y="0"/>
                      <a:pt x="143" y="31"/>
                      <a:pt x="94" y="97"/>
                    </a:cubicBezTo>
                    <a:cubicBezTo>
                      <a:pt x="0" y="191"/>
                      <a:pt x="32" y="344"/>
                      <a:pt x="124" y="438"/>
                    </a:cubicBezTo>
                    <a:lnTo>
                      <a:pt x="5098" y="4854"/>
                    </a:lnTo>
                    <a:cubicBezTo>
                      <a:pt x="5128" y="4886"/>
                      <a:pt x="5189" y="4915"/>
                      <a:pt x="5251" y="4915"/>
                    </a:cubicBezTo>
                    <a:cubicBezTo>
                      <a:pt x="5313" y="4915"/>
                      <a:pt x="5375" y="4886"/>
                      <a:pt x="5436" y="4824"/>
                    </a:cubicBezTo>
                    <a:cubicBezTo>
                      <a:pt x="5530" y="4730"/>
                      <a:pt x="5530" y="4577"/>
                      <a:pt x="5407" y="4483"/>
                    </a:cubicBezTo>
                    <a:lnTo>
                      <a:pt x="465" y="67"/>
                    </a:lnTo>
                    <a:cubicBezTo>
                      <a:pt x="407" y="23"/>
                      <a:pt x="343" y="0"/>
                      <a:pt x="2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2"/>
              <p:cNvSpPr/>
              <p:nvPr/>
            </p:nvSpPr>
            <p:spPr>
              <a:xfrm>
                <a:off x="4445363" y="4855638"/>
                <a:ext cx="136675" cy="121450"/>
              </a:xfrm>
              <a:custGeom>
                <a:avLst/>
                <a:gdLst/>
                <a:ahLst/>
                <a:cxnLst/>
                <a:rect l="l" t="t" r="r" b="b"/>
                <a:pathLst>
                  <a:path w="5467" h="4858" extrusionOk="0">
                    <a:moveTo>
                      <a:pt x="5204" y="1"/>
                    </a:moveTo>
                    <a:cubicBezTo>
                      <a:pt x="5142" y="1"/>
                      <a:pt x="5081" y="24"/>
                      <a:pt x="5034" y="71"/>
                    </a:cubicBezTo>
                    <a:lnTo>
                      <a:pt x="124" y="4425"/>
                    </a:lnTo>
                    <a:cubicBezTo>
                      <a:pt x="0" y="4519"/>
                      <a:pt x="0" y="4672"/>
                      <a:pt x="92" y="4796"/>
                    </a:cubicBezTo>
                    <a:cubicBezTo>
                      <a:pt x="153" y="4828"/>
                      <a:pt x="215" y="4858"/>
                      <a:pt x="277" y="4858"/>
                    </a:cubicBezTo>
                    <a:cubicBezTo>
                      <a:pt x="339" y="4858"/>
                      <a:pt x="400" y="4858"/>
                      <a:pt x="433" y="4796"/>
                    </a:cubicBezTo>
                    <a:lnTo>
                      <a:pt x="5343" y="442"/>
                    </a:lnTo>
                    <a:cubicBezTo>
                      <a:pt x="5436" y="348"/>
                      <a:pt x="5466" y="195"/>
                      <a:pt x="5375" y="71"/>
                    </a:cubicBezTo>
                    <a:cubicBezTo>
                      <a:pt x="5328" y="24"/>
                      <a:pt x="5266" y="1"/>
                      <a:pt x="5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2"/>
              <p:cNvSpPr/>
              <p:nvPr/>
            </p:nvSpPr>
            <p:spPr>
              <a:xfrm>
                <a:off x="4348788" y="4964863"/>
                <a:ext cx="110500" cy="88700"/>
              </a:xfrm>
              <a:custGeom>
                <a:avLst/>
                <a:gdLst/>
                <a:ahLst/>
                <a:cxnLst/>
                <a:rect l="l" t="t" r="r" b="b"/>
                <a:pathLst>
                  <a:path w="4420" h="3548" extrusionOk="0">
                    <a:moveTo>
                      <a:pt x="294" y="1"/>
                    </a:moveTo>
                    <a:cubicBezTo>
                      <a:pt x="223" y="1"/>
                      <a:pt x="148" y="34"/>
                      <a:pt x="95" y="88"/>
                    </a:cubicBezTo>
                    <a:cubicBezTo>
                      <a:pt x="1" y="212"/>
                      <a:pt x="33" y="365"/>
                      <a:pt x="124" y="459"/>
                    </a:cubicBezTo>
                    <a:lnTo>
                      <a:pt x="3987" y="3486"/>
                    </a:lnTo>
                    <a:cubicBezTo>
                      <a:pt x="4016" y="3516"/>
                      <a:pt x="4078" y="3548"/>
                      <a:pt x="4140" y="3548"/>
                    </a:cubicBezTo>
                    <a:cubicBezTo>
                      <a:pt x="4202" y="3548"/>
                      <a:pt x="4263" y="3516"/>
                      <a:pt x="4325" y="3454"/>
                    </a:cubicBezTo>
                    <a:cubicBezTo>
                      <a:pt x="4419" y="3330"/>
                      <a:pt x="4387" y="3177"/>
                      <a:pt x="4296" y="3115"/>
                    </a:cubicBezTo>
                    <a:lnTo>
                      <a:pt x="433" y="56"/>
                    </a:lnTo>
                    <a:cubicBezTo>
                      <a:pt x="395" y="18"/>
                      <a:pt x="346" y="1"/>
                      <a:pt x="2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2"/>
              <p:cNvSpPr/>
              <p:nvPr/>
            </p:nvSpPr>
            <p:spPr>
              <a:xfrm>
                <a:off x="4444563" y="4454313"/>
                <a:ext cx="12375" cy="249425"/>
              </a:xfrm>
              <a:custGeom>
                <a:avLst/>
                <a:gdLst/>
                <a:ahLst/>
                <a:cxnLst/>
                <a:rect l="l" t="t" r="r" b="b"/>
                <a:pathLst>
                  <a:path w="495" h="9977" extrusionOk="0">
                    <a:moveTo>
                      <a:pt x="247" y="1"/>
                    </a:moveTo>
                    <a:cubicBezTo>
                      <a:pt x="124" y="1"/>
                      <a:pt x="0" y="92"/>
                      <a:pt x="0" y="248"/>
                    </a:cubicBezTo>
                    <a:lnTo>
                      <a:pt x="0" y="9452"/>
                    </a:lnTo>
                    <a:lnTo>
                      <a:pt x="403" y="9823"/>
                    </a:lnTo>
                    <a:cubicBezTo>
                      <a:pt x="465" y="9853"/>
                      <a:pt x="494" y="9914"/>
                      <a:pt x="494" y="9976"/>
                    </a:cubicBezTo>
                    <a:lnTo>
                      <a:pt x="494" y="248"/>
                    </a:lnTo>
                    <a:cubicBezTo>
                      <a:pt x="494" y="92"/>
                      <a:pt x="371"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2"/>
              <p:cNvSpPr/>
              <p:nvPr/>
            </p:nvSpPr>
            <p:spPr>
              <a:xfrm>
                <a:off x="4444563" y="4704513"/>
                <a:ext cx="12375" cy="338975"/>
              </a:xfrm>
              <a:custGeom>
                <a:avLst/>
                <a:gdLst/>
                <a:ahLst/>
                <a:cxnLst/>
                <a:rect l="l" t="t" r="r" b="b"/>
                <a:pathLst>
                  <a:path w="495" h="13559" extrusionOk="0">
                    <a:moveTo>
                      <a:pt x="494" y="0"/>
                    </a:moveTo>
                    <a:cubicBezTo>
                      <a:pt x="494" y="62"/>
                      <a:pt x="465" y="92"/>
                      <a:pt x="432" y="154"/>
                    </a:cubicBezTo>
                    <a:cubicBezTo>
                      <a:pt x="371" y="215"/>
                      <a:pt x="309" y="247"/>
                      <a:pt x="247" y="247"/>
                    </a:cubicBezTo>
                    <a:cubicBezTo>
                      <a:pt x="185" y="247"/>
                      <a:pt x="124" y="215"/>
                      <a:pt x="94" y="186"/>
                    </a:cubicBezTo>
                    <a:lnTo>
                      <a:pt x="0" y="92"/>
                    </a:lnTo>
                    <a:lnTo>
                      <a:pt x="0" y="6610"/>
                    </a:lnTo>
                    <a:lnTo>
                      <a:pt x="403" y="6949"/>
                    </a:lnTo>
                    <a:cubicBezTo>
                      <a:pt x="465" y="7011"/>
                      <a:pt x="494" y="7072"/>
                      <a:pt x="494" y="7134"/>
                    </a:cubicBezTo>
                    <a:lnTo>
                      <a:pt x="494" y="4663"/>
                    </a:lnTo>
                    <a:cubicBezTo>
                      <a:pt x="432" y="4725"/>
                      <a:pt x="371" y="4757"/>
                      <a:pt x="309" y="4757"/>
                    </a:cubicBezTo>
                    <a:cubicBezTo>
                      <a:pt x="247" y="4757"/>
                      <a:pt x="217" y="4757"/>
                      <a:pt x="156" y="4725"/>
                    </a:cubicBezTo>
                    <a:cubicBezTo>
                      <a:pt x="94" y="4695"/>
                      <a:pt x="62" y="4601"/>
                      <a:pt x="62" y="4540"/>
                    </a:cubicBezTo>
                    <a:cubicBezTo>
                      <a:pt x="62" y="4478"/>
                      <a:pt x="62" y="4416"/>
                      <a:pt x="94" y="4386"/>
                    </a:cubicBezTo>
                    <a:lnTo>
                      <a:pt x="494" y="3830"/>
                    </a:lnTo>
                    <a:lnTo>
                      <a:pt x="494" y="0"/>
                    </a:lnTo>
                    <a:close/>
                    <a:moveTo>
                      <a:pt x="494" y="7134"/>
                    </a:moveTo>
                    <a:cubicBezTo>
                      <a:pt x="494" y="7196"/>
                      <a:pt x="465" y="7258"/>
                      <a:pt x="432" y="7290"/>
                    </a:cubicBezTo>
                    <a:cubicBezTo>
                      <a:pt x="371" y="7352"/>
                      <a:pt x="309" y="7381"/>
                      <a:pt x="247" y="7381"/>
                    </a:cubicBezTo>
                    <a:cubicBezTo>
                      <a:pt x="185" y="7381"/>
                      <a:pt x="124" y="7352"/>
                      <a:pt x="94" y="7320"/>
                    </a:cubicBezTo>
                    <a:lnTo>
                      <a:pt x="0" y="7258"/>
                    </a:lnTo>
                    <a:lnTo>
                      <a:pt x="0" y="13159"/>
                    </a:lnTo>
                    <a:lnTo>
                      <a:pt x="465" y="13529"/>
                    </a:lnTo>
                    <a:lnTo>
                      <a:pt x="494" y="13559"/>
                    </a:lnTo>
                    <a:lnTo>
                      <a:pt x="494" y="10811"/>
                    </a:lnTo>
                    <a:lnTo>
                      <a:pt x="465" y="10841"/>
                    </a:lnTo>
                    <a:cubicBezTo>
                      <a:pt x="432" y="10903"/>
                      <a:pt x="371" y="10903"/>
                      <a:pt x="309" y="10903"/>
                    </a:cubicBezTo>
                    <a:cubicBezTo>
                      <a:pt x="247" y="10903"/>
                      <a:pt x="185" y="10873"/>
                      <a:pt x="124" y="10841"/>
                    </a:cubicBezTo>
                    <a:cubicBezTo>
                      <a:pt x="94" y="10779"/>
                      <a:pt x="62" y="10717"/>
                      <a:pt x="62" y="10656"/>
                    </a:cubicBezTo>
                    <a:cubicBezTo>
                      <a:pt x="62" y="10594"/>
                      <a:pt x="94" y="10532"/>
                      <a:pt x="156" y="10470"/>
                    </a:cubicBezTo>
                    <a:lnTo>
                      <a:pt x="494" y="10161"/>
                    </a:lnTo>
                    <a:lnTo>
                      <a:pt x="494" y="713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2"/>
              <p:cNvSpPr/>
              <p:nvPr/>
            </p:nvSpPr>
            <p:spPr>
              <a:xfrm>
                <a:off x="4444563" y="5048913"/>
                <a:ext cx="12375" cy="104250"/>
              </a:xfrm>
              <a:custGeom>
                <a:avLst/>
                <a:gdLst/>
                <a:ahLst/>
                <a:cxnLst/>
                <a:rect l="l" t="t" r="r" b="b"/>
                <a:pathLst>
                  <a:path w="495" h="4170" extrusionOk="0">
                    <a:moveTo>
                      <a:pt x="0" y="0"/>
                    </a:moveTo>
                    <a:lnTo>
                      <a:pt x="0" y="3922"/>
                    </a:lnTo>
                    <a:cubicBezTo>
                      <a:pt x="0" y="4046"/>
                      <a:pt x="124" y="4169"/>
                      <a:pt x="247" y="4169"/>
                    </a:cubicBezTo>
                    <a:cubicBezTo>
                      <a:pt x="371" y="4169"/>
                      <a:pt x="494" y="4046"/>
                      <a:pt x="494" y="3922"/>
                    </a:cubicBezTo>
                    <a:lnTo>
                      <a:pt x="494" y="92"/>
                    </a:lnTo>
                    <a:cubicBezTo>
                      <a:pt x="432" y="154"/>
                      <a:pt x="371" y="186"/>
                      <a:pt x="309" y="186"/>
                    </a:cubicBezTo>
                    <a:cubicBezTo>
                      <a:pt x="247" y="186"/>
                      <a:pt x="185" y="154"/>
                      <a:pt x="156" y="124"/>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2"/>
              <p:cNvSpPr/>
              <p:nvPr/>
            </p:nvSpPr>
            <p:spPr>
              <a:xfrm>
                <a:off x="4360413" y="4624938"/>
                <a:ext cx="96525" cy="85775"/>
              </a:xfrm>
              <a:custGeom>
                <a:avLst/>
                <a:gdLst/>
                <a:ahLst/>
                <a:cxnLst/>
                <a:rect l="l" t="t" r="r" b="b"/>
                <a:pathLst>
                  <a:path w="3861" h="3431" extrusionOk="0">
                    <a:moveTo>
                      <a:pt x="248" y="1"/>
                    </a:moveTo>
                    <a:cubicBezTo>
                      <a:pt x="186" y="1"/>
                      <a:pt x="124" y="33"/>
                      <a:pt x="62" y="62"/>
                    </a:cubicBezTo>
                    <a:cubicBezTo>
                      <a:pt x="30" y="124"/>
                      <a:pt x="0" y="186"/>
                      <a:pt x="0" y="218"/>
                    </a:cubicBezTo>
                    <a:cubicBezTo>
                      <a:pt x="0" y="310"/>
                      <a:pt x="30" y="371"/>
                      <a:pt x="92" y="403"/>
                    </a:cubicBezTo>
                    <a:lnTo>
                      <a:pt x="3366" y="3275"/>
                    </a:lnTo>
                    <a:lnTo>
                      <a:pt x="3460" y="3369"/>
                    </a:lnTo>
                    <a:cubicBezTo>
                      <a:pt x="3490" y="3398"/>
                      <a:pt x="3551" y="3430"/>
                      <a:pt x="3613" y="3430"/>
                    </a:cubicBezTo>
                    <a:cubicBezTo>
                      <a:pt x="3675" y="3430"/>
                      <a:pt x="3737" y="3398"/>
                      <a:pt x="3798" y="3337"/>
                    </a:cubicBezTo>
                    <a:cubicBezTo>
                      <a:pt x="3831" y="3275"/>
                      <a:pt x="3860" y="3245"/>
                      <a:pt x="3860" y="3183"/>
                    </a:cubicBezTo>
                    <a:lnTo>
                      <a:pt x="3860" y="3151"/>
                    </a:lnTo>
                    <a:cubicBezTo>
                      <a:pt x="3860" y="3089"/>
                      <a:pt x="3831" y="3028"/>
                      <a:pt x="3769" y="2998"/>
                    </a:cubicBezTo>
                    <a:lnTo>
                      <a:pt x="3366" y="2627"/>
                    </a:lnTo>
                    <a:lnTo>
                      <a:pt x="401" y="62"/>
                    </a:lnTo>
                    <a:cubicBezTo>
                      <a:pt x="371" y="1"/>
                      <a:pt x="309" y="1"/>
                      <a:pt x="2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2"/>
              <p:cNvSpPr/>
              <p:nvPr/>
            </p:nvSpPr>
            <p:spPr>
              <a:xfrm>
                <a:off x="4446088" y="4660463"/>
                <a:ext cx="116675" cy="163000"/>
              </a:xfrm>
              <a:custGeom>
                <a:avLst/>
                <a:gdLst/>
                <a:ahLst/>
                <a:cxnLst/>
                <a:rect l="l" t="t" r="r" b="b"/>
                <a:pathLst>
                  <a:path w="4667" h="6520" extrusionOk="0">
                    <a:moveTo>
                      <a:pt x="4419" y="0"/>
                    </a:moveTo>
                    <a:cubicBezTo>
                      <a:pt x="4325" y="0"/>
                      <a:pt x="4263" y="33"/>
                      <a:pt x="4202" y="124"/>
                    </a:cubicBezTo>
                    <a:lnTo>
                      <a:pt x="433" y="5592"/>
                    </a:lnTo>
                    <a:lnTo>
                      <a:pt x="33" y="6148"/>
                    </a:lnTo>
                    <a:cubicBezTo>
                      <a:pt x="1" y="6178"/>
                      <a:pt x="1" y="6240"/>
                      <a:pt x="1" y="6302"/>
                    </a:cubicBezTo>
                    <a:cubicBezTo>
                      <a:pt x="1" y="6363"/>
                      <a:pt x="33" y="6457"/>
                      <a:pt x="95" y="6487"/>
                    </a:cubicBezTo>
                    <a:cubicBezTo>
                      <a:pt x="156" y="6519"/>
                      <a:pt x="186" y="6519"/>
                      <a:pt x="248" y="6519"/>
                    </a:cubicBezTo>
                    <a:cubicBezTo>
                      <a:pt x="310" y="6519"/>
                      <a:pt x="404" y="6487"/>
                      <a:pt x="433" y="6425"/>
                    </a:cubicBezTo>
                    <a:lnTo>
                      <a:pt x="4604" y="403"/>
                    </a:lnTo>
                    <a:cubicBezTo>
                      <a:pt x="4634" y="341"/>
                      <a:pt x="4666" y="309"/>
                      <a:pt x="4666" y="248"/>
                    </a:cubicBezTo>
                    <a:cubicBezTo>
                      <a:pt x="4666" y="186"/>
                      <a:pt x="4604" y="94"/>
                      <a:pt x="4543" y="62"/>
                    </a:cubicBezTo>
                    <a:cubicBezTo>
                      <a:pt x="4510" y="33"/>
                      <a:pt x="4449" y="0"/>
                      <a:pt x="4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2"/>
              <p:cNvSpPr/>
              <p:nvPr/>
            </p:nvSpPr>
            <p:spPr>
              <a:xfrm>
                <a:off x="4320263" y="4766288"/>
                <a:ext cx="136675" cy="122775"/>
              </a:xfrm>
              <a:custGeom>
                <a:avLst/>
                <a:gdLst/>
                <a:ahLst/>
                <a:cxnLst/>
                <a:rect l="l" t="t" r="r" b="b"/>
                <a:pathLst>
                  <a:path w="5467" h="4911" extrusionOk="0">
                    <a:moveTo>
                      <a:pt x="247" y="0"/>
                    </a:moveTo>
                    <a:cubicBezTo>
                      <a:pt x="186" y="0"/>
                      <a:pt x="124" y="30"/>
                      <a:pt x="62" y="92"/>
                    </a:cubicBezTo>
                    <a:cubicBezTo>
                      <a:pt x="30" y="124"/>
                      <a:pt x="0" y="186"/>
                      <a:pt x="0" y="247"/>
                    </a:cubicBezTo>
                    <a:cubicBezTo>
                      <a:pt x="0" y="309"/>
                      <a:pt x="30" y="371"/>
                      <a:pt x="92" y="433"/>
                    </a:cubicBezTo>
                    <a:lnTo>
                      <a:pt x="4972" y="4787"/>
                    </a:lnTo>
                    <a:lnTo>
                      <a:pt x="5066" y="4849"/>
                    </a:lnTo>
                    <a:cubicBezTo>
                      <a:pt x="5096" y="4881"/>
                      <a:pt x="5157" y="4910"/>
                      <a:pt x="5219" y="4910"/>
                    </a:cubicBezTo>
                    <a:cubicBezTo>
                      <a:pt x="5281" y="4910"/>
                      <a:pt x="5343" y="4881"/>
                      <a:pt x="5404" y="4819"/>
                    </a:cubicBezTo>
                    <a:cubicBezTo>
                      <a:pt x="5437" y="4787"/>
                      <a:pt x="5466" y="4725"/>
                      <a:pt x="5466" y="4663"/>
                    </a:cubicBezTo>
                    <a:cubicBezTo>
                      <a:pt x="5466" y="4601"/>
                      <a:pt x="5437" y="4540"/>
                      <a:pt x="5375" y="4478"/>
                    </a:cubicBezTo>
                    <a:lnTo>
                      <a:pt x="4972" y="4139"/>
                    </a:lnTo>
                    <a:lnTo>
                      <a:pt x="433" y="62"/>
                    </a:lnTo>
                    <a:cubicBezTo>
                      <a:pt x="371" y="30"/>
                      <a:pt x="309" y="0"/>
                      <a:pt x="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2"/>
              <p:cNvSpPr/>
              <p:nvPr/>
            </p:nvSpPr>
            <p:spPr>
              <a:xfrm>
                <a:off x="4446088" y="4855863"/>
                <a:ext cx="135200" cy="121225"/>
              </a:xfrm>
              <a:custGeom>
                <a:avLst/>
                <a:gdLst/>
                <a:ahLst/>
                <a:cxnLst/>
                <a:rect l="l" t="t" r="r" b="b"/>
                <a:pathLst>
                  <a:path w="5408" h="4849" extrusionOk="0">
                    <a:moveTo>
                      <a:pt x="5160" y="0"/>
                    </a:moveTo>
                    <a:cubicBezTo>
                      <a:pt x="5099" y="0"/>
                      <a:pt x="5037" y="0"/>
                      <a:pt x="5005" y="62"/>
                    </a:cubicBezTo>
                    <a:lnTo>
                      <a:pt x="433" y="4107"/>
                    </a:lnTo>
                    <a:lnTo>
                      <a:pt x="95" y="4416"/>
                    </a:lnTo>
                    <a:cubicBezTo>
                      <a:pt x="33" y="4478"/>
                      <a:pt x="1" y="4540"/>
                      <a:pt x="1" y="4602"/>
                    </a:cubicBezTo>
                    <a:cubicBezTo>
                      <a:pt x="1" y="4663"/>
                      <a:pt x="33" y="4725"/>
                      <a:pt x="63" y="4787"/>
                    </a:cubicBezTo>
                    <a:cubicBezTo>
                      <a:pt x="124" y="4819"/>
                      <a:pt x="186" y="4849"/>
                      <a:pt x="248" y="4849"/>
                    </a:cubicBezTo>
                    <a:cubicBezTo>
                      <a:pt x="310" y="4849"/>
                      <a:pt x="371" y="4849"/>
                      <a:pt x="404" y="4787"/>
                    </a:cubicBezTo>
                    <a:lnTo>
                      <a:pt x="5314" y="433"/>
                    </a:lnTo>
                    <a:cubicBezTo>
                      <a:pt x="5375" y="371"/>
                      <a:pt x="5407" y="309"/>
                      <a:pt x="5407" y="248"/>
                    </a:cubicBezTo>
                    <a:cubicBezTo>
                      <a:pt x="5407" y="186"/>
                      <a:pt x="5375" y="124"/>
                      <a:pt x="5346" y="62"/>
                    </a:cubicBezTo>
                    <a:cubicBezTo>
                      <a:pt x="5284" y="30"/>
                      <a:pt x="5222" y="0"/>
                      <a:pt x="51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2"/>
              <p:cNvSpPr/>
              <p:nvPr/>
            </p:nvSpPr>
            <p:spPr>
              <a:xfrm>
                <a:off x="4349613" y="4964713"/>
                <a:ext cx="108875" cy="88850"/>
              </a:xfrm>
              <a:custGeom>
                <a:avLst/>
                <a:gdLst/>
                <a:ahLst/>
                <a:cxnLst/>
                <a:rect l="l" t="t" r="r" b="b"/>
                <a:pathLst>
                  <a:path w="4355" h="3554" extrusionOk="0">
                    <a:moveTo>
                      <a:pt x="247" y="0"/>
                    </a:moveTo>
                    <a:cubicBezTo>
                      <a:pt x="185" y="0"/>
                      <a:pt x="124" y="33"/>
                      <a:pt x="62" y="94"/>
                    </a:cubicBezTo>
                    <a:cubicBezTo>
                      <a:pt x="30" y="156"/>
                      <a:pt x="0" y="218"/>
                      <a:pt x="0" y="248"/>
                    </a:cubicBezTo>
                    <a:cubicBezTo>
                      <a:pt x="0" y="341"/>
                      <a:pt x="30" y="403"/>
                      <a:pt x="91" y="465"/>
                    </a:cubicBezTo>
                    <a:lnTo>
                      <a:pt x="3798" y="3368"/>
                    </a:lnTo>
                    <a:lnTo>
                      <a:pt x="3954" y="3492"/>
                    </a:lnTo>
                    <a:cubicBezTo>
                      <a:pt x="3983" y="3522"/>
                      <a:pt x="4045" y="3554"/>
                      <a:pt x="4107" y="3554"/>
                    </a:cubicBezTo>
                    <a:cubicBezTo>
                      <a:pt x="4169" y="3554"/>
                      <a:pt x="4230" y="3522"/>
                      <a:pt x="4292" y="3460"/>
                    </a:cubicBezTo>
                    <a:cubicBezTo>
                      <a:pt x="4324" y="3398"/>
                      <a:pt x="4354" y="3368"/>
                      <a:pt x="4354" y="3307"/>
                    </a:cubicBezTo>
                    <a:cubicBezTo>
                      <a:pt x="4354" y="3245"/>
                      <a:pt x="4324" y="3183"/>
                      <a:pt x="4292" y="3151"/>
                    </a:cubicBezTo>
                    <a:lnTo>
                      <a:pt x="4263" y="3121"/>
                    </a:lnTo>
                    <a:lnTo>
                      <a:pt x="3798" y="2751"/>
                    </a:lnTo>
                    <a:lnTo>
                      <a:pt x="400" y="62"/>
                    </a:lnTo>
                    <a:cubicBezTo>
                      <a:pt x="371" y="33"/>
                      <a:pt x="309" y="0"/>
                      <a:pt x="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2"/>
              <p:cNvSpPr/>
              <p:nvPr/>
            </p:nvSpPr>
            <p:spPr>
              <a:xfrm>
                <a:off x="4122563" y="4883013"/>
                <a:ext cx="278025" cy="310300"/>
              </a:xfrm>
              <a:custGeom>
                <a:avLst/>
                <a:gdLst/>
                <a:ahLst/>
                <a:cxnLst/>
                <a:rect l="l" t="t" r="r" b="b"/>
                <a:pathLst>
                  <a:path w="11121" h="12412" extrusionOk="0">
                    <a:moveTo>
                      <a:pt x="264" y="1"/>
                    </a:moveTo>
                    <a:cubicBezTo>
                      <a:pt x="212" y="1"/>
                      <a:pt x="163" y="18"/>
                      <a:pt x="124" y="56"/>
                    </a:cubicBezTo>
                    <a:cubicBezTo>
                      <a:pt x="31" y="150"/>
                      <a:pt x="1" y="303"/>
                      <a:pt x="92" y="397"/>
                    </a:cubicBezTo>
                    <a:lnTo>
                      <a:pt x="10656" y="12320"/>
                    </a:lnTo>
                    <a:cubicBezTo>
                      <a:pt x="10718" y="12382"/>
                      <a:pt x="10780" y="12411"/>
                      <a:pt x="10841" y="12411"/>
                    </a:cubicBezTo>
                    <a:cubicBezTo>
                      <a:pt x="10903" y="12411"/>
                      <a:pt x="10965" y="12382"/>
                      <a:pt x="10997" y="12350"/>
                    </a:cubicBezTo>
                    <a:cubicBezTo>
                      <a:pt x="11121" y="12258"/>
                      <a:pt x="11121" y="12102"/>
                      <a:pt x="11027" y="12011"/>
                    </a:cubicBezTo>
                    <a:lnTo>
                      <a:pt x="463" y="88"/>
                    </a:lnTo>
                    <a:cubicBezTo>
                      <a:pt x="410" y="34"/>
                      <a:pt x="335" y="1"/>
                      <a:pt x="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2"/>
              <p:cNvSpPr/>
              <p:nvPr/>
            </p:nvSpPr>
            <p:spPr>
              <a:xfrm>
                <a:off x="4152663" y="4988688"/>
                <a:ext cx="77250" cy="13125"/>
              </a:xfrm>
              <a:custGeom>
                <a:avLst/>
                <a:gdLst/>
                <a:ahLst/>
                <a:cxnLst/>
                <a:rect l="l" t="t" r="r" b="b"/>
                <a:pathLst>
                  <a:path w="3090" h="525" extrusionOk="0">
                    <a:moveTo>
                      <a:pt x="2842" y="0"/>
                    </a:moveTo>
                    <a:lnTo>
                      <a:pt x="247" y="30"/>
                    </a:lnTo>
                    <a:cubicBezTo>
                      <a:pt x="94" y="30"/>
                      <a:pt x="0" y="153"/>
                      <a:pt x="0" y="277"/>
                    </a:cubicBezTo>
                    <a:cubicBezTo>
                      <a:pt x="0" y="400"/>
                      <a:pt x="94" y="524"/>
                      <a:pt x="247" y="524"/>
                    </a:cubicBezTo>
                    <a:lnTo>
                      <a:pt x="2842" y="494"/>
                    </a:lnTo>
                    <a:cubicBezTo>
                      <a:pt x="2966" y="494"/>
                      <a:pt x="3089" y="400"/>
                      <a:pt x="3089" y="247"/>
                    </a:cubicBezTo>
                    <a:cubicBezTo>
                      <a:pt x="3089" y="124"/>
                      <a:pt x="2966" y="0"/>
                      <a:pt x="28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2"/>
              <p:cNvSpPr/>
              <p:nvPr/>
            </p:nvSpPr>
            <p:spPr>
              <a:xfrm>
                <a:off x="4248413" y="4932138"/>
                <a:ext cx="25525" cy="117550"/>
              </a:xfrm>
              <a:custGeom>
                <a:avLst/>
                <a:gdLst/>
                <a:ahLst/>
                <a:cxnLst/>
                <a:rect l="l" t="t" r="r" b="b"/>
                <a:pathLst>
                  <a:path w="1021" h="4702" extrusionOk="0">
                    <a:moveTo>
                      <a:pt x="274" y="1"/>
                    </a:moveTo>
                    <a:cubicBezTo>
                      <a:pt x="256" y="1"/>
                      <a:pt x="237" y="2"/>
                      <a:pt x="218" y="6"/>
                    </a:cubicBezTo>
                    <a:cubicBezTo>
                      <a:pt x="94" y="6"/>
                      <a:pt x="0" y="130"/>
                      <a:pt x="33" y="285"/>
                    </a:cubicBezTo>
                    <a:lnTo>
                      <a:pt x="527" y="4486"/>
                    </a:lnTo>
                    <a:cubicBezTo>
                      <a:pt x="556" y="4610"/>
                      <a:pt x="650" y="4701"/>
                      <a:pt x="774" y="4701"/>
                    </a:cubicBezTo>
                    <a:lnTo>
                      <a:pt x="804" y="4701"/>
                    </a:lnTo>
                    <a:cubicBezTo>
                      <a:pt x="927" y="4701"/>
                      <a:pt x="1021" y="4578"/>
                      <a:pt x="1021" y="4424"/>
                    </a:cubicBezTo>
                    <a:lnTo>
                      <a:pt x="495" y="224"/>
                    </a:lnTo>
                    <a:cubicBezTo>
                      <a:pt x="495" y="88"/>
                      <a:pt x="400" y="1"/>
                      <a:pt x="2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2"/>
              <p:cNvSpPr/>
              <p:nvPr/>
            </p:nvSpPr>
            <p:spPr>
              <a:xfrm>
                <a:off x="4189713" y="5065888"/>
                <a:ext cx="108950" cy="13125"/>
              </a:xfrm>
              <a:custGeom>
                <a:avLst/>
                <a:gdLst/>
                <a:ahLst/>
                <a:cxnLst/>
                <a:rect l="l" t="t" r="r" b="b"/>
                <a:pathLst>
                  <a:path w="4358" h="525" extrusionOk="0">
                    <a:moveTo>
                      <a:pt x="248" y="1"/>
                    </a:moveTo>
                    <a:cubicBezTo>
                      <a:pt x="125" y="1"/>
                      <a:pt x="1" y="125"/>
                      <a:pt x="1" y="248"/>
                    </a:cubicBezTo>
                    <a:cubicBezTo>
                      <a:pt x="1" y="401"/>
                      <a:pt x="125" y="495"/>
                      <a:pt x="248" y="495"/>
                    </a:cubicBezTo>
                    <a:lnTo>
                      <a:pt x="4110" y="525"/>
                    </a:lnTo>
                    <a:cubicBezTo>
                      <a:pt x="4234" y="525"/>
                      <a:pt x="4357" y="401"/>
                      <a:pt x="4357" y="278"/>
                    </a:cubicBezTo>
                    <a:cubicBezTo>
                      <a:pt x="4357" y="154"/>
                      <a:pt x="4234" y="31"/>
                      <a:pt x="4110" y="31"/>
                    </a:cubicBezTo>
                    <a:lnTo>
                      <a:pt x="2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2"/>
              <p:cNvSpPr/>
              <p:nvPr/>
            </p:nvSpPr>
            <p:spPr>
              <a:xfrm>
                <a:off x="4320263" y="5009488"/>
                <a:ext cx="23925" cy="107400"/>
              </a:xfrm>
              <a:custGeom>
                <a:avLst/>
                <a:gdLst/>
                <a:ahLst/>
                <a:cxnLst/>
                <a:rect l="l" t="t" r="r" b="b"/>
                <a:pathLst>
                  <a:path w="957" h="4296" extrusionOk="0">
                    <a:moveTo>
                      <a:pt x="742" y="1"/>
                    </a:moveTo>
                    <a:cubicBezTo>
                      <a:pt x="586" y="1"/>
                      <a:pt x="462" y="95"/>
                      <a:pt x="462" y="218"/>
                    </a:cubicBezTo>
                    <a:lnTo>
                      <a:pt x="30" y="4016"/>
                    </a:lnTo>
                    <a:cubicBezTo>
                      <a:pt x="0" y="4140"/>
                      <a:pt x="92" y="4263"/>
                      <a:pt x="247" y="4263"/>
                    </a:cubicBezTo>
                    <a:lnTo>
                      <a:pt x="247" y="4296"/>
                    </a:lnTo>
                    <a:cubicBezTo>
                      <a:pt x="371" y="4296"/>
                      <a:pt x="495" y="4202"/>
                      <a:pt x="495" y="4078"/>
                    </a:cubicBezTo>
                    <a:lnTo>
                      <a:pt x="957" y="280"/>
                    </a:lnTo>
                    <a:cubicBezTo>
                      <a:pt x="957" y="157"/>
                      <a:pt x="865" y="33"/>
                      <a:pt x="7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2"/>
              <p:cNvSpPr/>
              <p:nvPr/>
            </p:nvSpPr>
            <p:spPr>
              <a:xfrm>
                <a:off x="4278563" y="5136938"/>
                <a:ext cx="84150" cy="16225"/>
              </a:xfrm>
              <a:custGeom>
                <a:avLst/>
                <a:gdLst/>
                <a:ahLst/>
                <a:cxnLst/>
                <a:rect l="l" t="t" r="r" b="b"/>
                <a:pathLst>
                  <a:path w="3366" h="649" extrusionOk="0">
                    <a:moveTo>
                      <a:pt x="3089" y="1"/>
                    </a:moveTo>
                    <a:lnTo>
                      <a:pt x="247" y="186"/>
                    </a:lnTo>
                    <a:cubicBezTo>
                      <a:pt x="124" y="186"/>
                      <a:pt x="0" y="310"/>
                      <a:pt x="30" y="433"/>
                    </a:cubicBezTo>
                    <a:cubicBezTo>
                      <a:pt x="30" y="557"/>
                      <a:pt x="124" y="648"/>
                      <a:pt x="247" y="648"/>
                    </a:cubicBezTo>
                    <a:lnTo>
                      <a:pt x="277" y="648"/>
                    </a:lnTo>
                    <a:lnTo>
                      <a:pt x="3119" y="495"/>
                    </a:lnTo>
                    <a:cubicBezTo>
                      <a:pt x="3242" y="495"/>
                      <a:pt x="3366" y="371"/>
                      <a:pt x="3336" y="248"/>
                    </a:cubicBezTo>
                    <a:cubicBezTo>
                      <a:pt x="3336" y="124"/>
                      <a:pt x="3242" y="1"/>
                      <a:pt x="30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2"/>
              <p:cNvSpPr/>
              <p:nvPr/>
            </p:nvSpPr>
            <p:spPr>
              <a:xfrm>
                <a:off x="4123313" y="4882863"/>
                <a:ext cx="234775" cy="254850"/>
              </a:xfrm>
              <a:custGeom>
                <a:avLst/>
                <a:gdLst/>
                <a:ahLst/>
                <a:cxnLst/>
                <a:rect l="l" t="t" r="r" b="b"/>
                <a:pathLst>
                  <a:path w="9391" h="10194" extrusionOk="0">
                    <a:moveTo>
                      <a:pt x="248" y="0"/>
                    </a:moveTo>
                    <a:cubicBezTo>
                      <a:pt x="186" y="0"/>
                      <a:pt x="124" y="32"/>
                      <a:pt x="94" y="62"/>
                    </a:cubicBezTo>
                    <a:cubicBezTo>
                      <a:pt x="33" y="124"/>
                      <a:pt x="1" y="186"/>
                      <a:pt x="1" y="247"/>
                    </a:cubicBezTo>
                    <a:cubicBezTo>
                      <a:pt x="1" y="309"/>
                      <a:pt x="33" y="371"/>
                      <a:pt x="62" y="403"/>
                    </a:cubicBezTo>
                    <a:lnTo>
                      <a:pt x="3460" y="4263"/>
                    </a:lnTo>
                    <a:lnTo>
                      <a:pt x="4016" y="4233"/>
                    </a:lnTo>
                    <a:cubicBezTo>
                      <a:pt x="4054" y="4233"/>
                      <a:pt x="4091" y="4245"/>
                      <a:pt x="4125" y="4264"/>
                    </a:cubicBezTo>
                    <a:lnTo>
                      <a:pt x="4125" y="4264"/>
                    </a:lnTo>
                    <a:lnTo>
                      <a:pt x="433" y="94"/>
                    </a:lnTo>
                    <a:cubicBezTo>
                      <a:pt x="371" y="32"/>
                      <a:pt x="309" y="0"/>
                      <a:pt x="248" y="0"/>
                    </a:cubicBezTo>
                    <a:close/>
                    <a:moveTo>
                      <a:pt x="4125" y="4264"/>
                    </a:moveTo>
                    <a:lnTo>
                      <a:pt x="4247" y="4402"/>
                    </a:lnTo>
                    <a:lnTo>
                      <a:pt x="4247" y="4402"/>
                    </a:lnTo>
                    <a:cubicBezTo>
                      <a:pt x="4224" y="4345"/>
                      <a:pt x="4179" y="4294"/>
                      <a:pt x="4125" y="4264"/>
                    </a:cubicBezTo>
                    <a:close/>
                    <a:moveTo>
                      <a:pt x="4247" y="4402"/>
                    </a:moveTo>
                    <a:cubicBezTo>
                      <a:pt x="4257" y="4427"/>
                      <a:pt x="4263" y="4454"/>
                      <a:pt x="4263" y="4480"/>
                    </a:cubicBezTo>
                    <a:cubicBezTo>
                      <a:pt x="4263" y="4633"/>
                      <a:pt x="4140" y="4727"/>
                      <a:pt x="4016" y="4727"/>
                    </a:cubicBezTo>
                    <a:lnTo>
                      <a:pt x="3892" y="4727"/>
                    </a:lnTo>
                    <a:lnTo>
                      <a:pt x="6210" y="7352"/>
                    </a:lnTo>
                    <a:lnTo>
                      <a:pt x="6766" y="7352"/>
                    </a:lnTo>
                    <a:cubicBezTo>
                      <a:pt x="6819" y="7352"/>
                      <a:pt x="6872" y="7369"/>
                      <a:pt x="6915" y="7401"/>
                    </a:cubicBezTo>
                    <a:lnTo>
                      <a:pt x="6915" y="7401"/>
                    </a:lnTo>
                    <a:lnTo>
                      <a:pt x="6025" y="6395"/>
                    </a:lnTo>
                    <a:lnTo>
                      <a:pt x="6025" y="6425"/>
                    </a:lnTo>
                    <a:cubicBezTo>
                      <a:pt x="6025" y="6549"/>
                      <a:pt x="5931" y="6672"/>
                      <a:pt x="5808" y="6672"/>
                    </a:cubicBezTo>
                    <a:lnTo>
                      <a:pt x="5778" y="6672"/>
                    </a:lnTo>
                    <a:cubicBezTo>
                      <a:pt x="5654" y="6672"/>
                      <a:pt x="5560" y="6581"/>
                      <a:pt x="5531" y="6457"/>
                    </a:cubicBezTo>
                    <a:lnTo>
                      <a:pt x="5437" y="5745"/>
                    </a:lnTo>
                    <a:lnTo>
                      <a:pt x="4247" y="4402"/>
                    </a:lnTo>
                    <a:close/>
                    <a:moveTo>
                      <a:pt x="6915" y="7401"/>
                    </a:moveTo>
                    <a:lnTo>
                      <a:pt x="6983" y="7477"/>
                    </a:lnTo>
                    <a:lnTo>
                      <a:pt x="6983" y="7477"/>
                    </a:lnTo>
                    <a:cubicBezTo>
                      <a:pt x="6966" y="7446"/>
                      <a:pt x="6942" y="7421"/>
                      <a:pt x="6915" y="7401"/>
                    </a:cubicBezTo>
                    <a:close/>
                    <a:moveTo>
                      <a:pt x="6983" y="7477"/>
                    </a:moveTo>
                    <a:lnTo>
                      <a:pt x="6983" y="7477"/>
                    </a:lnTo>
                    <a:cubicBezTo>
                      <a:pt x="7002" y="7511"/>
                      <a:pt x="7013" y="7552"/>
                      <a:pt x="7013" y="7599"/>
                    </a:cubicBezTo>
                    <a:cubicBezTo>
                      <a:pt x="7013" y="7722"/>
                      <a:pt x="6890" y="7846"/>
                      <a:pt x="6766" y="7846"/>
                    </a:cubicBezTo>
                    <a:lnTo>
                      <a:pt x="6643" y="7846"/>
                    </a:lnTo>
                    <a:lnTo>
                      <a:pt x="8743" y="10193"/>
                    </a:lnTo>
                    <a:lnTo>
                      <a:pt x="9299" y="10164"/>
                    </a:lnTo>
                    <a:lnTo>
                      <a:pt x="9329" y="10164"/>
                    </a:lnTo>
                    <a:cubicBezTo>
                      <a:pt x="9329" y="10164"/>
                      <a:pt x="9361" y="10193"/>
                      <a:pt x="9391" y="10193"/>
                    </a:cubicBezTo>
                    <a:lnTo>
                      <a:pt x="8402" y="9052"/>
                    </a:lnTo>
                    <a:lnTo>
                      <a:pt x="8373" y="9143"/>
                    </a:lnTo>
                    <a:cubicBezTo>
                      <a:pt x="8373" y="9267"/>
                      <a:pt x="8249" y="9361"/>
                      <a:pt x="8125" y="9361"/>
                    </a:cubicBezTo>
                    <a:lnTo>
                      <a:pt x="8125" y="9328"/>
                    </a:lnTo>
                    <a:cubicBezTo>
                      <a:pt x="8002" y="9328"/>
                      <a:pt x="7908" y="9237"/>
                      <a:pt x="7908" y="9113"/>
                    </a:cubicBezTo>
                    <a:lnTo>
                      <a:pt x="7908" y="9081"/>
                    </a:lnTo>
                    <a:lnTo>
                      <a:pt x="7940" y="8558"/>
                    </a:lnTo>
                    <a:lnTo>
                      <a:pt x="6983" y="747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2"/>
              <p:cNvSpPr/>
              <p:nvPr/>
            </p:nvSpPr>
            <p:spPr>
              <a:xfrm>
                <a:off x="4352688" y="5142313"/>
                <a:ext cx="47100" cy="51000"/>
              </a:xfrm>
              <a:custGeom>
                <a:avLst/>
                <a:gdLst/>
                <a:ahLst/>
                <a:cxnLst/>
                <a:rect l="l" t="t" r="r" b="b"/>
                <a:pathLst>
                  <a:path w="1884" h="2040" extrusionOk="0">
                    <a:moveTo>
                      <a:pt x="371" y="1"/>
                    </a:moveTo>
                    <a:lnTo>
                      <a:pt x="371" y="33"/>
                    </a:lnTo>
                    <a:cubicBezTo>
                      <a:pt x="371" y="186"/>
                      <a:pt x="277" y="280"/>
                      <a:pt x="154" y="280"/>
                    </a:cubicBezTo>
                    <a:lnTo>
                      <a:pt x="1" y="310"/>
                    </a:lnTo>
                    <a:lnTo>
                      <a:pt x="1451" y="1948"/>
                    </a:lnTo>
                    <a:cubicBezTo>
                      <a:pt x="1513" y="2010"/>
                      <a:pt x="1575" y="2039"/>
                      <a:pt x="1636" y="2039"/>
                    </a:cubicBezTo>
                    <a:cubicBezTo>
                      <a:pt x="1698" y="2039"/>
                      <a:pt x="1760" y="2010"/>
                      <a:pt x="1792" y="1978"/>
                    </a:cubicBezTo>
                    <a:cubicBezTo>
                      <a:pt x="1854" y="1916"/>
                      <a:pt x="1884" y="1854"/>
                      <a:pt x="1884" y="1792"/>
                    </a:cubicBezTo>
                    <a:cubicBezTo>
                      <a:pt x="1884" y="1730"/>
                      <a:pt x="1854" y="1669"/>
                      <a:pt x="1822" y="1639"/>
                    </a:cubicBezTo>
                    <a:lnTo>
                      <a:pt x="3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2"/>
              <p:cNvSpPr/>
              <p:nvPr/>
            </p:nvSpPr>
            <p:spPr>
              <a:xfrm>
                <a:off x="4152663" y="4988688"/>
                <a:ext cx="77250" cy="13125"/>
              </a:xfrm>
              <a:custGeom>
                <a:avLst/>
                <a:gdLst/>
                <a:ahLst/>
                <a:cxnLst/>
                <a:rect l="l" t="t" r="r" b="b"/>
                <a:pathLst>
                  <a:path w="3090" h="525" extrusionOk="0">
                    <a:moveTo>
                      <a:pt x="2842" y="0"/>
                    </a:moveTo>
                    <a:lnTo>
                      <a:pt x="247" y="30"/>
                    </a:lnTo>
                    <a:cubicBezTo>
                      <a:pt x="94" y="30"/>
                      <a:pt x="0" y="153"/>
                      <a:pt x="0" y="277"/>
                    </a:cubicBezTo>
                    <a:cubicBezTo>
                      <a:pt x="0" y="400"/>
                      <a:pt x="94" y="524"/>
                      <a:pt x="247" y="524"/>
                    </a:cubicBezTo>
                    <a:lnTo>
                      <a:pt x="2842" y="494"/>
                    </a:lnTo>
                    <a:cubicBezTo>
                      <a:pt x="2966" y="494"/>
                      <a:pt x="3089" y="400"/>
                      <a:pt x="3089" y="247"/>
                    </a:cubicBezTo>
                    <a:cubicBezTo>
                      <a:pt x="3089" y="124"/>
                      <a:pt x="2966" y="0"/>
                      <a:pt x="28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2"/>
              <p:cNvSpPr/>
              <p:nvPr/>
            </p:nvSpPr>
            <p:spPr>
              <a:xfrm>
                <a:off x="4248413" y="4932288"/>
                <a:ext cx="25525" cy="117400"/>
              </a:xfrm>
              <a:custGeom>
                <a:avLst/>
                <a:gdLst/>
                <a:ahLst/>
                <a:cxnLst/>
                <a:rect l="l" t="t" r="r" b="b"/>
                <a:pathLst>
                  <a:path w="1021" h="4696" extrusionOk="0">
                    <a:moveTo>
                      <a:pt x="218" y="0"/>
                    </a:moveTo>
                    <a:cubicBezTo>
                      <a:pt x="94" y="0"/>
                      <a:pt x="0" y="124"/>
                      <a:pt x="0" y="247"/>
                    </a:cubicBezTo>
                    <a:lnTo>
                      <a:pt x="33" y="279"/>
                    </a:lnTo>
                    <a:lnTo>
                      <a:pt x="433" y="3768"/>
                    </a:lnTo>
                    <a:lnTo>
                      <a:pt x="527" y="4480"/>
                    </a:lnTo>
                    <a:cubicBezTo>
                      <a:pt x="556" y="4604"/>
                      <a:pt x="650" y="4695"/>
                      <a:pt x="774" y="4695"/>
                    </a:cubicBezTo>
                    <a:lnTo>
                      <a:pt x="804" y="4695"/>
                    </a:lnTo>
                    <a:cubicBezTo>
                      <a:pt x="927" y="4695"/>
                      <a:pt x="1021" y="4572"/>
                      <a:pt x="1021" y="4448"/>
                    </a:cubicBezTo>
                    <a:lnTo>
                      <a:pt x="1021" y="4418"/>
                    </a:lnTo>
                    <a:lnTo>
                      <a:pt x="495" y="218"/>
                    </a:lnTo>
                    <a:cubicBezTo>
                      <a:pt x="495" y="94"/>
                      <a:pt x="371" y="0"/>
                      <a:pt x="2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2"/>
              <p:cNvSpPr/>
              <p:nvPr/>
            </p:nvSpPr>
            <p:spPr>
              <a:xfrm>
                <a:off x="4189713" y="5065888"/>
                <a:ext cx="108950" cy="13125"/>
              </a:xfrm>
              <a:custGeom>
                <a:avLst/>
                <a:gdLst/>
                <a:ahLst/>
                <a:cxnLst/>
                <a:rect l="l" t="t" r="r" b="b"/>
                <a:pathLst>
                  <a:path w="4358" h="525" extrusionOk="0">
                    <a:moveTo>
                      <a:pt x="248" y="1"/>
                    </a:moveTo>
                    <a:cubicBezTo>
                      <a:pt x="125" y="1"/>
                      <a:pt x="1" y="125"/>
                      <a:pt x="1" y="248"/>
                    </a:cubicBezTo>
                    <a:cubicBezTo>
                      <a:pt x="1" y="401"/>
                      <a:pt x="125" y="495"/>
                      <a:pt x="248" y="495"/>
                    </a:cubicBezTo>
                    <a:lnTo>
                      <a:pt x="3987" y="525"/>
                    </a:lnTo>
                    <a:lnTo>
                      <a:pt x="4110" y="525"/>
                    </a:lnTo>
                    <a:cubicBezTo>
                      <a:pt x="4234" y="525"/>
                      <a:pt x="4357" y="401"/>
                      <a:pt x="4357" y="278"/>
                    </a:cubicBezTo>
                    <a:cubicBezTo>
                      <a:pt x="4357" y="125"/>
                      <a:pt x="4234" y="31"/>
                      <a:pt x="4110" y="31"/>
                    </a:cubicBezTo>
                    <a:lnTo>
                      <a:pt x="3554" y="31"/>
                    </a:lnTo>
                    <a:lnTo>
                      <a:pt x="2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2"/>
              <p:cNvSpPr/>
              <p:nvPr/>
            </p:nvSpPr>
            <p:spPr>
              <a:xfrm>
                <a:off x="4320988" y="5009488"/>
                <a:ext cx="23200" cy="107400"/>
              </a:xfrm>
              <a:custGeom>
                <a:avLst/>
                <a:gdLst/>
                <a:ahLst/>
                <a:cxnLst/>
                <a:rect l="l" t="t" r="r" b="b"/>
                <a:pathLst>
                  <a:path w="928" h="4296" extrusionOk="0">
                    <a:moveTo>
                      <a:pt x="680" y="1"/>
                    </a:moveTo>
                    <a:cubicBezTo>
                      <a:pt x="557" y="1"/>
                      <a:pt x="433" y="95"/>
                      <a:pt x="433" y="218"/>
                    </a:cubicBezTo>
                    <a:lnTo>
                      <a:pt x="33" y="3493"/>
                    </a:lnTo>
                    <a:lnTo>
                      <a:pt x="1" y="4016"/>
                    </a:lnTo>
                    <a:lnTo>
                      <a:pt x="1" y="4048"/>
                    </a:lnTo>
                    <a:cubicBezTo>
                      <a:pt x="1" y="4172"/>
                      <a:pt x="95" y="4263"/>
                      <a:pt x="218" y="4263"/>
                    </a:cubicBezTo>
                    <a:lnTo>
                      <a:pt x="218" y="4296"/>
                    </a:lnTo>
                    <a:cubicBezTo>
                      <a:pt x="342" y="4296"/>
                      <a:pt x="466" y="4202"/>
                      <a:pt x="466" y="4078"/>
                    </a:cubicBezTo>
                    <a:lnTo>
                      <a:pt x="928" y="280"/>
                    </a:lnTo>
                    <a:lnTo>
                      <a:pt x="928" y="248"/>
                    </a:lnTo>
                    <a:cubicBezTo>
                      <a:pt x="928" y="124"/>
                      <a:pt x="836" y="33"/>
                      <a:pt x="7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2"/>
              <p:cNvSpPr/>
              <p:nvPr/>
            </p:nvSpPr>
            <p:spPr>
              <a:xfrm>
                <a:off x="4279288" y="5136938"/>
                <a:ext cx="82700" cy="16225"/>
              </a:xfrm>
              <a:custGeom>
                <a:avLst/>
                <a:gdLst/>
                <a:ahLst/>
                <a:cxnLst/>
                <a:rect l="l" t="t" r="r" b="b"/>
                <a:pathLst>
                  <a:path w="3308" h="649" extrusionOk="0">
                    <a:moveTo>
                      <a:pt x="3060" y="1"/>
                    </a:moveTo>
                    <a:lnTo>
                      <a:pt x="218" y="186"/>
                    </a:lnTo>
                    <a:cubicBezTo>
                      <a:pt x="95" y="186"/>
                      <a:pt x="1" y="277"/>
                      <a:pt x="1" y="433"/>
                    </a:cubicBezTo>
                    <a:cubicBezTo>
                      <a:pt x="1" y="557"/>
                      <a:pt x="95" y="648"/>
                      <a:pt x="218" y="648"/>
                    </a:cubicBezTo>
                    <a:lnTo>
                      <a:pt x="248" y="648"/>
                    </a:lnTo>
                    <a:lnTo>
                      <a:pt x="3090" y="495"/>
                    </a:lnTo>
                    <a:cubicBezTo>
                      <a:pt x="3213" y="495"/>
                      <a:pt x="3307" y="401"/>
                      <a:pt x="3307" y="248"/>
                    </a:cubicBezTo>
                    <a:lnTo>
                      <a:pt x="3307" y="216"/>
                    </a:lnTo>
                    <a:cubicBezTo>
                      <a:pt x="3307" y="124"/>
                      <a:pt x="3245" y="30"/>
                      <a:pt x="3152" y="30"/>
                    </a:cubicBezTo>
                    <a:cubicBezTo>
                      <a:pt x="3122" y="30"/>
                      <a:pt x="3090" y="1"/>
                      <a:pt x="30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2"/>
              <p:cNvSpPr/>
              <p:nvPr/>
            </p:nvSpPr>
            <p:spPr>
              <a:xfrm>
                <a:off x="4496313" y="4888963"/>
                <a:ext cx="291125" cy="298175"/>
              </a:xfrm>
              <a:custGeom>
                <a:avLst/>
                <a:gdLst/>
                <a:ahLst/>
                <a:cxnLst/>
                <a:rect l="l" t="t" r="r" b="b"/>
                <a:pathLst>
                  <a:path w="11645" h="11927" extrusionOk="0">
                    <a:moveTo>
                      <a:pt x="11365" y="0"/>
                    </a:moveTo>
                    <a:cubicBezTo>
                      <a:pt x="11299" y="0"/>
                      <a:pt x="11231" y="31"/>
                      <a:pt x="11182" y="97"/>
                    </a:cubicBezTo>
                    <a:lnTo>
                      <a:pt x="92" y="11526"/>
                    </a:lnTo>
                    <a:cubicBezTo>
                      <a:pt x="1" y="11617"/>
                      <a:pt x="1" y="11773"/>
                      <a:pt x="92" y="11864"/>
                    </a:cubicBezTo>
                    <a:cubicBezTo>
                      <a:pt x="154" y="11897"/>
                      <a:pt x="216" y="11926"/>
                      <a:pt x="278" y="11926"/>
                    </a:cubicBezTo>
                    <a:cubicBezTo>
                      <a:pt x="339" y="11926"/>
                      <a:pt x="401" y="11897"/>
                      <a:pt x="463" y="11864"/>
                    </a:cubicBezTo>
                    <a:lnTo>
                      <a:pt x="11553" y="436"/>
                    </a:lnTo>
                    <a:cubicBezTo>
                      <a:pt x="11644" y="312"/>
                      <a:pt x="11644" y="159"/>
                      <a:pt x="11521" y="65"/>
                    </a:cubicBezTo>
                    <a:cubicBezTo>
                      <a:pt x="11479" y="23"/>
                      <a:pt x="11422" y="0"/>
                      <a:pt x="11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2"/>
              <p:cNvSpPr/>
              <p:nvPr/>
            </p:nvSpPr>
            <p:spPr>
              <a:xfrm>
                <a:off x="4670038" y="4926088"/>
                <a:ext cx="17825" cy="76525"/>
              </a:xfrm>
              <a:custGeom>
                <a:avLst/>
                <a:gdLst/>
                <a:ahLst/>
                <a:cxnLst/>
                <a:rect l="l" t="t" r="r" b="b"/>
                <a:pathLst>
                  <a:path w="713" h="3061" extrusionOk="0">
                    <a:moveTo>
                      <a:pt x="247" y="1"/>
                    </a:moveTo>
                    <a:cubicBezTo>
                      <a:pt x="94" y="1"/>
                      <a:pt x="0" y="125"/>
                      <a:pt x="32" y="280"/>
                    </a:cubicBezTo>
                    <a:lnTo>
                      <a:pt x="218" y="2843"/>
                    </a:lnTo>
                    <a:cubicBezTo>
                      <a:pt x="247" y="2966"/>
                      <a:pt x="341" y="3060"/>
                      <a:pt x="465" y="3060"/>
                    </a:cubicBezTo>
                    <a:lnTo>
                      <a:pt x="495" y="3060"/>
                    </a:lnTo>
                    <a:cubicBezTo>
                      <a:pt x="618" y="3060"/>
                      <a:pt x="712" y="2937"/>
                      <a:pt x="712" y="2813"/>
                    </a:cubicBezTo>
                    <a:lnTo>
                      <a:pt x="495" y="218"/>
                    </a:lnTo>
                    <a:cubicBezTo>
                      <a:pt x="495" y="95"/>
                      <a:pt x="371"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2"/>
              <p:cNvSpPr/>
              <p:nvPr/>
            </p:nvSpPr>
            <p:spPr>
              <a:xfrm>
                <a:off x="4629888" y="5017863"/>
                <a:ext cx="117400" cy="32625"/>
              </a:xfrm>
              <a:custGeom>
                <a:avLst/>
                <a:gdLst/>
                <a:ahLst/>
                <a:cxnLst/>
                <a:rect l="l" t="t" r="r" b="b"/>
                <a:pathLst>
                  <a:path w="4696" h="1305" extrusionOk="0">
                    <a:moveTo>
                      <a:pt x="4437" y="1"/>
                    </a:moveTo>
                    <a:cubicBezTo>
                      <a:pt x="4420" y="1"/>
                      <a:pt x="4403" y="3"/>
                      <a:pt x="4386" y="7"/>
                    </a:cubicBezTo>
                    <a:lnTo>
                      <a:pt x="218" y="840"/>
                    </a:lnTo>
                    <a:cubicBezTo>
                      <a:pt x="94" y="872"/>
                      <a:pt x="0" y="995"/>
                      <a:pt x="32" y="1119"/>
                    </a:cubicBezTo>
                    <a:cubicBezTo>
                      <a:pt x="62" y="1242"/>
                      <a:pt x="156" y="1304"/>
                      <a:pt x="279" y="1304"/>
                    </a:cubicBezTo>
                    <a:lnTo>
                      <a:pt x="309" y="1304"/>
                    </a:lnTo>
                    <a:lnTo>
                      <a:pt x="4480" y="469"/>
                    </a:lnTo>
                    <a:cubicBezTo>
                      <a:pt x="4633" y="439"/>
                      <a:pt x="4695" y="316"/>
                      <a:pt x="4666" y="192"/>
                    </a:cubicBezTo>
                    <a:cubicBezTo>
                      <a:pt x="4666" y="85"/>
                      <a:pt x="4549" y="1"/>
                      <a:pt x="4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2"/>
              <p:cNvSpPr/>
              <p:nvPr/>
            </p:nvSpPr>
            <p:spPr>
              <a:xfrm>
                <a:off x="4596713" y="4968613"/>
                <a:ext cx="19300" cy="108875"/>
              </a:xfrm>
              <a:custGeom>
                <a:avLst/>
                <a:gdLst/>
                <a:ahLst/>
                <a:cxnLst/>
                <a:rect l="l" t="t" r="r" b="b"/>
                <a:pathLst>
                  <a:path w="772" h="4355" extrusionOk="0">
                    <a:moveTo>
                      <a:pt x="215" y="0"/>
                    </a:moveTo>
                    <a:cubicBezTo>
                      <a:pt x="92" y="30"/>
                      <a:pt x="0" y="153"/>
                      <a:pt x="0" y="277"/>
                    </a:cubicBezTo>
                    <a:lnTo>
                      <a:pt x="277" y="4139"/>
                    </a:lnTo>
                    <a:cubicBezTo>
                      <a:pt x="277" y="4263"/>
                      <a:pt x="401" y="4354"/>
                      <a:pt x="524" y="4354"/>
                    </a:cubicBezTo>
                    <a:cubicBezTo>
                      <a:pt x="680" y="4354"/>
                      <a:pt x="771" y="4231"/>
                      <a:pt x="771" y="4077"/>
                    </a:cubicBezTo>
                    <a:lnTo>
                      <a:pt x="494" y="247"/>
                    </a:lnTo>
                    <a:cubicBezTo>
                      <a:pt x="462" y="92"/>
                      <a:pt x="339" y="0"/>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2"/>
              <p:cNvSpPr/>
              <p:nvPr/>
            </p:nvSpPr>
            <p:spPr>
              <a:xfrm>
                <a:off x="4568113" y="5102163"/>
                <a:ext cx="108125" cy="16275"/>
              </a:xfrm>
              <a:custGeom>
                <a:avLst/>
                <a:gdLst/>
                <a:ahLst/>
                <a:cxnLst/>
                <a:rect l="l" t="t" r="r" b="b"/>
                <a:pathLst>
                  <a:path w="4325" h="651" extrusionOk="0">
                    <a:moveTo>
                      <a:pt x="279" y="0"/>
                    </a:moveTo>
                    <a:cubicBezTo>
                      <a:pt x="124" y="0"/>
                      <a:pt x="32" y="94"/>
                      <a:pt x="0" y="248"/>
                    </a:cubicBezTo>
                    <a:cubicBezTo>
                      <a:pt x="0" y="371"/>
                      <a:pt x="124" y="495"/>
                      <a:pt x="247" y="495"/>
                    </a:cubicBezTo>
                    <a:lnTo>
                      <a:pt x="4048" y="650"/>
                    </a:lnTo>
                    <a:lnTo>
                      <a:pt x="4077" y="650"/>
                    </a:lnTo>
                    <a:cubicBezTo>
                      <a:pt x="4201" y="650"/>
                      <a:pt x="4295" y="556"/>
                      <a:pt x="4324" y="433"/>
                    </a:cubicBezTo>
                    <a:cubicBezTo>
                      <a:pt x="4324" y="280"/>
                      <a:pt x="4201" y="186"/>
                      <a:pt x="4077" y="186"/>
                    </a:cubicBezTo>
                    <a:lnTo>
                      <a:pt x="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2"/>
              <p:cNvSpPr/>
              <p:nvPr/>
            </p:nvSpPr>
            <p:spPr>
              <a:xfrm>
                <a:off x="4527938" y="5063438"/>
                <a:ext cx="22450" cy="82800"/>
              </a:xfrm>
              <a:custGeom>
                <a:avLst/>
                <a:gdLst/>
                <a:ahLst/>
                <a:cxnLst/>
                <a:rect l="l" t="t" r="r" b="b"/>
                <a:pathLst>
                  <a:path w="898" h="3312" extrusionOk="0">
                    <a:moveTo>
                      <a:pt x="264" y="1"/>
                    </a:moveTo>
                    <a:cubicBezTo>
                      <a:pt x="249" y="1"/>
                      <a:pt x="234" y="2"/>
                      <a:pt x="218" y="5"/>
                    </a:cubicBezTo>
                    <a:cubicBezTo>
                      <a:pt x="95" y="37"/>
                      <a:pt x="1" y="161"/>
                      <a:pt x="33" y="284"/>
                    </a:cubicBezTo>
                    <a:lnTo>
                      <a:pt x="404" y="3094"/>
                    </a:lnTo>
                    <a:cubicBezTo>
                      <a:pt x="404" y="3217"/>
                      <a:pt x="527" y="3311"/>
                      <a:pt x="651" y="3311"/>
                    </a:cubicBezTo>
                    <a:lnTo>
                      <a:pt x="680" y="3311"/>
                    </a:lnTo>
                    <a:cubicBezTo>
                      <a:pt x="804" y="3279"/>
                      <a:pt x="898" y="3156"/>
                      <a:pt x="866" y="3032"/>
                    </a:cubicBezTo>
                    <a:lnTo>
                      <a:pt x="495" y="223"/>
                    </a:lnTo>
                    <a:cubicBezTo>
                      <a:pt x="495" y="112"/>
                      <a:pt x="396" y="1"/>
                      <a:pt x="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2"/>
              <p:cNvSpPr/>
              <p:nvPr/>
            </p:nvSpPr>
            <p:spPr>
              <a:xfrm>
                <a:off x="4548038" y="4889038"/>
                <a:ext cx="238650" cy="252575"/>
              </a:xfrm>
              <a:custGeom>
                <a:avLst/>
                <a:gdLst/>
                <a:ahLst/>
                <a:cxnLst/>
                <a:rect l="l" t="t" r="r" b="b"/>
                <a:pathLst>
                  <a:path w="9546" h="10103" extrusionOk="0">
                    <a:moveTo>
                      <a:pt x="9299" y="0"/>
                    </a:moveTo>
                    <a:cubicBezTo>
                      <a:pt x="9237" y="0"/>
                      <a:pt x="9175" y="32"/>
                      <a:pt x="9113" y="94"/>
                    </a:cubicBezTo>
                    <a:lnTo>
                      <a:pt x="5560" y="3769"/>
                    </a:lnTo>
                    <a:lnTo>
                      <a:pt x="5592" y="4295"/>
                    </a:lnTo>
                    <a:lnTo>
                      <a:pt x="5592" y="4325"/>
                    </a:lnTo>
                    <a:cubicBezTo>
                      <a:pt x="5592" y="4383"/>
                      <a:pt x="5571" y="4434"/>
                      <a:pt x="5537" y="4472"/>
                    </a:cubicBezTo>
                    <a:lnTo>
                      <a:pt x="5537" y="4472"/>
                    </a:lnTo>
                    <a:lnTo>
                      <a:pt x="9484" y="433"/>
                    </a:lnTo>
                    <a:cubicBezTo>
                      <a:pt x="9514" y="371"/>
                      <a:pt x="9546" y="309"/>
                      <a:pt x="9546" y="247"/>
                    </a:cubicBezTo>
                    <a:cubicBezTo>
                      <a:pt x="9546" y="186"/>
                      <a:pt x="9514" y="124"/>
                      <a:pt x="9452" y="62"/>
                    </a:cubicBezTo>
                    <a:cubicBezTo>
                      <a:pt x="9422" y="32"/>
                      <a:pt x="9360" y="0"/>
                      <a:pt x="9299" y="0"/>
                    </a:cubicBezTo>
                    <a:close/>
                    <a:moveTo>
                      <a:pt x="5537" y="4472"/>
                    </a:moveTo>
                    <a:lnTo>
                      <a:pt x="5526" y="4484"/>
                    </a:lnTo>
                    <a:lnTo>
                      <a:pt x="5526" y="4484"/>
                    </a:lnTo>
                    <a:cubicBezTo>
                      <a:pt x="5530" y="4480"/>
                      <a:pt x="5533" y="4476"/>
                      <a:pt x="5537" y="4472"/>
                    </a:cubicBezTo>
                    <a:close/>
                    <a:moveTo>
                      <a:pt x="5098" y="4233"/>
                    </a:moveTo>
                    <a:lnTo>
                      <a:pt x="2656" y="6734"/>
                    </a:lnTo>
                    <a:lnTo>
                      <a:pt x="2718" y="7260"/>
                    </a:lnTo>
                    <a:lnTo>
                      <a:pt x="2718" y="7290"/>
                    </a:lnTo>
                    <a:cubicBezTo>
                      <a:pt x="2718" y="7414"/>
                      <a:pt x="2595" y="7537"/>
                      <a:pt x="2471" y="7537"/>
                    </a:cubicBezTo>
                    <a:cubicBezTo>
                      <a:pt x="2348" y="7537"/>
                      <a:pt x="2224" y="7446"/>
                      <a:pt x="2224" y="7322"/>
                    </a:cubicBezTo>
                    <a:lnTo>
                      <a:pt x="2224" y="7199"/>
                    </a:lnTo>
                    <a:lnTo>
                      <a:pt x="0" y="9484"/>
                    </a:lnTo>
                    <a:lnTo>
                      <a:pt x="62" y="10008"/>
                    </a:lnTo>
                    <a:lnTo>
                      <a:pt x="62" y="10040"/>
                    </a:lnTo>
                    <a:lnTo>
                      <a:pt x="62" y="10102"/>
                    </a:lnTo>
                    <a:lnTo>
                      <a:pt x="1112" y="9020"/>
                    </a:lnTo>
                    <a:lnTo>
                      <a:pt x="1050" y="9020"/>
                    </a:lnTo>
                    <a:cubicBezTo>
                      <a:pt x="927" y="9020"/>
                      <a:pt x="803" y="8896"/>
                      <a:pt x="803" y="8773"/>
                    </a:cubicBezTo>
                    <a:cubicBezTo>
                      <a:pt x="835" y="8619"/>
                      <a:pt x="927" y="8525"/>
                      <a:pt x="1082" y="8525"/>
                    </a:cubicBezTo>
                    <a:lnTo>
                      <a:pt x="1577" y="8558"/>
                    </a:lnTo>
                    <a:lnTo>
                      <a:pt x="3615" y="6457"/>
                    </a:lnTo>
                    <a:lnTo>
                      <a:pt x="3553" y="6457"/>
                    </a:lnTo>
                    <a:cubicBezTo>
                      <a:pt x="3430" y="6457"/>
                      <a:pt x="3336" y="6395"/>
                      <a:pt x="3306" y="6272"/>
                    </a:cubicBezTo>
                    <a:lnTo>
                      <a:pt x="3306" y="6210"/>
                    </a:lnTo>
                    <a:cubicBezTo>
                      <a:pt x="3306" y="6116"/>
                      <a:pt x="3368" y="5993"/>
                      <a:pt x="3492" y="5993"/>
                    </a:cubicBezTo>
                    <a:lnTo>
                      <a:pt x="4201" y="5839"/>
                    </a:lnTo>
                    <a:lnTo>
                      <a:pt x="5526" y="4484"/>
                    </a:lnTo>
                    <a:lnTo>
                      <a:pt x="5526" y="4484"/>
                    </a:lnTo>
                    <a:cubicBezTo>
                      <a:pt x="5487" y="4520"/>
                      <a:pt x="5434" y="4542"/>
                      <a:pt x="5375" y="4542"/>
                    </a:cubicBezTo>
                    <a:lnTo>
                      <a:pt x="5345" y="4542"/>
                    </a:lnTo>
                    <a:cubicBezTo>
                      <a:pt x="5221" y="4542"/>
                      <a:pt x="5127" y="4448"/>
                      <a:pt x="5098" y="4325"/>
                    </a:cubicBezTo>
                    <a:lnTo>
                      <a:pt x="5098" y="423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2"/>
              <p:cNvSpPr/>
              <p:nvPr/>
            </p:nvSpPr>
            <p:spPr>
              <a:xfrm>
                <a:off x="4497063" y="5136938"/>
                <a:ext cx="48700" cy="50200"/>
              </a:xfrm>
              <a:custGeom>
                <a:avLst/>
                <a:gdLst/>
                <a:ahLst/>
                <a:cxnLst/>
                <a:rect l="l" t="t" r="r" b="b"/>
                <a:pathLst>
                  <a:path w="1948" h="2008" extrusionOk="0">
                    <a:moveTo>
                      <a:pt x="1607" y="1"/>
                    </a:moveTo>
                    <a:lnTo>
                      <a:pt x="62" y="1607"/>
                    </a:lnTo>
                    <a:cubicBezTo>
                      <a:pt x="33" y="1637"/>
                      <a:pt x="0" y="1698"/>
                      <a:pt x="0" y="1760"/>
                    </a:cubicBezTo>
                    <a:cubicBezTo>
                      <a:pt x="0" y="1822"/>
                      <a:pt x="33" y="1884"/>
                      <a:pt x="62" y="1945"/>
                    </a:cubicBezTo>
                    <a:cubicBezTo>
                      <a:pt x="124" y="1978"/>
                      <a:pt x="186" y="2007"/>
                      <a:pt x="248" y="2007"/>
                    </a:cubicBezTo>
                    <a:cubicBezTo>
                      <a:pt x="309" y="2007"/>
                      <a:pt x="371" y="1978"/>
                      <a:pt x="433" y="1945"/>
                    </a:cubicBezTo>
                    <a:lnTo>
                      <a:pt x="1948" y="371"/>
                    </a:lnTo>
                    <a:lnTo>
                      <a:pt x="1886" y="371"/>
                    </a:lnTo>
                    <a:cubicBezTo>
                      <a:pt x="1762" y="371"/>
                      <a:pt x="1639" y="277"/>
                      <a:pt x="1639" y="154"/>
                    </a:cubicBezTo>
                    <a:lnTo>
                      <a:pt x="1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2"/>
              <p:cNvSpPr/>
              <p:nvPr/>
            </p:nvSpPr>
            <p:spPr>
              <a:xfrm>
                <a:off x="4670838" y="4926088"/>
                <a:ext cx="17025" cy="76525"/>
              </a:xfrm>
              <a:custGeom>
                <a:avLst/>
                <a:gdLst/>
                <a:ahLst/>
                <a:cxnLst/>
                <a:rect l="l" t="t" r="r" b="b"/>
                <a:pathLst>
                  <a:path w="681" h="3061" extrusionOk="0">
                    <a:moveTo>
                      <a:pt x="215" y="1"/>
                    </a:moveTo>
                    <a:cubicBezTo>
                      <a:pt x="92" y="1"/>
                      <a:pt x="0" y="125"/>
                      <a:pt x="0" y="248"/>
                    </a:cubicBezTo>
                    <a:lnTo>
                      <a:pt x="0" y="280"/>
                    </a:lnTo>
                    <a:lnTo>
                      <a:pt x="186" y="2843"/>
                    </a:lnTo>
                    <a:cubicBezTo>
                      <a:pt x="215" y="2966"/>
                      <a:pt x="309" y="3060"/>
                      <a:pt x="433" y="3060"/>
                    </a:cubicBezTo>
                    <a:lnTo>
                      <a:pt x="463" y="3060"/>
                    </a:lnTo>
                    <a:cubicBezTo>
                      <a:pt x="586" y="3060"/>
                      <a:pt x="680" y="2966"/>
                      <a:pt x="680" y="2843"/>
                    </a:cubicBezTo>
                    <a:lnTo>
                      <a:pt x="680" y="2813"/>
                    </a:lnTo>
                    <a:lnTo>
                      <a:pt x="648" y="2287"/>
                    </a:lnTo>
                    <a:lnTo>
                      <a:pt x="463" y="218"/>
                    </a:lnTo>
                    <a:cubicBezTo>
                      <a:pt x="463" y="95"/>
                      <a:pt x="371" y="1"/>
                      <a:pt x="215" y="1"/>
                    </a:cubicBezTo>
                    <a:close/>
                  </a:path>
                </a:pathLst>
              </a:custGeom>
              <a:solidFill>
                <a:srgbClr val="DFF7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2"/>
              <p:cNvSpPr/>
              <p:nvPr/>
            </p:nvSpPr>
            <p:spPr>
              <a:xfrm>
                <a:off x="4630688" y="5018013"/>
                <a:ext cx="116600" cy="32475"/>
              </a:xfrm>
              <a:custGeom>
                <a:avLst/>
                <a:gdLst/>
                <a:ahLst/>
                <a:cxnLst/>
                <a:rect l="l" t="t" r="r" b="b"/>
                <a:pathLst>
                  <a:path w="4664" h="1299" extrusionOk="0">
                    <a:moveTo>
                      <a:pt x="4354" y="1"/>
                    </a:moveTo>
                    <a:lnTo>
                      <a:pt x="895" y="680"/>
                    </a:lnTo>
                    <a:lnTo>
                      <a:pt x="186" y="834"/>
                    </a:lnTo>
                    <a:cubicBezTo>
                      <a:pt x="62" y="834"/>
                      <a:pt x="0" y="957"/>
                      <a:pt x="0" y="1051"/>
                    </a:cubicBezTo>
                    <a:lnTo>
                      <a:pt x="0" y="1113"/>
                    </a:lnTo>
                    <a:cubicBezTo>
                      <a:pt x="30" y="1236"/>
                      <a:pt x="124" y="1298"/>
                      <a:pt x="247" y="1298"/>
                    </a:cubicBezTo>
                    <a:lnTo>
                      <a:pt x="309" y="1298"/>
                    </a:lnTo>
                    <a:lnTo>
                      <a:pt x="4448" y="463"/>
                    </a:lnTo>
                    <a:cubicBezTo>
                      <a:pt x="4572" y="463"/>
                      <a:pt x="4663" y="339"/>
                      <a:pt x="4663" y="248"/>
                    </a:cubicBezTo>
                    <a:cubicBezTo>
                      <a:pt x="4663" y="216"/>
                      <a:pt x="4663" y="216"/>
                      <a:pt x="4634" y="186"/>
                    </a:cubicBezTo>
                    <a:cubicBezTo>
                      <a:pt x="4634" y="63"/>
                      <a:pt x="4510" y="1"/>
                      <a:pt x="44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2"/>
              <p:cNvSpPr/>
              <p:nvPr/>
            </p:nvSpPr>
            <p:spPr>
              <a:xfrm>
                <a:off x="4596713" y="4968613"/>
                <a:ext cx="19300" cy="108875"/>
              </a:xfrm>
              <a:custGeom>
                <a:avLst/>
                <a:gdLst/>
                <a:ahLst/>
                <a:cxnLst/>
                <a:rect l="l" t="t" r="r" b="b"/>
                <a:pathLst>
                  <a:path w="772" h="4355" extrusionOk="0">
                    <a:moveTo>
                      <a:pt x="215" y="0"/>
                    </a:moveTo>
                    <a:cubicBezTo>
                      <a:pt x="92" y="30"/>
                      <a:pt x="0" y="124"/>
                      <a:pt x="0" y="247"/>
                    </a:cubicBezTo>
                    <a:lnTo>
                      <a:pt x="0" y="277"/>
                    </a:lnTo>
                    <a:lnTo>
                      <a:pt x="277" y="4139"/>
                    </a:lnTo>
                    <a:cubicBezTo>
                      <a:pt x="277" y="4263"/>
                      <a:pt x="401" y="4354"/>
                      <a:pt x="524" y="4354"/>
                    </a:cubicBezTo>
                    <a:cubicBezTo>
                      <a:pt x="648" y="4354"/>
                      <a:pt x="771" y="4231"/>
                      <a:pt x="771" y="4107"/>
                    </a:cubicBezTo>
                    <a:lnTo>
                      <a:pt x="771" y="4077"/>
                    </a:lnTo>
                    <a:lnTo>
                      <a:pt x="709" y="3551"/>
                    </a:lnTo>
                    <a:lnTo>
                      <a:pt x="494" y="247"/>
                    </a:lnTo>
                    <a:cubicBezTo>
                      <a:pt x="462" y="124"/>
                      <a:pt x="371" y="0"/>
                      <a:pt x="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2"/>
              <p:cNvSpPr/>
              <p:nvPr/>
            </p:nvSpPr>
            <p:spPr>
              <a:xfrm>
                <a:off x="4568113" y="5102163"/>
                <a:ext cx="108125" cy="16275"/>
              </a:xfrm>
              <a:custGeom>
                <a:avLst/>
                <a:gdLst/>
                <a:ahLst/>
                <a:cxnLst/>
                <a:rect l="l" t="t" r="r" b="b"/>
                <a:pathLst>
                  <a:path w="4325" h="651" extrusionOk="0">
                    <a:moveTo>
                      <a:pt x="279" y="0"/>
                    </a:moveTo>
                    <a:cubicBezTo>
                      <a:pt x="124" y="0"/>
                      <a:pt x="32" y="94"/>
                      <a:pt x="0" y="248"/>
                    </a:cubicBezTo>
                    <a:cubicBezTo>
                      <a:pt x="0" y="371"/>
                      <a:pt x="124" y="495"/>
                      <a:pt x="247" y="495"/>
                    </a:cubicBezTo>
                    <a:lnTo>
                      <a:pt x="4048" y="650"/>
                    </a:lnTo>
                    <a:lnTo>
                      <a:pt x="4077" y="650"/>
                    </a:lnTo>
                    <a:cubicBezTo>
                      <a:pt x="4201" y="650"/>
                      <a:pt x="4295" y="556"/>
                      <a:pt x="4324" y="433"/>
                    </a:cubicBezTo>
                    <a:lnTo>
                      <a:pt x="4324" y="403"/>
                    </a:lnTo>
                    <a:cubicBezTo>
                      <a:pt x="4324" y="280"/>
                      <a:pt x="4201" y="186"/>
                      <a:pt x="4077" y="186"/>
                    </a:cubicBezTo>
                    <a:lnTo>
                      <a:pt x="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2"/>
              <p:cNvSpPr/>
              <p:nvPr/>
            </p:nvSpPr>
            <p:spPr>
              <a:xfrm>
                <a:off x="4528763" y="5063563"/>
                <a:ext cx="20825" cy="82675"/>
              </a:xfrm>
              <a:custGeom>
                <a:avLst/>
                <a:gdLst/>
                <a:ahLst/>
                <a:cxnLst/>
                <a:rect l="l" t="t" r="r" b="b"/>
                <a:pathLst>
                  <a:path w="833" h="3307" extrusionOk="0">
                    <a:moveTo>
                      <a:pt x="185" y="0"/>
                    </a:moveTo>
                    <a:cubicBezTo>
                      <a:pt x="92" y="32"/>
                      <a:pt x="0" y="124"/>
                      <a:pt x="0" y="247"/>
                    </a:cubicBezTo>
                    <a:lnTo>
                      <a:pt x="0" y="279"/>
                    </a:lnTo>
                    <a:lnTo>
                      <a:pt x="371" y="3089"/>
                    </a:lnTo>
                    <a:cubicBezTo>
                      <a:pt x="371" y="3212"/>
                      <a:pt x="494" y="3306"/>
                      <a:pt x="618" y="3306"/>
                    </a:cubicBezTo>
                    <a:lnTo>
                      <a:pt x="680" y="3306"/>
                    </a:lnTo>
                    <a:cubicBezTo>
                      <a:pt x="771" y="3274"/>
                      <a:pt x="803" y="3212"/>
                      <a:pt x="833" y="3121"/>
                    </a:cubicBezTo>
                    <a:lnTo>
                      <a:pt x="833" y="3059"/>
                    </a:lnTo>
                    <a:lnTo>
                      <a:pt x="833" y="3027"/>
                    </a:lnTo>
                    <a:lnTo>
                      <a:pt x="771" y="2503"/>
                    </a:lnTo>
                    <a:lnTo>
                      <a:pt x="462" y="218"/>
                    </a:lnTo>
                    <a:cubicBezTo>
                      <a:pt x="462" y="94"/>
                      <a:pt x="339" y="0"/>
                      <a:pt x="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27"/>
                                        </p:tgtEl>
                                        <p:attrNameLst>
                                          <p:attrName>style.visibility</p:attrName>
                                        </p:attrNameLst>
                                      </p:cBhvr>
                                      <p:to>
                                        <p:strVal val="visible"/>
                                      </p:to>
                                    </p:set>
                                    <p:anim calcmode="lin" valueType="num">
                                      <p:cBhvr additive="base">
                                        <p:cTn id="7" dur="600"/>
                                        <p:tgtEl>
                                          <p:spTgt spid="327"/>
                                        </p:tgtEl>
                                        <p:attrNameLst>
                                          <p:attrName>ppt_w</p:attrName>
                                        </p:attrNameLst>
                                      </p:cBhvr>
                                      <p:tavLst>
                                        <p:tav tm="0">
                                          <p:val>
                                            <p:strVal val="0"/>
                                          </p:val>
                                        </p:tav>
                                        <p:tav tm="100000">
                                          <p:val>
                                            <p:strVal val="#ppt_w"/>
                                          </p:val>
                                        </p:tav>
                                      </p:tavLst>
                                    </p:anim>
                                    <p:anim calcmode="lin" valueType="num">
                                      <p:cBhvr additive="base">
                                        <p:cTn id="8" dur="600"/>
                                        <p:tgtEl>
                                          <p:spTgt spid="327"/>
                                        </p:tgtEl>
                                        <p:attrNameLst>
                                          <p:attrName>ppt_h</p:attrName>
                                        </p:attrNameLst>
                                      </p:cBhvr>
                                      <p:tavLst>
                                        <p:tav tm="0">
                                          <p:val>
                                            <p:str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325"/>
                                        </p:tgtEl>
                                        <p:attrNameLst>
                                          <p:attrName>style.visibility</p:attrName>
                                        </p:attrNameLst>
                                      </p:cBhvr>
                                      <p:to>
                                        <p:strVal val="visible"/>
                                      </p:to>
                                    </p:set>
                                    <p:anim calcmode="lin" valueType="num">
                                      <p:cBhvr additive="base">
                                        <p:cTn id="11" dur="600"/>
                                        <p:tgtEl>
                                          <p:spTgt spid="325"/>
                                        </p:tgtEl>
                                        <p:attrNameLst>
                                          <p:attrName>ppt_x</p:attrName>
                                        </p:attrNameLst>
                                      </p:cBhvr>
                                      <p:tavLst>
                                        <p:tav tm="0">
                                          <p:val>
                                            <p:strVal val="#ppt_x+1"/>
                                          </p:val>
                                        </p:tav>
                                        <p:tav tm="100000">
                                          <p:val>
                                            <p:strVal val="#ppt_x"/>
                                          </p:val>
                                        </p:tav>
                                      </p:tavLst>
                                    </p:anim>
                                  </p:childTnLst>
                                </p:cTn>
                              </p:par>
                              <p:par>
                                <p:cTn id="12" presetID="2" presetClass="entr" presetSubtype="2" fill="hold" nodeType="withEffect">
                                  <p:stCondLst>
                                    <p:cond delay="0"/>
                                  </p:stCondLst>
                                  <p:childTnLst>
                                    <p:set>
                                      <p:cBhvr>
                                        <p:cTn id="13" dur="1" fill="hold">
                                          <p:stCondLst>
                                            <p:cond delay="0"/>
                                          </p:stCondLst>
                                        </p:cTn>
                                        <p:tgtEl>
                                          <p:spTgt spid="326"/>
                                        </p:tgtEl>
                                        <p:attrNameLst>
                                          <p:attrName>style.visibility</p:attrName>
                                        </p:attrNameLst>
                                      </p:cBhvr>
                                      <p:to>
                                        <p:strVal val="visible"/>
                                      </p:to>
                                    </p:set>
                                    <p:anim calcmode="lin" valueType="num">
                                      <p:cBhvr additive="base">
                                        <p:cTn id="14" dur="600"/>
                                        <p:tgtEl>
                                          <p:spTgt spid="32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55">
            <a:hlinkClick r:id="rId3" action="ppaction://hlinksldjump"/>
          </p:cNvPr>
          <p:cNvSpPr txBox="1">
            <a:spLocks noGrp="1"/>
          </p:cNvSpPr>
          <p:nvPr>
            <p:ph type="subTitle" idx="1"/>
          </p:nvPr>
        </p:nvSpPr>
        <p:spPr>
          <a:xfrm>
            <a:off x="720008" y="2705350"/>
            <a:ext cx="1840200" cy="648300"/>
          </a:xfrm>
          <a:prstGeom prst="rect">
            <a:avLst/>
          </a:prstGeom>
        </p:spPr>
        <p:txBody>
          <a:bodyPr spcFirstLastPara="1" wrap="square" lIns="91425" tIns="91425" rIns="91425" bIns="91425" anchor="b" anchorCtr="0">
            <a:noAutofit/>
          </a:bodyPr>
          <a:lstStyle/>
          <a:p>
            <a:pPr marL="0" lvl="0" indent="0"/>
            <a:r>
              <a:rPr lang="en-IN" sz="2000" dirty="0">
                <a:latin typeface="Calibri" panose="020F0502020204030204" pitchFamily="34" charset="0"/>
                <a:ea typeface="Calibri" panose="020F0502020204030204" pitchFamily="34" charset="0"/>
                <a:cs typeface="Calibri" panose="020F0502020204030204" pitchFamily="34" charset="0"/>
              </a:rPr>
              <a:t>Company Selection</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700" name="Google Shape;700;p55"/>
          <p:cNvSpPr txBox="1">
            <a:spLocks noGrp="1"/>
          </p:cNvSpPr>
          <p:nvPr>
            <p:ph type="subTitle" idx="2"/>
          </p:nvPr>
        </p:nvSpPr>
        <p:spPr>
          <a:xfrm>
            <a:off x="795308" y="3506050"/>
            <a:ext cx="1689600" cy="648300"/>
          </a:xfrm>
          <a:prstGeom prst="rect">
            <a:avLst/>
          </a:prstGeom>
        </p:spPr>
        <p:txBody>
          <a:bodyPr spcFirstLastPara="1" wrap="square" lIns="91425" tIns="91425" rIns="91425" bIns="91425" anchor="ctr" anchorCtr="0">
            <a:noAutofit/>
          </a:bodyPr>
          <a:lstStyle/>
          <a:p>
            <a:pPr marL="0" lvl="0" indent="0">
              <a:buClr>
                <a:srgbClr val="202C39"/>
              </a:buClr>
              <a:buSzPts val="1100"/>
            </a:pPr>
            <a:r>
              <a:rPr lang="en-IN" dirty="0">
                <a:latin typeface="Calibri" panose="020F0502020204030204" pitchFamily="34" charset="0"/>
                <a:ea typeface="Calibri" panose="020F0502020204030204" pitchFamily="34" charset="0"/>
                <a:cs typeface="Calibri" panose="020F0502020204030204" pitchFamily="34" charset="0"/>
              </a:rPr>
              <a:t>Overview of chosen business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701" name="Google Shape;701;p55">
            <a:hlinkClick r:id="rId4" action="ppaction://hlinksldjump"/>
          </p:cNvPr>
          <p:cNvSpPr txBox="1">
            <a:spLocks noGrp="1"/>
          </p:cNvSpPr>
          <p:nvPr>
            <p:ph type="subTitle" idx="3"/>
          </p:nvPr>
        </p:nvSpPr>
        <p:spPr>
          <a:xfrm>
            <a:off x="4553034" y="2705350"/>
            <a:ext cx="2064334" cy="648300"/>
          </a:xfrm>
          <a:prstGeom prst="rect">
            <a:avLst/>
          </a:prstGeom>
        </p:spPr>
        <p:txBody>
          <a:bodyPr spcFirstLastPara="1" wrap="square" lIns="91425" tIns="91425" rIns="91425" bIns="91425" anchor="b" anchorCtr="0">
            <a:noAutofit/>
          </a:bodyPr>
          <a:lstStyle/>
          <a:p>
            <a:pPr marL="0" lvl="0" indent="0"/>
            <a:r>
              <a:rPr lang="en-IN" sz="2000" dirty="0">
                <a:latin typeface="Calibri" panose="020F0502020204030204" pitchFamily="34" charset="0"/>
                <a:ea typeface="Calibri" panose="020F0502020204030204" pitchFamily="34" charset="0"/>
                <a:cs typeface="Calibri" panose="020F0502020204030204" pitchFamily="34" charset="0"/>
              </a:rPr>
              <a:t>Digital Marketing Strategy</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702" name="Google Shape;702;p55"/>
          <p:cNvSpPr txBox="1">
            <a:spLocks noGrp="1"/>
          </p:cNvSpPr>
          <p:nvPr>
            <p:ph type="subTitle" idx="4"/>
          </p:nvPr>
        </p:nvSpPr>
        <p:spPr>
          <a:xfrm>
            <a:off x="4664594" y="3506050"/>
            <a:ext cx="1689600" cy="648300"/>
          </a:xfrm>
          <a:prstGeom prst="rect">
            <a:avLst/>
          </a:prstGeom>
        </p:spPr>
        <p:txBody>
          <a:bodyPr spcFirstLastPara="1" wrap="square" lIns="91425" tIns="91425" rIns="91425" bIns="91425" anchor="ctr" anchorCtr="0">
            <a:noAutofit/>
          </a:bodyPr>
          <a:lstStyle/>
          <a:p>
            <a:pPr marL="0" lvl="0" indent="0">
              <a:buClr>
                <a:schemeClr val="dk1"/>
              </a:buClr>
              <a:buSzPts val="1100"/>
            </a:pPr>
            <a:r>
              <a:rPr lang="en-US" dirty="0">
                <a:latin typeface="Calibri" panose="020F0502020204030204" pitchFamily="34" charset="0"/>
                <a:ea typeface="Calibri" panose="020F0502020204030204" pitchFamily="34" charset="0"/>
                <a:cs typeface="Calibri" panose="020F0502020204030204" pitchFamily="34" charset="0"/>
              </a:rPr>
              <a:t>Target audience, channels, and campaign plan.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703" name="Google Shape;703;p55">
            <a:hlinkClick r:id="rId3" action="ppaction://hlinksldjump"/>
          </p:cNvPr>
          <p:cNvSpPr txBox="1">
            <a:spLocks noGrp="1"/>
          </p:cNvSpPr>
          <p:nvPr>
            <p:ph type="subTitle" idx="5"/>
          </p:nvPr>
        </p:nvSpPr>
        <p:spPr>
          <a:xfrm>
            <a:off x="2769355" y="2705350"/>
            <a:ext cx="1574532" cy="64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20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0000"/>
              </a:lnSpc>
            </a:pPr>
            <a:r>
              <a:rPr lang="en-IN" sz="2000" dirty="0">
                <a:latin typeface="Calibri" panose="020F0502020204030204" pitchFamily="34" charset="0"/>
                <a:ea typeface="Calibri" panose="020F0502020204030204" pitchFamily="34" charset="0"/>
                <a:cs typeface="Calibri" panose="020F0502020204030204" pitchFamily="34" charset="0"/>
              </a:rPr>
              <a:t>Website Audit</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704" name="Google Shape;704;p55"/>
          <p:cNvSpPr txBox="1">
            <a:spLocks noGrp="1"/>
          </p:cNvSpPr>
          <p:nvPr>
            <p:ph type="subTitle" idx="6"/>
          </p:nvPr>
        </p:nvSpPr>
        <p:spPr>
          <a:xfrm>
            <a:off x="2729951" y="3506050"/>
            <a:ext cx="1689600" cy="648300"/>
          </a:xfrm>
          <a:prstGeom prst="rect">
            <a:avLst/>
          </a:prstGeom>
        </p:spPr>
        <p:txBody>
          <a:bodyPr spcFirstLastPara="1" wrap="square" lIns="91425" tIns="91425" rIns="91425" bIns="91425" anchor="ctr" anchorCtr="0">
            <a:noAutofit/>
          </a:bodyPr>
          <a:lstStyle/>
          <a:p>
            <a:pPr marL="0" lvl="0" indent="0">
              <a:buClr>
                <a:schemeClr val="dk1"/>
              </a:buClr>
              <a:buSzPts val="1100"/>
            </a:pPr>
            <a:r>
              <a:rPr lang="en-US" dirty="0">
                <a:latin typeface="Calibri" panose="020F0502020204030204" pitchFamily="34" charset="0"/>
                <a:ea typeface="Calibri" panose="020F0502020204030204" pitchFamily="34" charset="0"/>
                <a:cs typeface="Calibri" panose="020F0502020204030204" pitchFamily="34" charset="0"/>
              </a:rPr>
              <a:t>Audit across Design, UX, SEO, and Content.</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705" name="Google Shape;705;p55"/>
          <p:cNvSpPr txBox="1">
            <a:spLocks noGrp="1"/>
          </p:cNvSpPr>
          <p:nvPr>
            <p:ph type="title"/>
          </p:nvPr>
        </p:nvSpPr>
        <p:spPr>
          <a:xfrm>
            <a:off x="795308" y="1904900"/>
            <a:ext cx="1689600" cy="36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06" name="Google Shape;706;p55"/>
          <p:cNvSpPr txBox="1">
            <a:spLocks noGrp="1"/>
          </p:cNvSpPr>
          <p:nvPr>
            <p:ph type="title" idx="7"/>
          </p:nvPr>
        </p:nvSpPr>
        <p:spPr>
          <a:xfrm>
            <a:off x="2711821" y="1904900"/>
            <a:ext cx="1689600" cy="36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707" name="Google Shape;707;p55"/>
          <p:cNvSpPr txBox="1">
            <a:spLocks noGrp="1"/>
          </p:cNvSpPr>
          <p:nvPr>
            <p:ph type="title" idx="8"/>
          </p:nvPr>
        </p:nvSpPr>
        <p:spPr>
          <a:xfrm>
            <a:off x="4517416" y="1904900"/>
            <a:ext cx="1840200" cy="36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08" name="Google Shape;708;p55"/>
          <p:cNvSpPr txBox="1">
            <a:spLocks noGrp="1"/>
          </p:cNvSpPr>
          <p:nvPr>
            <p:ph type="title" idx="9"/>
          </p:nvPr>
        </p:nvSpPr>
        <p:spPr>
          <a:xfrm>
            <a:off x="3896410" y="390700"/>
            <a:ext cx="4527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3200" dirty="0">
                <a:solidFill>
                  <a:srgbClr val="0EAD69"/>
                </a:solidFill>
                <a:latin typeface="Calibri" panose="020F0502020204030204" pitchFamily="34" charset="0"/>
                <a:ea typeface="Calibri" panose="020F0502020204030204" pitchFamily="34" charset="0"/>
                <a:cs typeface="Calibri" panose="020F0502020204030204" pitchFamily="34" charset="0"/>
              </a:rPr>
              <a:t>Table of Contents</a:t>
            </a:r>
            <a:endParaRPr sz="3200"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709" name="Google Shape;709;p55">
            <a:hlinkClick r:id="rId4" action="ppaction://hlinksldjump"/>
          </p:cNvPr>
          <p:cNvSpPr txBox="1">
            <a:spLocks noGrp="1"/>
          </p:cNvSpPr>
          <p:nvPr>
            <p:ph type="subTitle" idx="13"/>
          </p:nvPr>
        </p:nvSpPr>
        <p:spPr>
          <a:xfrm>
            <a:off x="6717360" y="2705350"/>
            <a:ext cx="1840200" cy="648300"/>
          </a:xfrm>
          <a:prstGeom prst="rect">
            <a:avLst/>
          </a:prstGeom>
        </p:spPr>
        <p:txBody>
          <a:bodyPr spcFirstLastPara="1" wrap="square" lIns="91425" tIns="91425" rIns="91425" bIns="91425" anchor="b" anchorCtr="0">
            <a:noAutofit/>
          </a:bodyPr>
          <a:lstStyle/>
          <a:p>
            <a:pPr marL="0" lvl="0" indent="0"/>
            <a:r>
              <a:rPr lang="en-IN" sz="2000" dirty="0">
                <a:latin typeface="Calibri" panose="020F0502020204030204" pitchFamily="34" charset="0"/>
                <a:ea typeface="Calibri" panose="020F0502020204030204" pitchFamily="34" charset="0"/>
                <a:cs typeface="Calibri" panose="020F0502020204030204" pitchFamily="34" charset="0"/>
              </a:rPr>
              <a:t>Landing Page Creation</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710" name="Google Shape;710;p55"/>
          <p:cNvSpPr txBox="1">
            <a:spLocks noGrp="1"/>
          </p:cNvSpPr>
          <p:nvPr>
            <p:ph type="subTitle" idx="14"/>
          </p:nvPr>
        </p:nvSpPr>
        <p:spPr>
          <a:xfrm>
            <a:off x="6617368" y="3506050"/>
            <a:ext cx="1689600" cy="648300"/>
          </a:xfrm>
          <a:prstGeom prst="rect">
            <a:avLst/>
          </a:prstGeom>
        </p:spPr>
        <p:txBody>
          <a:bodyPr spcFirstLastPara="1" wrap="square" lIns="91425" tIns="91425" rIns="91425" bIns="91425" anchor="ctr" anchorCtr="0">
            <a:noAutofit/>
          </a:bodyPr>
          <a:lstStyle/>
          <a:p>
            <a:pPr marL="0" lvl="0" indent="0">
              <a:buClr>
                <a:schemeClr val="dk1"/>
              </a:buClr>
              <a:buSzPts val="1100"/>
            </a:pPr>
            <a:r>
              <a:rPr lang="en-IN" dirty="0">
                <a:latin typeface="Calibri" panose="020F0502020204030204" pitchFamily="34" charset="0"/>
                <a:ea typeface="Calibri" panose="020F0502020204030204" pitchFamily="34" charset="0"/>
                <a:cs typeface="Calibri" panose="020F0502020204030204" pitchFamily="34" charset="0"/>
              </a:rPr>
              <a:t>Dedicated booking-focused landing page.</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711" name="Google Shape;711;p55"/>
          <p:cNvSpPr txBox="1">
            <a:spLocks noGrp="1"/>
          </p:cNvSpPr>
          <p:nvPr>
            <p:ph type="title" idx="15"/>
          </p:nvPr>
        </p:nvSpPr>
        <p:spPr>
          <a:xfrm>
            <a:off x="6472595" y="1904900"/>
            <a:ext cx="1840200" cy="366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05"/>
                                        </p:tgtEl>
                                        <p:attrNameLst>
                                          <p:attrName>style.visibility</p:attrName>
                                        </p:attrNameLst>
                                      </p:cBhvr>
                                      <p:to>
                                        <p:strVal val="visible"/>
                                      </p:to>
                                    </p:set>
                                    <p:anim calcmode="lin" valueType="num">
                                      <p:cBhvr additive="base">
                                        <p:cTn id="7" dur="600"/>
                                        <p:tgtEl>
                                          <p:spTgt spid="705"/>
                                        </p:tgtEl>
                                        <p:attrNameLst>
                                          <p:attrName>ppt_w</p:attrName>
                                        </p:attrNameLst>
                                      </p:cBhvr>
                                      <p:tavLst>
                                        <p:tav tm="0">
                                          <p:val>
                                            <p:strVal val="0"/>
                                          </p:val>
                                        </p:tav>
                                        <p:tav tm="100000">
                                          <p:val>
                                            <p:strVal val="#ppt_w"/>
                                          </p:val>
                                        </p:tav>
                                      </p:tavLst>
                                    </p:anim>
                                    <p:anim calcmode="lin" valueType="num">
                                      <p:cBhvr additive="base">
                                        <p:cTn id="8" dur="600"/>
                                        <p:tgtEl>
                                          <p:spTgt spid="70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706"/>
                                        </p:tgtEl>
                                        <p:attrNameLst>
                                          <p:attrName>style.visibility</p:attrName>
                                        </p:attrNameLst>
                                      </p:cBhvr>
                                      <p:to>
                                        <p:strVal val="visible"/>
                                      </p:to>
                                    </p:set>
                                    <p:anim calcmode="lin" valueType="num">
                                      <p:cBhvr additive="base">
                                        <p:cTn id="11" dur="600"/>
                                        <p:tgtEl>
                                          <p:spTgt spid="706"/>
                                        </p:tgtEl>
                                        <p:attrNameLst>
                                          <p:attrName>ppt_w</p:attrName>
                                        </p:attrNameLst>
                                      </p:cBhvr>
                                      <p:tavLst>
                                        <p:tav tm="0">
                                          <p:val>
                                            <p:strVal val="0"/>
                                          </p:val>
                                        </p:tav>
                                        <p:tav tm="100000">
                                          <p:val>
                                            <p:strVal val="#ppt_w"/>
                                          </p:val>
                                        </p:tav>
                                      </p:tavLst>
                                    </p:anim>
                                    <p:anim calcmode="lin" valueType="num">
                                      <p:cBhvr additive="base">
                                        <p:cTn id="12" dur="600"/>
                                        <p:tgtEl>
                                          <p:spTgt spid="706"/>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707"/>
                                        </p:tgtEl>
                                        <p:attrNameLst>
                                          <p:attrName>style.visibility</p:attrName>
                                        </p:attrNameLst>
                                      </p:cBhvr>
                                      <p:to>
                                        <p:strVal val="visible"/>
                                      </p:to>
                                    </p:set>
                                    <p:anim calcmode="lin" valueType="num">
                                      <p:cBhvr additive="base">
                                        <p:cTn id="15" dur="600"/>
                                        <p:tgtEl>
                                          <p:spTgt spid="707"/>
                                        </p:tgtEl>
                                        <p:attrNameLst>
                                          <p:attrName>ppt_w</p:attrName>
                                        </p:attrNameLst>
                                      </p:cBhvr>
                                      <p:tavLst>
                                        <p:tav tm="0">
                                          <p:val>
                                            <p:strVal val="0"/>
                                          </p:val>
                                        </p:tav>
                                        <p:tav tm="100000">
                                          <p:val>
                                            <p:strVal val="#ppt_w"/>
                                          </p:val>
                                        </p:tav>
                                      </p:tavLst>
                                    </p:anim>
                                    <p:anim calcmode="lin" valueType="num">
                                      <p:cBhvr additive="base">
                                        <p:cTn id="16" dur="600"/>
                                        <p:tgtEl>
                                          <p:spTgt spid="707"/>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711"/>
                                        </p:tgtEl>
                                        <p:attrNameLst>
                                          <p:attrName>style.visibility</p:attrName>
                                        </p:attrNameLst>
                                      </p:cBhvr>
                                      <p:to>
                                        <p:strVal val="visible"/>
                                      </p:to>
                                    </p:set>
                                    <p:anim calcmode="lin" valueType="num">
                                      <p:cBhvr additive="base">
                                        <p:cTn id="19" dur="600"/>
                                        <p:tgtEl>
                                          <p:spTgt spid="711"/>
                                        </p:tgtEl>
                                        <p:attrNameLst>
                                          <p:attrName>ppt_w</p:attrName>
                                        </p:attrNameLst>
                                      </p:cBhvr>
                                      <p:tavLst>
                                        <p:tav tm="0">
                                          <p:val>
                                            <p:strVal val="0"/>
                                          </p:val>
                                        </p:tav>
                                        <p:tav tm="100000">
                                          <p:val>
                                            <p:strVal val="#ppt_w"/>
                                          </p:val>
                                        </p:tav>
                                      </p:tavLst>
                                    </p:anim>
                                    <p:anim calcmode="lin" valueType="num">
                                      <p:cBhvr additive="base">
                                        <p:cTn id="20" dur="600"/>
                                        <p:tgtEl>
                                          <p:spTgt spid="7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61"/>
          <p:cNvSpPr/>
          <p:nvPr/>
        </p:nvSpPr>
        <p:spPr>
          <a:xfrm rot="-10458240" flipH="1">
            <a:off x="95672" y="296591"/>
            <a:ext cx="4590562" cy="3824158"/>
          </a:xfrm>
          <a:custGeom>
            <a:avLst/>
            <a:gdLst/>
            <a:ahLst/>
            <a:cxnLst/>
            <a:rect l="l" t="t" r="r" b="b"/>
            <a:pathLst>
              <a:path w="195753" h="152426" extrusionOk="0">
                <a:moveTo>
                  <a:pt x="142692" y="0"/>
                </a:moveTo>
                <a:cubicBezTo>
                  <a:pt x="142084" y="0"/>
                  <a:pt x="141476" y="13"/>
                  <a:pt x="140869" y="38"/>
                </a:cubicBezTo>
                <a:cubicBezTo>
                  <a:pt x="129892" y="601"/>
                  <a:pt x="119478" y="5104"/>
                  <a:pt x="109199" y="8763"/>
                </a:cubicBezTo>
                <a:cubicBezTo>
                  <a:pt x="101590" y="11436"/>
                  <a:pt x="93530" y="13737"/>
                  <a:pt x="85625" y="13737"/>
                </a:cubicBezTo>
                <a:cubicBezTo>
                  <a:pt x="82711" y="13737"/>
                  <a:pt x="79819" y="13425"/>
                  <a:pt x="76978" y="12703"/>
                </a:cubicBezTo>
                <a:cubicBezTo>
                  <a:pt x="69233" y="10879"/>
                  <a:pt x="62343" y="6230"/>
                  <a:pt x="54743" y="4124"/>
                </a:cubicBezTo>
                <a:cubicBezTo>
                  <a:pt x="51566" y="3234"/>
                  <a:pt x="48432" y="2817"/>
                  <a:pt x="45386" y="2817"/>
                </a:cubicBezTo>
                <a:cubicBezTo>
                  <a:pt x="19558" y="2817"/>
                  <a:pt x="0" y="32738"/>
                  <a:pt x="13223" y="57038"/>
                </a:cubicBezTo>
                <a:cubicBezTo>
                  <a:pt x="16747" y="63647"/>
                  <a:pt x="22376" y="68995"/>
                  <a:pt x="27014" y="74905"/>
                </a:cubicBezTo>
                <a:cubicBezTo>
                  <a:pt x="31799" y="80962"/>
                  <a:pt x="35604" y="88134"/>
                  <a:pt x="35041" y="95598"/>
                </a:cubicBezTo>
                <a:cubicBezTo>
                  <a:pt x="34478" y="101925"/>
                  <a:pt x="30955" y="107419"/>
                  <a:pt x="29412" y="113611"/>
                </a:cubicBezTo>
                <a:cubicBezTo>
                  <a:pt x="26598" y="125151"/>
                  <a:pt x="32227" y="138098"/>
                  <a:pt x="41931" y="145134"/>
                </a:cubicBezTo>
                <a:cubicBezTo>
                  <a:pt x="48643" y="150088"/>
                  <a:pt x="56895" y="152426"/>
                  <a:pt x="65206" y="152426"/>
                </a:cubicBezTo>
                <a:cubicBezTo>
                  <a:pt x="68926" y="152426"/>
                  <a:pt x="72658" y="151957"/>
                  <a:pt x="76269" y="151045"/>
                </a:cubicBezTo>
                <a:cubicBezTo>
                  <a:pt x="87955" y="148084"/>
                  <a:pt x="98223" y="140912"/>
                  <a:pt x="106385" y="132041"/>
                </a:cubicBezTo>
                <a:cubicBezTo>
                  <a:pt x="110607" y="127256"/>
                  <a:pt x="114828" y="121773"/>
                  <a:pt x="121167" y="120085"/>
                </a:cubicBezTo>
                <a:cubicBezTo>
                  <a:pt x="122489" y="119737"/>
                  <a:pt x="123826" y="119594"/>
                  <a:pt x="125171" y="119594"/>
                </a:cubicBezTo>
                <a:cubicBezTo>
                  <a:pt x="129841" y="119594"/>
                  <a:pt x="134622" y="121316"/>
                  <a:pt x="139315" y="122190"/>
                </a:cubicBezTo>
                <a:cubicBezTo>
                  <a:pt x="141842" y="122665"/>
                  <a:pt x="144390" y="122898"/>
                  <a:pt x="146928" y="122898"/>
                </a:cubicBezTo>
                <a:cubicBezTo>
                  <a:pt x="155698" y="122898"/>
                  <a:pt x="164344" y="120111"/>
                  <a:pt x="171547" y="114872"/>
                </a:cubicBezTo>
                <a:cubicBezTo>
                  <a:pt x="186183" y="104042"/>
                  <a:pt x="194199" y="84058"/>
                  <a:pt x="194908" y="63928"/>
                </a:cubicBezTo>
                <a:cubicBezTo>
                  <a:pt x="195753" y="41558"/>
                  <a:pt x="187726" y="18895"/>
                  <a:pt x="169994" y="8065"/>
                </a:cubicBezTo>
                <a:cubicBezTo>
                  <a:pt x="161792" y="3038"/>
                  <a:pt x="152227" y="0"/>
                  <a:pt x="142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61"/>
          <p:cNvSpPr txBox="1">
            <a:spLocks noGrp="1"/>
          </p:cNvSpPr>
          <p:nvPr>
            <p:ph type="title"/>
          </p:nvPr>
        </p:nvSpPr>
        <p:spPr>
          <a:xfrm>
            <a:off x="4770651" y="1811388"/>
            <a:ext cx="4255107" cy="836700"/>
          </a:xfrm>
          <a:prstGeom prst="rect">
            <a:avLst/>
          </a:prstGeom>
        </p:spPr>
        <p:txBody>
          <a:bodyPr spcFirstLastPara="1" wrap="square" lIns="91425" tIns="91425" rIns="91425" bIns="91425" anchor="ctr" anchorCtr="0">
            <a:noAutofit/>
          </a:bodyPr>
          <a:lstStyle/>
          <a:p>
            <a:pPr lvl="0"/>
            <a:r>
              <a:rPr lang="en-IN" sz="4000" dirty="0">
                <a:latin typeface="Calibri" panose="020F0502020204030204" pitchFamily="34" charset="0"/>
                <a:ea typeface="Calibri" panose="020F0502020204030204" pitchFamily="34" charset="0"/>
                <a:cs typeface="Calibri" panose="020F0502020204030204" pitchFamily="34" charset="0"/>
              </a:rPr>
              <a:t>Company Selection</a:t>
            </a:r>
            <a:endParaRPr sz="4000" dirty="0">
              <a:latin typeface="Calibri" panose="020F0502020204030204" pitchFamily="34" charset="0"/>
              <a:ea typeface="Calibri" panose="020F0502020204030204" pitchFamily="34" charset="0"/>
              <a:cs typeface="Calibri" panose="020F0502020204030204" pitchFamily="34" charset="0"/>
            </a:endParaRPr>
          </a:p>
        </p:txBody>
      </p:sp>
      <p:sp>
        <p:nvSpPr>
          <p:cNvPr id="1361" name="Google Shape;1361;p61"/>
          <p:cNvSpPr txBox="1">
            <a:spLocks noGrp="1"/>
          </p:cNvSpPr>
          <p:nvPr>
            <p:ph type="title" idx="2"/>
          </p:nvPr>
        </p:nvSpPr>
        <p:spPr>
          <a:xfrm>
            <a:off x="2418850" y="1886100"/>
            <a:ext cx="1954500" cy="137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362" name="Google Shape;1362;p61"/>
          <p:cNvSpPr txBox="1">
            <a:spLocks noGrp="1"/>
          </p:cNvSpPr>
          <p:nvPr>
            <p:ph type="subTitle" idx="1"/>
          </p:nvPr>
        </p:nvSpPr>
        <p:spPr>
          <a:xfrm>
            <a:off x="5287997" y="2592872"/>
            <a:ext cx="3220413" cy="642708"/>
          </a:xfrm>
          <a:prstGeom prst="rect">
            <a:avLst/>
          </a:prstGeom>
        </p:spPr>
        <p:txBody>
          <a:bodyPr spcFirstLastPara="1" wrap="square" lIns="91425" tIns="91425" rIns="91425" bIns="91425" anchor="ctr" anchorCtr="0">
            <a:noAutofit/>
          </a:bodyPr>
          <a:lstStyle/>
          <a:p>
            <a:pPr marL="0" lvl="0" indent="0" algn="ctr">
              <a:buClr>
                <a:srgbClr val="FFEED3"/>
              </a:buClr>
              <a:buSzPts val="1100"/>
            </a:pPr>
            <a:r>
              <a:rPr lang="en-US" dirty="0">
                <a:latin typeface="Calibri" panose="020F0502020204030204" pitchFamily="34" charset="0"/>
                <a:ea typeface="Calibri" panose="020F0502020204030204" pitchFamily="34" charset="0"/>
                <a:cs typeface="Calibri" panose="020F0502020204030204" pitchFamily="34" charset="0"/>
              </a:rPr>
              <a:t>Selection of the company and its brief description</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1363" name="Google Shape;1363;p61"/>
          <p:cNvGrpSpPr/>
          <p:nvPr/>
        </p:nvGrpSpPr>
        <p:grpSpPr>
          <a:xfrm flipH="1">
            <a:off x="762343" y="818567"/>
            <a:ext cx="1565886" cy="4324927"/>
            <a:chOff x="1438602" y="1514559"/>
            <a:chExt cx="376650" cy="1040296"/>
          </a:xfrm>
        </p:grpSpPr>
        <p:sp>
          <p:nvSpPr>
            <p:cNvPr id="1364" name="Google Shape;1364;p61"/>
            <p:cNvSpPr/>
            <p:nvPr/>
          </p:nvSpPr>
          <p:spPr>
            <a:xfrm>
              <a:off x="1506370" y="1515923"/>
              <a:ext cx="295033" cy="412121"/>
            </a:xfrm>
            <a:custGeom>
              <a:avLst/>
              <a:gdLst/>
              <a:ahLst/>
              <a:cxnLst/>
              <a:rect l="l" t="t" r="r" b="b"/>
              <a:pathLst>
                <a:path w="9948" h="13896" extrusionOk="0">
                  <a:moveTo>
                    <a:pt x="3382" y="1"/>
                  </a:moveTo>
                  <a:cubicBezTo>
                    <a:pt x="3350" y="1"/>
                    <a:pt x="3318" y="2"/>
                    <a:pt x="3286" y="4"/>
                  </a:cubicBezTo>
                  <a:cubicBezTo>
                    <a:pt x="1671" y="94"/>
                    <a:pt x="683" y="2335"/>
                    <a:pt x="683" y="2335"/>
                  </a:cubicBezTo>
                  <a:cubicBezTo>
                    <a:pt x="683" y="2335"/>
                    <a:pt x="273" y="2903"/>
                    <a:pt x="353" y="3823"/>
                  </a:cubicBezTo>
                  <a:cubicBezTo>
                    <a:pt x="443" y="4756"/>
                    <a:pt x="1251" y="4995"/>
                    <a:pt x="1524" y="5495"/>
                  </a:cubicBezTo>
                  <a:cubicBezTo>
                    <a:pt x="1785" y="6006"/>
                    <a:pt x="774" y="6097"/>
                    <a:pt x="443" y="6961"/>
                  </a:cubicBezTo>
                  <a:cubicBezTo>
                    <a:pt x="114" y="7825"/>
                    <a:pt x="1" y="11031"/>
                    <a:pt x="1307" y="11748"/>
                  </a:cubicBezTo>
                  <a:cubicBezTo>
                    <a:pt x="2626" y="12463"/>
                    <a:pt x="6082" y="13896"/>
                    <a:pt x="6958" y="13896"/>
                  </a:cubicBezTo>
                  <a:cubicBezTo>
                    <a:pt x="7822" y="13896"/>
                    <a:pt x="9050" y="13476"/>
                    <a:pt x="9505" y="12816"/>
                  </a:cubicBezTo>
                  <a:cubicBezTo>
                    <a:pt x="9947" y="12168"/>
                    <a:pt x="9174" y="11395"/>
                    <a:pt x="8811" y="10963"/>
                  </a:cubicBezTo>
                  <a:cubicBezTo>
                    <a:pt x="8447" y="10543"/>
                    <a:pt x="9470" y="9951"/>
                    <a:pt x="9584" y="8610"/>
                  </a:cubicBezTo>
                  <a:cubicBezTo>
                    <a:pt x="9709" y="7268"/>
                    <a:pt x="8004" y="6279"/>
                    <a:pt x="7890" y="5892"/>
                  </a:cubicBezTo>
                  <a:cubicBezTo>
                    <a:pt x="7765" y="5506"/>
                    <a:pt x="8515" y="4778"/>
                    <a:pt x="7947" y="3471"/>
                  </a:cubicBezTo>
                  <a:cubicBezTo>
                    <a:pt x="7389" y="2179"/>
                    <a:pt x="4997" y="1"/>
                    <a:pt x="33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61"/>
            <p:cNvSpPr/>
            <p:nvPr/>
          </p:nvSpPr>
          <p:spPr>
            <a:xfrm>
              <a:off x="1504679" y="1514559"/>
              <a:ext cx="297405" cy="414849"/>
            </a:xfrm>
            <a:custGeom>
              <a:avLst/>
              <a:gdLst/>
              <a:ahLst/>
              <a:cxnLst/>
              <a:rect l="l" t="t" r="r" b="b"/>
              <a:pathLst>
                <a:path w="10028" h="13988" extrusionOk="0">
                  <a:moveTo>
                    <a:pt x="3434" y="95"/>
                  </a:moveTo>
                  <a:cubicBezTo>
                    <a:pt x="4980" y="95"/>
                    <a:pt x="7402" y="2232"/>
                    <a:pt x="7958" y="3540"/>
                  </a:cubicBezTo>
                  <a:cubicBezTo>
                    <a:pt x="8322" y="4392"/>
                    <a:pt x="8129" y="4983"/>
                    <a:pt x="7981" y="5415"/>
                  </a:cubicBezTo>
                  <a:cubicBezTo>
                    <a:pt x="7913" y="5632"/>
                    <a:pt x="7856" y="5814"/>
                    <a:pt x="7890" y="5950"/>
                  </a:cubicBezTo>
                  <a:cubicBezTo>
                    <a:pt x="7935" y="6087"/>
                    <a:pt x="8117" y="6246"/>
                    <a:pt x="8357" y="6484"/>
                  </a:cubicBezTo>
                  <a:cubicBezTo>
                    <a:pt x="8879" y="6984"/>
                    <a:pt x="9675" y="7735"/>
                    <a:pt x="9595" y="8656"/>
                  </a:cubicBezTo>
                  <a:cubicBezTo>
                    <a:pt x="9539" y="9338"/>
                    <a:pt x="9231" y="9826"/>
                    <a:pt x="9016" y="10190"/>
                  </a:cubicBezTo>
                  <a:cubicBezTo>
                    <a:pt x="8799" y="10554"/>
                    <a:pt x="8629" y="10816"/>
                    <a:pt x="8834" y="11043"/>
                  </a:cubicBezTo>
                  <a:cubicBezTo>
                    <a:pt x="8868" y="11077"/>
                    <a:pt x="8902" y="11122"/>
                    <a:pt x="8936" y="11168"/>
                  </a:cubicBezTo>
                  <a:cubicBezTo>
                    <a:pt x="9322" y="11600"/>
                    <a:pt x="9903" y="12271"/>
                    <a:pt x="9516" y="12839"/>
                  </a:cubicBezTo>
                  <a:cubicBezTo>
                    <a:pt x="9072" y="13487"/>
                    <a:pt x="7867" y="13885"/>
                    <a:pt x="7015" y="13885"/>
                  </a:cubicBezTo>
                  <a:cubicBezTo>
                    <a:pt x="6185" y="13885"/>
                    <a:pt x="2763" y="12498"/>
                    <a:pt x="1387" y="11748"/>
                  </a:cubicBezTo>
                  <a:cubicBezTo>
                    <a:pt x="114" y="11054"/>
                    <a:pt x="228" y="7883"/>
                    <a:pt x="546" y="7030"/>
                  </a:cubicBezTo>
                  <a:cubicBezTo>
                    <a:pt x="705" y="6620"/>
                    <a:pt x="1012" y="6393"/>
                    <a:pt x="1263" y="6200"/>
                  </a:cubicBezTo>
                  <a:cubicBezTo>
                    <a:pt x="1535" y="5996"/>
                    <a:pt x="1774" y="5825"/>
                    <a:pt x="1615" y="5518"/>
                  </a:cubicBezTo>
                  <a:cubicBezTo>
                    <a:pt x="1513" y="5336"/>
                    <a:pt x="1342" y="5177"/>
                    <a:pt x="1172" y="5018"/>
                  </a:cubicBezTo>
                  <a:cubicBezTo>
                    <a:pt x="842" y="4733"/>
                    <a:pt x="512" y="4438"/>
                    <a:pt x="467" y="3869"/>
                  </a:cubicBezTo>
                  <a:cubicBezTo>
                    <a:pt x="376" y="2972"/>
                    <a:pt x="773" y="2414"/>
                    <a:pt x="785" y="2414"/>
                  </a:cubicBezTo>
                  <a:lnTo>
                    <a:pt x="785" y="2403"/>
                  </a:lnTo>
                  <a:cubicBezTo>
                    <a:pt x="796" y="2381"/>
                    <a:pt x="1786" y="186"/>
                    <a:pt x="3343" y="95"/>
                  </a:cubicBezTo>
                  <a:close/>
                  <a:moveTo>
                    <a:pt x="3446" y="1"/>
                  </a:moveTo>
                  <a:cubicBezTo>
                    <a:pt x="3411" y="1"/>
                    <a:pt x="3377" y="2"/>
                    <a:pt x="3343" y="4"/>
                  </a:cubicBezTo>
                  <a:cubicBezTo>
                    <a:pt x="2660" y="39"/>
                    <a:pt x="1990" y="459"/>
                    <a:pt x="1399" y="1221"/>
                  </a:cubicBezTo>
                  <a:cubicBezTo>
                    <a:pt x="978" y="1767"/>
                    <a:pt x="728" y="2300"/>
                    <a:pt x="705" y="2358"/>
                  </a:cubicBezTo>
                  <a:cubicBezTo>
                    <a:pt x="660" y="2414"/>
                    <a:pt x="285" y="2972"/>
                    <a:pt x="364" y="3881"/>
                  </a:cubicBezTo>
                  <a:cubicBezTo>
                    <a:pt x="421" y="4495"/>
                    <a:pt x="785" y="4813"/>
                    <a:pt x="1103" y="5097"/>
                  </a:cubicBezTo>
                  <a:cubicBezTo>
                    <a:pt x="1274" y="5245"/>
                    <a:pt x="1444" y="5393"/>
                    <a:pt x="1535" y="5564"/>
                  </a:cubicBezTo>
                  <a:cubicBezTo>
                    <a:pt x="1649" y="5779"/>
                    <a:pt x="1501" y="5905"/>
                    <a:pt x="1205" y="6120"/>
                  </a:cubicBezTo>
                  <a:cubicBezTo>
                    <a:pt x="944" y="6314"/>
                    <a:pt x="614" y="6564"/>
                    <a:pt x="455" y="6996"/>
                  </a:cubicBezTo>
                  <a:cubicBezTo>
                    <a:pt x="114" y="7894"/>
                    <a:pt x="0" y="11100"/>
                    <a:pt x="1342" y="11827"/>
                  </a:cubicBezTo>
                  <a:cubicBezTo>
                    <a:pt x="2615" y="12521"/>
                    <a:pt x="6106" y="13987"/>
                    <a:pt x="7015" y="13987"/>
                  </a:cubicBezTo>
                  <a:cubicBezTo>
                    <a:pt x="7902" y="13987"/>
                    <a:pt x="9140" y="13567"/>
                    <a:pt x="9595" y="12896"/>
                  </a:cubicBezTo>
                  <a:cubicBezTo>
                    <a:pt x="10027" y="12259"/>
                    <a:pt x="9391" y="11532"/>
                    <a:pt x="9004" y="11100"/>
                  </a:cubicBezTo>
                  <a:cubicBezTo>
                    <a:pt x="8970" y="11054"/>
                    <a:pt x="8936" y="11021"/>
                    <a:pt x="8902" y="10986"/>
                  </a:cubicBezTo>
                  <a:cubicBezTo>
                    <a:pt x="8766" y="10816"/>
                    <a:pt x="8868" y="10611"/>
                    <a:pt x="9095" y="10236"/>
                  </a:cubicBezTo>
                  <a:cubicBezTo>
                    <a:pt x="9322" y="9872"/>
                    <a:pt x="9630" y="9361"/>
                    <a:pt x="9698" y="8656"/>
                  </a:cubicBezTo>
                  <a:cubicBezTo>
                    <a:pt x="9777" y="7701"/>
                    <a:pt x="8959" y="6928"/>
                    <a:pt x="8425" y="6416"/>
                  </a:cubicBezTo>
                  <a:cubicBezTo>
                    <a:pt x="8208" y="6200"/>
                    <a:pt x="8015" y="6029"/>
                    <a:pt x="7993" y="5927"/>
                  </a:cubicBezTo>
                  <a:cubicBezTo>
                    <a:pt x="7947" y="5814"/>
                    <a:pt x="8004" y="5655"/>
                    <a:pt x="8072" y="5450"/>
                  </a:cubicBezTo>
                  <a:cubicBezTo>
                    <a:pt x="8220" y="5029"/>
                    <a:pt x="8436" y="4392"/>
                    <a:pt x="8049" y="3495"/>
                  </a:cubicBezTo>
                  <a:cubicBezTo>
                    <a:pt x="7754" y="2835"/>
                    <a:pt x="6992" y="1937"/>
                    <a:pt x="6094" y="1221"/>
                  </a:cubicBezTo>
                  <a:cubicBezTo>
                    <a:pt x="5118" y="441"/>
                    <a:pt x="4164" y="1"/>
                    <a:pt x="34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61"/>
            <p:cNvSpPr/>
            <p:nvPr/>
          </p:nvSpPr>
          <p:spPr>
            <a:xfrm>
              <a:off x="1744045" y="2015681"/>
              <a:ext cx="42203" cy="95556"/>
            </a:xfrm>
            <a:custGeom>
              <a:avLst/>
              <a:gdLst/>
              <a:ahLst/>
              <a:cxnLst/>
              <a:rect l="l" t="t" r="r" b="b"/>
              <a:pathLst>
                <a:path w="1423" h="3222" extrusionOk="0">
                  <a:moveTo>
                    <a:pt x="877" y="1"/>
                  </a:moveTo>
                  <a:lnTo>
                    <a:pt x="240" y="103"/>
                  </a:lnTo>
                  <a:cubicBezTo>
                    <a:pt x="240" y="103"/>
                    <a:pt x="217" y="422"/>
                    <a:pt x="217" y="705"/>
                  </a:cubicBezTo>
                  <a:cubicBezTo>
                    <a:pt x="217" y="990"/>
                    <a:pt x="13" y="1569"/>
                    <a:pt x="58" y="1945"/>
                  </a:cubicBezTo>
                  <a:cubicBezTo>
                    <a:pt x="104" y="2252"/>
                    <a:pt x="172" y="2559"/>
                    <a:pt x="274" y="2865"/>
                  </a:cubicBezTo>
                  <a:lnTo>
                    <a:pt x="160" y="2865"/>
                  </a:lnTo>
                  <a:cubicBezTo>
                    <a:pt x="104" y="2865"/>
                    <a:pt x="1" y="2911"/>
                    <a:pt x="92" y="3070"/>
                  </a:cubicBezTo>
                  <a:cubicBezTo>
                    <a:pt x="150" y="3164"/>
                    <a:pt x="230" y="3221"/>
                    <a:pt x="320" y="3221"/>
                  </a:cubicBezTo>
                  <a:cubicBezTo>
                    <a:pt x="371" y="3221"/>
                    <a:pt x="425" y="3202"/>
                    <a:pt x="478" y="3161"/>
                  </a:cubicBezTo>
                  <a:cubicBezTo>
                    <a:pt x="637" y="3047"/>
                    <a:pt x="899" y="2774"/>
                    <a:pt x="1138" y="2547"/>
                  </a:cubicBezTo>
                  <a:cubicBezTo>
                    <a:pt x="1388" y="2320"/>
                    <a:pt x="1422" y="2138"/>
                    <a:pt x="1286" y="1740"/>
                  </a:cubicBezTo>
                  <a:cubicBezTo>
                    <a:pt x="1160" y="1342"/>
                    <a:pt x="877"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61"/>
            <p:cNvSpPr/>
            <p:nvPr/>
          </p:nvSpPr>
          <p:spPr>
            <a:xfrm>
              <a:off x="1743392" y="2014021"/>
              <a:ext cx="44516" cy="98789"/>
            </a:xfrm>
            <a:custGeom>
              <a:avLst/>
              <a:gdLst/>
              <a:ahLst/>
              <a:cxnLst/>
              <a:rect l="l" t="t" r="r" b="b"/>
              <a:pathLst>
                <a:path w="1501" h="3331" extrusionOk="0">
                  <a:moveTo>
                    <a:pt x="864" y="102"/>
                  </a:moveTo>
                  <a:cubicBezTo>
                    <a:pt x="910" y="352"/>
                    <a:pt x="1149" y="1455"/>
                    <a:pt x="1262" y="1807"/>
                  </a:cubicBezTo>
                  <a:cubicBezTo>
                    <a:pt x="1387" y="2183"/>
                    <a:pt x="1364" y="2353"/>
                    <a:pt x="1126" y="2569"/>
                  </a:cubicBezTo>
                  <a:cubicBezTo>
                    <a:pt x="1023" y="2660"/>
                    <a:pt x="921" y="2762"/>
                    <a:pt x="819" y="2865"/>
                  </a:cubicBezTo>
                  <a:cubicBezTo>
                    <a:pt x="694" y="2990"/>
                    <a:pt x="558" y="3115"/>
                    <a:pt x="478" y="3183"/>
                  </a:cubicBezTo>
                  <a:cubicBezTo>
                    <a:pt x="434" y="3218"/>
                    <a:pt x="391" y="3233"/>
                    <a:pt x="352" y="3233"/>
                  </a:cubicBezTo>
                  <a:cubicBezTo>
                    <a:pt x="340" y="3233"/>
                    <a:pt x="329" y="3231"/>
                    <a:pt x="318" y="3229"/>
                  </a:cubicBezTo>
                  <a:cubicBezTo>
                    <a:pt x="250" y="3217"/>
                    <a:pt x="194" y="3172"/>
                    <a:pt x="148" y="3103"/>
                  </a:cubicBezTo>
                  <a:cubicBezTo>
                    <a:pt x="126" y="3058"/>
                    <a:pt x="114" y="3024"/>
                    <a:pt x="126" y="3001"/>
                  </a:cubicBezTo>
                  <a:cubicBezTo>
                    <a:pt x="137" y="2979"/>
                    <a:pt x="171" y="2967"/>
                    <a:pt x="182" y="2967"/>
                  </a:cubicBezTo>
                  <a:lnTo>
                    <a:pt x="296" y="2967"/>
                  </a:lnTo>
                  <a:cubicBezTo>
                    <a:pt x="318" y="2967"/>
                    <a:pt x="330" y="2956"/>
                    <a:pt x="341" y="2944"/>
                  </a:cubicBezTo>
                  <a:cubicBezTo>
                    <a:pt x="353" y="2933"/>
                    <a:pt x="353" y="2921"/>
                    <a:pt x="341" y="2899"/>
                  </a:cubicBezTo>
                  <a:cubicBezTo>
                    <a:pt x="239" y="2603"/>
                    <a:pt x="171" y="2297"/>
                    <a:pt x="126" y="1989"/>
                  </a:cubicBezTo>
                  <a:cubicBezTo>
                    <a:pt x="103" y="1785"/>
                    <a:pt x="159" y="1501"/>
                    <a:pt x="217" y="1239"/>
                  </a:cubicBezTo>
                  <a:cubicBezTo>
                    <a:pt x="250" y="1057"/>
                    <a:pt x="296" y="887"/>
                    <a:pt x="296" y="761"/>
                  </a:cubicBezTo>
                  <a:cubicBezTo>
                    <a:pt x="296" y="546"/>
                    <a:pt x="308" y="296"/>
                    <a:pt x="308" y="205"/>
                  </a:cubicBezTo>
                  <a:lnTo>
                    <a:pt x="864" y="102"/>
                  </a:lnTo>
                  <a:close/>
                  <a:moveTo>
                    <a:pt x="887" y="0"/>
                  </a:moveTo>
                  <a:lnTo>
                    <a:pt x="250" y="114"/>
                  </a:lnTo>
                  <a:cubicBezTo>
                    <a:pt x="227" y="114"/>
                    <a:pt x="217" y="137"/>
                    <a:pt x="217" y="159"/>
                  </a:cubicBezTo>
                  <a:cubicBezTo>
                    <a:pt x="217" y="159"/>
                    <a:pt x="194" y="478"/>
                    <a:pt x="194" y="761"/>
                  </a:cubicBezTo>
                  <a:cubicBezTo>
                    <a:pt x="194" y="875"/>
                    <a:pt x="159" y="1046"/>
                    <a:pt x="126" y="1228"/>
                  </a:cubicBezTo>
                  <a:cubicBezTo>
                    <a:pt x="68" y="1478"/>
                    <a:pt x="0" y="1774"/>
                    <a:pt x="23" y="2012"/>
                  </a:cubicBezTo>
                  <a:cubicBezTo>
                    <a:pt x="68" y="2297"/>
                    <a:pt x="137" y="2592"/>
                    <a:pt x="227" y="2876"/>
                  </a:cubicBezTo>
                  <a:lnTo>
                    <a:pt x="182" y="2876"/>
                  </a:lnTo>
                  <a:cubicBezTo>
                    <a:pt x="137" y="2876"/>
                    <a:pt x="80" y="2899"/>
                    <a:pt x="46" y="2956"/>
                  </a:cubicBezTo>
                  <a:cubicBezTo>
                    <a:pt x="23" y="2990"/>
                    <a:pt x="12" y="3058"/>
                    <a:pt x="68" y="3149"/>
                  </a:cubicBezTo>
                  <a:cubicBezTo>
                    <a:pt x="126" y="3252"/>
                    <a:pt x="205" y="3308"/>
                    <a:pt x="296" y="3331"/>
                  </a:cubicBezTo>
                  <a:lnTo>
                    <a:pt x="341" y="3331"/>
                  </a:lnTo>
                  <a:cubicBezTo>
                    <a:pt x="409" y="3331"/>
                    <a:pt x="478" y="3308"/>
                    <a:pt x="535" y="3262"/>
                  </a:cubicBezTo>
                  <a:cubicBezTo>
                    <a:pt x="626" y="3194"/>
                    <a:pt x="750" y="3070"/>
                    <a:pt x="887" y="2933"/>
                  </a:cubicBezTo>
                  <a:cubicBezTo>
                    <a:pt x="990" y="2830"/>
                    <a:pt x="1091" y="2729"/>
                    <a:pt x="1194" y="2638"/>
                  </a:cubicBezTo>
                  <a:cubicBezTo>
                    <a:pt x="1455" y="2398"/>
                    <a:pt x="1501" y="2194"/>
                    <a:pt x="1364" y="1785"/>
                  </a:cubicBezTo>
                  <a:cubicBezTo>
                    <a:pt x="1228" y="1398"/>
                    <a:pt x="955" y="57"/>
                    <a:pt x="944" y="46"/>
                  </a:cubicBezTo>
                  <a:cubicBezTo>
                    <a:pt x="944" y="11"/>
                    <a:pt x="921" y="0"/>
                    <a:pt x="8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61"/>
            <p:cNvSpPr/>
            <p:nvPr/>
          </p:nvSpPr>
          <p:spPr>
            <a:xfrm>
              <a:off x="1750481" y="2066248"/>
              <a:ext cx="11477" cy="38140"/>
            </a:xfrm>
            <a:custGeom>
              <a:avLst/>
              <a:gdLst/>
              <a:ahLst/>
              <a:cxnLst/>
              <a:rect l="l" t="t" r="r" b="b"/>
              <a:pathLst>
                <a:path w="387" h="1286" extrusionOk="0">
                  <a:moveTo>
                    <a:pt x="341" y="1"/>
                  </a:moveTo>
                  <a:cubicBezTo>
                    <a:pt x="307" y="13"/>
                    <a:pt x="296" y="24"/>
                    <a:pt x="296" y="58"/>
                  </a:cubicBezTo>
                  <a:cubicBezTo>
                    <a:pt x="296" y="58"/>
                    <a:pt x="273" y="728"/>
                    <a:pt x="250" y="899"/>
                  </a:cubicBezTo>
                  <a:cubicBezTo>
                    <a:pt x="228" y="1115"/>
                    <a:pt x="193" y="1172"/>
                    <a:pt x="170" y="1183"/>
                  </a:cubicBezTo>
                  <a:cubicBezTo>
                    <a:pt x="159" y="1183"/>
                    <a:pt x="137" y="1172"/>
                    <a:pt x="91" y="1127"/>
                  </a:cubicBezTo>
                  <a:cubicBezTo>
                    <a:pt x="85" y="1115"/>
                    <a:pt x="74" y="1110"/>
                    <a:pt x="61" y="1110"/>
                  </a:cubicBezTo>
                  <a:cubicBezTo>
                    <a:pt x="48" y="1110"/>
                    <a:pt x="34" y="1115"/>
                    <a:pt x="23" y="1127"/>
                  </a:cubicBezTo>
                  <a:cubicBezTo>
                    <a:pt x="0" y="1150"/>
                    <a:pt x="0" y="1172"/>
                    <a:pt x="23" y="1195"/>
                  </a:cubicBezTo>
                  <a:cubicBezTo>
                    <a:pt x="46" y="1218"/>
                    <a:pt x="102" y="1286"/>
                    <a:pt x="170" y="1286"/>
                  </a:cubicBezTo>
                  <a:cubicBezTo>
                    <a:pt x="182" y="1286"/>
                    <a:pt x="193" y="1274"/>
                    <a:pt x="205" y="1274"/>
                  </a:cubicBezTo>
                  <a:cubicBezTo>
                    <a:pt x="307" y="1240"/>
                    <a:pt x="330" y="1069"/>
                    <a:pt x="352" y="899"/>
                  </a:cubicBezTo>
                  <a:cubicBezTo>
                    <a:pt x="364" y="740"/>
                    <a:pt x="387" y="81"/>
                    <a:pt x="387" y="58"/>
                  </a:cubicBezTo>
                  <a:cubicBezTo>
                    <a:pt x="387" y="24"/>
                    <a:pt x="364" y="1"/>
                    <a:pt x="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61"/>
            <p:cNvSpPr/>
            <p:nvPr/>
          </p:nvSpPr>
          <p:spPr>
            <a:xfrm>
              <a:off x="1686747" y="1760805"/>
              <a:ext cx="100183" cy="270476"/>
            </a:xfrm>
            <a:custGeom>
              <a:avLst/>
              <a:gdLst/>
              <a:ahLst/>
              <a:cxnLst/>
              <a:rect l="l" t="t" r="r" b="b"/>
              <a:pathLst>
                <a:path w="3378" h="9120" extrusionOk="0">
                  <a:moveTo>
                    <a:pt x="1535" y="0"/>
                  </a:moveTo>
                  <a:lnTo>
                    <a:pt x="91" y="398"/>
                  </a:lnTo>
                  <a:cubicBezTo>
                    <a:pt x="91" y="398"/>
                    <a:pt x="0" y="3127"/>
                    <a:pt x="182" y="4888"/>
                  </a:cubicBezTo>
                  <a:cubicBezTo>
                    <a:pt x="364" y="6651"/>
                    <a:pt x="910" y="9118"/>
                    <a:pt x="910" y="9118"/>
                  </a:cubicBezTo>
                  <a:cubicBezTo>
                    <a:pt x="961" y="9119"/>
                    <a:pt x="1013" y="9120"/>
                    <a:pt x="1065" y="9120"/>
                  </a:cubicBezTo>
                  <a:cubicBezTo>
                    <a:pt x="1411" y="9120"/>
                    <a:pt x="1757" y="9086"/>
                    <a:pt x="2104" y="9027"/>
                  </a:cubicBezTo>
                  <a:cubicBezTo>
                    <a:pt x="2740" y="8902"/>
                    <a:pt x="3377" y="8504"/>
                    <a:pt x="3377" y="8504"/>
                  </a:cubicBezTo>
                  <a:cubicBezTo>
                    <a:pt x="3377" y="8504"/>
                    <a:pt x="2308" y="5833"/>
                    <a:pt x="1945" y="4525"/>
                  </a:cubicBezTo>
                  <a:cubicBezTo>
                    <a:pt x="1626" y="3377"/>
                    <a:pt x="1546" y="717"/>
                    <a:pt x="1535" y="126"/>
                  </a:cubicBezTo>
                  <a:lnTo>
                    <a:pt x="15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61"/>
            <p:cNvSpPr/>
            <p:nvPr/>
          </p:nvSpPr>
          <p:spPr>
            <a:xfrm>
              <a:off x="1717768" y="1762822"/>
              <a:ext cx="50269" cy="261668"/>
            </a:xfrm>
            <a:custGeom>
              <a:avLst/>
              <a:gdLst/>
              <a:ahLst/>
              <a:cxnLst/>
              <a:rect l="l" t="t" r="r" b="b"/>
              <a:pathLst>
                <a:path w="1695" h="8823" extrusionOk="0">
                  <a:moveTo>
                    <a:pt x="227" y="0"/>
                  </a:moveTo>
                  <a:lnTo>
                    <a:pt x="46" y="58"/>
                  </a:lnTo>
                  <a:cubicBezTo>
                    <a:pt x="0" y="1251"/>
                    <a:pt x="12" y="4991"/>
                    <a:pt x="1523" y="8822"/>
                  </a:cubicBezTo>
                  <a:lnTo>
                    <a:pt x="1694" y="8754"/>
                  </a:lnTo>
                  <a:cubicBezTo>
                    <a:pt x="171" y="4889"/>
                    <a:pt x="182" y="1114"/>
                    <a:pt x="2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61"/>
            <p:cNvSpPr/>
            <p:nvPr/>
          </p:nvSpPr>
          <p:spPr>
            <a:xfrm>
              <a:off x="1701575" y="1767893"/>
              <a:ext cx="38466" cy="262647"/>
            </a:xfrm>
            <a:custGeom>
              <a:avLst/>
              <a:gdLst/>
              <a:ahLst/>
              <a:cxnLst/>
              <a:rect l="l" t="t" r="r" b="b"/>
              <a:pathLst>
                <a:path w="1297" h="8856" extrusionOk="0">
                  <a:moveTo>
                    <a:pt x="171" y="0"/>
                  </a:moveTo>
                  <a:lnTo>
                    <a:pt x="0" y="46"/>
                  </a:lnTo>
                  <a:cubicBezTo>
                    <a:pt x="46" y="1387"/>
                    <a:pt x="273" y="5968"/>
                    <a:pt x="1115" y="8856"/>
                  </a:cubicBezTo>
                  <a:lnTo>
                    <a:pt x="1296" y="8833"/>
                  </a:lnTo>
                  <a:cubicBezTo>
                    <a:pt x="455" y="5945"/>
                    <a:pt x="228" y="1284"/>
                    <a:pt x="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61"/>
            <p:cNvSpPr/>
            <p:nvPr/>
          </p:nvSpPr>
          <p:spPr>
            <a:xfrm>
              <a:off x="1685382" y="1759114"/>
              <a:ext cx="103208" cy="273472"/>
            </a:xfrm>
            <a:custGeom>
              <a:avLst/>
              <a:gdLst/>
              <a:ahLst/>
              <a:cxnLst/>
              <a:rect l="l" t="t" r="r" b="b"/>
              <a:pathLst>
                <a:path w="3480" h="9221" extrusionOk="0">
                  <a:moveTo>
                    <a:pt x="1524" y="125"/>
                  </a:moveTo>
                  <a:lnTo>
                    <a:pt x="1524" y="183"/>
                  </a:lnTo>
                  <a:cubicBezTo>
                    <a:pt x="1536" y="716"/>
                    <a:pt x="1615" y="3422"/>
                    <a:pt x="1945" y="4593"/>
                  </a:cubicBezTo>
                  <a:cubicBezTo>
                    <a:pt x="2286" y="5809"/>
                    <a:pt x="3229" y="8209"/>
                    <a:pt x="3355" y="8538"/>
                  </a:cubicBezTo>
                  <a:cubicBezTo>
                    <a:pt x="3218" y="8629"/>
                    <a:pt x="2673" y="8924"/>
                    <a:pt x="2138" y="9027"/>
                  </a:cubicBezTo>
                  <a:cubicBezTo>
                    <a:pt x="1763" y="9106"/>
                    <a:pt x="1377" y="9129"/>
                    <a:pt x="1001" y="9129"/>
                  </a:cubicBezTo>
                  <a:cubicBezTo>
                    <a:pt x="933" y="8811"/>
                    <a:pt x="445" y="6560"/>
                    <a:pt x="274" y="4945"/>
                  </a:cubicBezTo>
                  <a:cubicBezTo>
                    <a:pt x="114" y="3308"/>
                    <a:pt x="172" y="819"/>
                    <a:pt x="183" y="489"/>
                  </a:cubicBezTo>
                  <a:lnTo>
                    <a:pt x="1524" y="125"/>
                  </a:lnTo>
                  <a:close/>
                  <a:moveTo>
                    <a:pt x="1627" y="1"/>
                  </a:moveTo>
                  <a:lnTo>
                    <a:pt x="92" y="421"/>
                  </a:lnTo>
                  <a:lnTo>
                    <a:pt x="92" y="455"/>
                  </a:lnTo>
                  <a:cubicBezTo>
                    <a:pt x="92" y="478"/>
                    <a:pt x="1" y="3207"/>
                    <a:pt x="183" y="4957"/>
                  </a:cubicBezTo>
                  <a:cubicBezTo>
                    <a:pt x="365" y="6696"/>
                    <a:pt x="910" y="9152"/>
                    <a:pt x="910" y="9186"/>
                  </a:cubicBezTo>
                  <a:lnTo>
                    <a:pt x="922" y="9220"/>
                  </a:lnTo>
                  <a:lnTo>
                    <a:pt x="1138" y="9220"/>
                  </a:lnTo>
                  <a:cubicBezTo>
                    <a:pt x="1479" y="9220"/>
                    <a:pt x="1820" y="9186"/>
                    <a:pt x="2150" y="9129"/>
                  </a:cubicBezTo>
                  <a:cubicBezTo>
                    <a:pt x="2797" y="9004"/>
                    <a:pt x="3423" y="8618"/>
                    <a:pt x="3446" y="8606"/>
                  </a:cubicBezTo>
                  <a:lnTo>
                    <a:pt x="3479" y="8583"/>
                  </a:lnTo>
                  <a:lnTo>
                    <a:pt x="3469" y="8550"/>
                  </a:lnTo>
                  <a:cubicBezTo>
                    <a:pt x="3457" y="8515"/>
                    <a:pt x="2400" y="5855"/>
                    <a:pt x="2036" y="4571"/>
                  </a:cubicBezTo>
                  <a:cubicBezTo>
                    <a:pt x="1718" y="3411"/>
                    <a:pt x="1638" y="705"/>
                    <a:pt x="1627" y="183"/>
                  </a:cubicBezTo>
                  <a:lnTo>
                    <a:pt x="16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61"/>
            <p:cNvSpPr/>
            <p:nvPr/>
          </p:nvSpPr>
          <p:spPr>
            <a:xfrm>
              <a:off x="1626394" y="2113818"/>
              <a:ext cx="187821" cy="437448"/>
            </a:xfrm>
            <a:custGeom>
              <a:avLst/>
              <a:gdLst/>
              <a:ahLst/>
              <a:cxnLst/>
              <a:rect l="l" t="t" r="r" b="b"/>
              <a:pathLst>
                <a:path w="6333" h="14750" extrusionOk="0">
                  <a:moveTo>
                    <a:pt x="2979" y="0"/>
                  </a:moveTo>
                  <a:lnTo>
                    <a:pt x="1" y="887"/>
                  </a:lnTo>
                  <a:cubicBezTo>
                    <a:pt x="1" y="887"/>
                    <a:pt x="1580" y="5536"/>
                    <a:pt x="1694" y="5844"/>
                  </a:cubicBezTo>
                  <a:cubicBezTo>
                    <a:pt x="1820" y="6139"/>
                    <a:pt x="1785" y="6810"/>
                    <a:pt x="1967" y="7537"/>
                  </a:cubicBezTo>
                  <a:cubicBezTo>
                    <a:pt x="2149" y="8265"/>
                    <a:pt x="3639" y="11766"/>
                    <a:pt x="3672" y="12062"/>
                  </a:cubicBezTo>
                  <a:cubicBezTo>
                    <a:pt x="3707" y="12369"/>
                    <a:pt x="3763" y="12824"/>
                    <a:pt x="3945" y="13165"/>
                  </a:cubicBezTo>
                  <a:cubicBezTo>
                    <a:pt x="4127" y="13494"/>
                    <a:pt x="4036" y="13676"/>
                    <a:pt x="4730" y="14279"/>
                  </a:cubicBezTo>
                  <a:cubicBezTo>
                    <a:pt x="5081" y="14585"/>
                    <a:pt x="5491" y="14749"/>
                    <a:pt x="5803" y="14749"/>
                  </a:cubicBezTo>
                  <a:cubicBezTo>
                    <a:pt x="6118" y="14749"/>
                    <a:pt x="6333" y="14582"/>
                    <a:pt x="6287" y="14222"/>
                  </a:cubicBezTo>
                  <a:cubicBezTo>
                    <a:pt x="6173" y="13370"/>
                    <a:pt x="4832" y="12460"/>
                    <a:pt x="4832" y="12460"/>
                  </a:cubicBezTo>
                  <a:cubicBezTo>
                    <a:pt x="4832" y="12460"/>
                    <a:pt x="4503" y="8810"/>
                    <a:pt x="4343" y="7810"/>
                  </a:cubicBezTo>
                  <a:cubicBezTo>
                    <a:pt x="4195" y="6810"/>
                    <a:pt x="3922" y="6321"/>
                    <a:pt x="3798" y="5991"/>
                  </a:cubicBezTo>
                  <a:cubicBezTo>
                    <a:pt x="3684" y="5650"/>
                    <a:pt x="2979" y="0"/>
                    <a:pt x="29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61"/>
            <p:cNvSpPr/>
            <p:nvPr/>
          </p:nvSpPr>
          <p:spPr>
            <a:xfrm>
              <a:off x="1625059" y="2112454"/>
              <a:ext cx="190194" cy="440384"/>
            </a:xfrm>
            <a:custGeom>
              <a:avLst/>
              <a:gdLst/>
              <a:ahLst/>
              <a:cxnLst/>
              <a:rect l="l" t="t" r="r" b="b"/>
              <a:pathLst>
                <a:path w="6413" h="14849" extrusionOk="0">
                  <a:moveTo>
                    <a:pt x="2979" y="114"/>
                  </a:moveTo>
                  <a:cubicBezTo>
                    <a:pt x="3058" y="739"/>
                    <a:pt x="3684" y="5731"/>
                    <a:pt x="3797" y="6049"/>
                  </a:cubicBezTo>
                  <a:cubicBezTo>
                    <a:pt x="3831" y="6117"/>
                    <a:pt x="3854" y="6196"/>
                    <a:pt x="3888" y="6276"/>
                  </a:cubicBezTo>
                  <a:cubicBezTo>
                    <a:pt x="4036" y="6617"/>
                    <a:pt x="4229" y="7072"/>
                    <a:pt x="4343" y="7868"/>
                  </a:cubicBezTo>
                  <a:cubicBezTo>
                    <a:pt x="4490" y="8856"/>
                    <a:pt x="4820" y="12472"/>
                    <a:pt x="4831" y="12517"/>
                  </a:cubicBezTo>
                  <a:cubicBezTo>
                    <a:pt x="4831" y="12529"/>
                    <a:pt x="4843" y="12540"/>
                    <a:pt x="4854" y="12552"/>
                  </a:cubicBezTo>
                  <a:cubicBezTo>
                    <a:pt x="4866" y="12552"/>
                    <a:pt x="6173" y="13461"/>
                    <a:pt x="6287" y="14280"/>
                  </a:cubicBezTo>
                  <a:cubicBezTo>
                    <a:pt x="6309" y="14472"/>
                    <a:pt x="6253" y="14609"/>
                    <a:pt x="6116" y="14689"/>
                  </a:cubicBezTo>
                  <a:cubicBezTo>
                    <a:pt x="6042" y="14729"/>
                    <a:pt x="5950" y="14748"/>
                    <a:pt x="5847" y="14748"/>
                  </a:cubicBezTo>
                  <a:cubicBezTo>
                    <a:pt x="5542" y="14748"/>
                    <a:pt x="5141" y="14580"/>
                    <a:pt x="4809" y="14291"/>
                  </a:cubicBezTo>
                  <a:cubicBezTo>
                    <a:pt x="4298" y="13848"/>
                    <a:pt x="4217" y="13643"/>
                    <a:pt x="4138" y="13427"/>
                  </a:cubicBezTo>
                  <a:cubicBezTo>
                    <a:pt x="4116" y="13347"/>
                    <a:pt x="4081" y="13267"/>
                    <a:pt x="4036" y="13188"/>
                  </a:cubicBezTo>
                  <a:cubicBezTo>
                    <a:pt x="3854" y="12858"/>
                    <a:pt x="3797" y="12415"/>
                    <a:pt x="3763" y="12108"/>
                  </a:cubicBezTo>
                  <a:cubicBezTo>
                    <a:pt x="3752" y="11960"/>
                    <a:pt x="3411" y="11107"/>
                    <a:pt x="3024" y="10130"/>
                  </a:cubicBezTo>
                  <a:cubicBezTo>
                    <a:pt x="2615" y="9106"/>
                    <a:pt x="2160" y="7959"/>
                    <a:pt x="2057" y="7572"/>
                  </a:cubicBezTo>
                  <a:cubicBezTo>
                    <a:pt x="1967" y="7197"/>
                    <a:pt x="1933" y="6833"/>
                    <a:pt x="1898" y="6537"/>
                  </a:cubicBezTo>
                  <a:cubicBezTo>
                    <a:pt x="1876" y="6242"/>
                    <a:pt x="1853" y="6014"/>
                    <a:pt x="1785" y="5867"/>
                  </a:cubicBezTo>
                  <a:cubicBezTo>
                    <a:pt x="1671" y="5582"/>
                    <a:pt x="273" y="1456"/>
                    <a:pt x="102" y="967"/>
                  </a:cubicBezTo>
                  <a:lnTo>
                    <a:pt x="2979" y="114"/>
                  </a:lnTo>
                  <a:close/>
                  <a:moveTo>
                    <a:pt x="3012" y="1"/>
                  </a:moveTo>
                  <a:lnTo>
                    <a:pt x="34" y="888"/>
                  </a:lnTo>
                  <a:cubicBezTo>
                    <a:pt x="23" y="888"/>
                    <a:pt x="11" y="898"/>
                    <a:pt x="0" y="910"/>
                  </a:cubicBezTo>
                  <a:lnTo>
                    <a:pt x="0" y="944"/>
                  </a:lnTo>
                  <a:cubicBezTo>
                    <a:pt x="68" y="1138"/>
                    <a:pt x="1580" y="5605"/>
                    <a:pt x="1694" y="5901"/>
                  </a:cubicBezTo>
                  <a:cubicBezTo>
                    <a:pt x="1751" y="6049"/>
                    <a:pt x="1774" y="6276"/>
                    <a:pt x="1807" y="6549"/>
                  </a:cubicBezTo>
                  <a:cubicBezTo>
                    <a:pt x="1830" y="6845"/>
                    <a:pt x="1876" y="7219"/>
                    <a:pt x="1967" y="7595"/>
                  </a:cubicBezTo>
                  <a:cubicBezTo>
                    <a:pt x="2069" y="7981"/>
                    <a:pt x="2501" y="9096"/>
                    <a:pt x="2933" y="10164"/>
                  </a:cubicBezTo>
                  <a:cubicBezTo>
                    <a:pt x="3285" y="11062"/>
                    <a:pt x="3649" y="11983"/>
                    <a:pt x="3672" y="12120"/>
                  </a:cubicBezTo>
                  <a:cubicBezTo>
                    <a:pt x="3695" y="12438"/>
                    <a:pt x="3763" y="12893"/>
                    <a:pt x="3945" y="13234"/>
                  </a:cubicBezTo>
                  <a:cubicBezTo>
                    <a:pt x="3990" y="13313"/>
                    <a:pt x="4025" y="13381"/>
                    <a:pt x="4047" y="13461"/>
                  </a:cubicBezTo>
                  <a:cubicBezTo>
                    <a:pt x="4127" y="13677"/>
                    <a:pt x="4217" y="13904"/>
                    <a:pt x="4752" y="14371"/>
                  </a:cubicBezTo>
                  <a:cubicBezTo>
                    <a:pt x="5093" y="14666"/>
                    <a:pt x="5513" y="14848"/>
                    <a:pt x="5844" y="14848"/>
                  </a:cubicBezTo>
                  <a:cubicBezTo>
                    <a:pt x="5968" y="14848"/>
                    <a:pt x="6071" y="14825"/>
                    <a:pt x="6162" y="14768"/>
                  </a:cubicBezTo>
                  <a:cubicBezTo>
                    <a:pt x="6332" y="14677"/>
                    <a:pt x="6412" y="14495"/>
                    <a:pt x="6377" y="14268"/>
                  </a:cubicBezTo>
                  <a:cubicBezTo>
                    <a:pt x="6264" y="13449"/>
                    <a:pt x="5093" y="12597"/>
                    <a:pt x="4922" y="12483"/>
                  </a:cubicBezTo>
                  <a:cubicBezTo>
                    <a:pt x="4900" y="12176"/>
                    <a:pt x="4581" y="8800"/>
                    <a:pt x="4445" y="7845"/>
                  </a:cubicBezTo>
                  <a:cubicBezTo>
                    <a:pt x="4320" y="7049"/>
                    <a:pt x="4116" y="6560"/>
                    <a:pt x="3979" y="6242"/>
                  </a:cubicBezTo>
                  <a:cubicBezTo>
                    <a:pt x="3945" y="6163"/>
                    <a:pt x="3911" y="6082"/>
                    <a:pt x="3888" y="6014"/>
                  </a:cubicBezTo>
                  <a:cubicBezTo>
                    <a:pt x="3775" y="5696"/>
                    <a:pt x="3081" y="103"/>
                    <a:pt x="3070" y="46"/>
                  </a:cubicBezTo>
                  <a:cubicBezTo>
                    <a:pt x="3070" y="34"/>
                    <a:pt x="3058" y="24"/>
                    <a:pt x="3047" y="12"/>
                  </a:cubicBezTo>
                  <a:cubicBezTo>
                    <a:pt x="3035" y="1"/>
                    <a:pt x="3024" y="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61"/>
            <p:cNvSpPr/>
            <p:nvPr/>
          </p:nvSpPr>
          <p:spPr>
            <a:xfrm>
              <a:off x="1626394" y="2113818"/>
              <a:ext cx="91731" cy="42529"/>
            </a:xfrm>
            <a:custGeom>
              <a:avLst/>
              <a:gdLst/>
              <a:ahLst/>
              <a:cxnLst/>
              <a:rect l="l" t="t" r="r" b="b"/>
              <a:pathLst>
                <a:path w="3093" h="1434" extrusionOk="0">
                  <a:moveTo>
                    <a:pt x="2979" y="0"/>
                  </a:moveTo>
                  <a:lnTo>
                    <a:pt x="1" y="887"/>
                  </a:lnTo>
                  <a:lnTo>
                    <a:pt x="194" y="1433"/>
                  </a:lnTo>
                  <a:cubicBezTo>
                    <a:pt x="230" y="1433"/>
                    <a:pt x="266" y="1433"/>
                    <a:pt x="302" y="1433"/>
                  </a:cubicBezTo>
                  <a:cubicBezTo>
                    <a:pt x="1244" y="1433"/>
                    <a:pt x="2184" y="1297"/>
                    <a:pt x="3093" y="1023"/>
                  </a:cubicBezTo>
                  <a:cubicBezTo>
                    <a:pt x="3025" y="511"/>
                    <a:pt x="2979" y="0"/>
                    <a:pt x="29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61"/>
            <p:cNvSpPr/>
            <p:nvPr/>
          </p:nvSpPr>
          <p:spPr>
            <a:xfrm>
              <a:off x="1625059" y="2112454"/>
              <a:ext cx="94429" cy="45554"/>
            </a:xfrm>
            <a:custGeom>
              <a:avLst/>
              <a:gdLst/>
              <a:ahLst/>
              <a:cxnLst/>
              <a:rect l="l" t="t" r="r" b="b"/>
              <a:pathLst>
                <a:path w="3184" h="1536" extrusionOk="0">
                  <a:moveTo>
                    <a:pt x="2979" y="114"/>
                  </a:moveTo>
                  <a:cubicBezTo>
                    <a:pt x="2990" y="262"/>
                    <a:pt x="3035" y="637"/>
                    <a:pt x="3081" y="1035"/>
                  </a:cubicBezTo>
                  <a:cubicBezTo>
                    <a:pt x="2205" y="1298"/>
                    <a:pt x="1298" y="1434"/>
                    <a:pt x="379" y="1434"/>
                  </a:cubicBezTo>
                  <a:cubicBezTo>
                    <a:pt x="344" y="1434"/>
                    <a:pt x="308" y="1434"/>
                    <a:pt x="273" y="1433"/>
                  </a:cubicBezTo>
                  <a:lnTo>
                    <a:pt x="114" y="967"/>
                  </a:lnTo>
                  <a:lnTo>
                    <a:pt x="2979" y="114"/>
                  </a:lnTo>
                  <a:close/>
                  <a:moveTo>
                    <a:pt x="3012" y="1"/>
                  </a:moveTo>
                  <a:lnTo>
                    <a:pt x="34" y="888"/>
                  </a:lnTo>
                  <a:cubicBezTo>
                    <a:pt x="23" y="888"/>
                    <a:pt x="11" y="898"/>
                    <a:pt x="0" y="910"/>
                  </a:cubicBezTo>
                  <a:lnTo>
                    <a:pt x="0" y="944"/>
                  </a:lnTo>
                  <a:lnTo>
                    <a:pt x="193" y="1501"/>
                  </a:lnTo>
                  <a:cubicBezTo>
                    <a:pt x="205" y="1512"/>
                    <a:pt x="216" y="1535"/>
                    <a:pt x="239" y="1535"/>
                  </a:cubicBezTo>
                  <a:lnTo>
                    <a:pt x="329" y="1535"/>
                  </a:lnTo>
                  <a:cubicBezTo>
                    <a:pt x="1284" y="1535"/>
                    <a:pt x="2228" y="1388"/>
                    <a:pt x="3149" y="1115"/>
                  </a:cubicBezTo>
                  <a:cubicBezTo>
                    <a:pt x="3172" y="1103"/>
                    <a:pt x="3183" y="1080"/>
                    <a:pt x="3183" y="1058"/>
                  </a:cubicBezTo>
                  <a:cubicBezTo>
                    <a:pt x="3115" y="557"/>
                    <a:pt x="3070" y="57"/>
                    <a:pt x="3070" y="46"/>
                  </a:cubicBezTo>
                  <a:cubicBezTo>
                    <a:pt x="3070" y="34"/>
                    <a:pt x="3058" y="24"/>
                    <a:pt x="3047" y="12"/>
                  </a:cubicBezTo>
                  <a:cubicBezTo>
                    <a:pt x="3035" y="1"/>
                    <a:pt x="3024" y="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61"/>
            <p:cNvSpPr/>
            <p:nvPr/>
          </p:nvSpPr>
          <p:spPr>
            <a:xfrm>
              <a:off x="1737313" y="2484181"/>
              <a:ext cx="77080" cy="66937"/>
            </a:xfrm>
            <a:custGeom>
              <a:avLst/>
              <a:gdLst/>
              <a:ahLst/>
              <a:cxnLst/>
              <a:rect l="l" t="t" r="r" b="b"/>
              <a:pathLst>
                <a:path w="2599" h="2257" extrusionOk="0">
                  <a:moveTo>
                    <a:pt x="869" y="1"/>
                  </a:moveTo>
                  <a:cubicBezTo>
                    <a:pt x="807" y="1"/>
                    <a:pt x="744" y="25"/>
                    <a:pt x="694" y="97"/>
                  </a:cubicBezTo>
                  <a:cubicBezTo>
                    <a:pt x="569" y="290"/>
                    <a:pt x="467" y="506"/>
                    <a:pt x="387" y="733"/>
                  </a:cubicBezTo>
                  <a:cubicBezTo>
                    <a:pt x="387" y="733"/>
                    <a:pt x="205" y="381"/>
                    <a:pt x="0" y="28"/>
                  </a:cubicBezTo>
                  <a:lnTo>
                    <a:pt x="0" y="28"/>
                  </a:lnTo>
                  <a:cubicBezTo>
                    <a:pt x="46" y="256"/>
                    <a:pt x="114" y="472"/>
                    <a:pt x="217" y="665"/>
                  </a:cubicBezTo>
                  <a:cubicBezTo>
                    <a:pt x="399" y="1006"/>
                    <a:pt x="296" y="1188"/>
                    <a:pt x="1001" y="1791"/>
                  </a:cubicBezTo>
                  <a:cubicBezTo>
                    <a:pt x="1345" y="2095"/>
                    <a:pt x="1753" y="2257"/>
                    <a:pt x="2064" y="2257"/>
                  </a:cubicBezTo>
                  <a:cubicBezTo>
                    <a:pt x="2382" y="2257"/>
                    <a:pt x="2599" y="2089"/>
                    <a:pt x="2547" y="1734"/>
                  </a:cubicBezTo>
                  <a:cubicBezTo>
                    <a:pt x="2456" y="1074"/>
                    <a:pt x="1649" y="404"/>
                    <a:pt x="1286" y="109"/>
                  </a:cubicBezTo>
                  <a:lnTo>
                    <a:pt x="1115" y="97"/>
                  </a:lnTo>
                  <a:cubicBezTo>
                    <a:pt x="1115" y="97"/>
                    <a:pt x="993" y="1"/>
                    <a:pt x="8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61"/>
            <p:cNvSpPr/>
            <p:nvPr/>
          </p:nvSpPr>
          <p:spPr>
            <a:xfrm>
              <a:off x="1735948" y="2482639"/>
              <a:ext cx="79304" cy="69843"/>
            </a:xfrm>
            <a:custGeom>
              <a:avLst/>
              <a:gdLst/>
              <a:ahLst/>
              <a:cxnLst/>
              <a:rect l="l" t="t" r="r" b="b"/>
              <a:pathLst>
                <a:path w="2674" h="2355" extrusionOk="0">
                  <a:moveTo>
                    <a:pt x="925" y="100"/>
                  </a:moveTo>
                  <a:cubicBezTo>
                    <a:pt x="1037" y="100"/>
                    <a:pt x="1138" y="183"/>
                    <a:pt x="1138" y="183"/>
                  </a:cubicBezTo>
                  <a:cubicBezTo>
                    <a:pt x="1138" y="183"/>
                    <a:pt x="1150" y="194"/>
                    <a:pt x="1161" y="194"/>
                  </a:cubicBezTo>
                  <a:lnTo>
                    <a:pt x="1309" y="206"/>
                  </a:lnTo>
                  <a:cubicBezTo>
                    <a:pt x="1741" y="547"/>
                    <a:pt x="2457" y="1195"/>
                    <a:pt x="2548" y="1786"/>
                  </a:cubicBezTo>
                  <a:cubicBezTo>
                    <a:pt x="2570" y="1990"/>
                    <a:pt x="2514" y="2127"/>
                    <a:pt x="2377" y="2207"/>
                  </a:cubicBezTo>
                  <a:cubicBezTo>
                    <a:pt x="2306" y="2243"/>
                    <a:pt x="2218" y="2260"/>
                    <a:pt x="2120" y="2260"/>
                  </a:cubicBezTo>
                  <a:cubicBezTo>
                    <a:pt x="1814" y="2260"/>
                    <a:pt x="1406" y="2093"/>
                    <a:pt x="1070" y="1809"/>
                  </a:cubicBezTo>
                  <a:cubicBezTo>
                    <a:pt x="569" y="1366"/>
                    <a:pt x="490" y="1161"/>
                    <a:pt x="410" y="945"/>
                  </a:cubicBezTo>
                  <a:cubicBezTo>
                    <a:pt x="377" y="865"/>
                    <a:pt x="354" y="785"/>
                    <a:pt x="297" y="694"/>
                  </a:cubicBezTo>
                  <a:cubicBezTo>
                    <a:pt x="263" y="615"/>
                    <a:pt x="217" y="524"/>
                    <a:pt x="183" y="433"/>
                  </a:cubicBezTo>
                  <a:lnTo>
                    <a:pt x="183" y="433"/>
                  </a:lnTo>
                  <a:cubicBezTo>
                    <a:pt x="308" y="638"/>
                    <a:pt x="399" y="797"/>
                    <a:pt x="399" y="808"/>
                  </a:cubicBezTo>
                  <a:cubicBezTo>
                    <a:pt x="399" y="820"/>
                    <a:pt x="422" y="831"/>
                    <a:pt x="445" y="831"/>
                  </a:cubicBezTo>
                  <a:cubicBezTo>
                    <a:pt x="456" y="831"/>
                    <a:pt x="478" y="820"/>
                    <a:pt x="478" y="797"/>
                  </a:cubicBezTo>
                  <a:cubicBezTo>
                    <a:pt x="559" y="581"/>
                    <a:pt x="660" y="365"/>
                    <a:pt x="786" y="171"/>
                  </a:cubicBezTo>
                  <a:cubicBezTo>
                    <a:pt x="809" y="126"/>
                    <a:pt x="842" y="103"/>
                    <a:pt x="888" y="103"/>
                  </a:cubicBezTo>
                  <a:cubicBezTo>
                    <a:pt x="900" y="101"/>
                    <a:pt x="913" y="100"/>
                    <a:pt x="925" y="100"/>
                  </a:cubicBezTo>
                  <a:close/>
                  <a:moveTo>
                    <a:pt x="905" y="0"/>
                  </a:moveTo>
                  <a:cubicBezTo>
                    <a:pt x="895" y="0"/>
                    <a:pt x="886" y="1"/>
                    <a:pt x="877" y="1"/>
                  </a:cubicBezTo>
                  <a:cubicBezTo>
                    <a:pt x="809" y="12"/>
                    <a:pt x="751" y="47"/>
                    <a:pt x="695" y="115"/>
                  </a:cubicBezTo>
                  <a:cubicBezTo>
                    <a:pt x="592" y="297"/>
                    <a:pt x="501" y="479"/>
                    <a:pt x="433" y="661"/>
                  </a:cubicBezTo>
                  <a:cubicBezTo>
                    <a:pt x="354" y="535"/>
                    <a:pt x="228" y="297"/>
                    <a:pt x="92" y="58"/>
                  </a:cubicBezTo>
                  <a:cubicBezTo>
                    <a:pt x="84" y="41"/>
                    <a:pt x="70" y="31"/>
                    <a:pt x="53" y="31"/>
                  </a:cubicBezTo>
                  <a:cubicBezTo>
                    <a:pt x="48" y="31"/>
                    <a:pt x="42" y="32"/>
                    <a:pt x="36" y="35"/>
                  </a:cubicBezTo>
                  <a:cubicBezTo>
                    <a:pt x="13" y="47"/>
                    <a:pt x="1" y="70"/>
                    <a:pt x="1" y="92"/>
                  </a:cubicBezTo>
                  <a:cubicBezTo>
                    <a:pt x="36" y="320"/>
                    <a:pt x="115" y="535"/>
                    <a:pt x="217" y="740"/>
                  </a:cubicBezTo>
                  <a:cubicBezTo>
                    <a:pt x="263" y="831"/>
                    <a:pt x="286" y="899"/>
                    <a:pt x="319" y="979"/>
                  </a:cubicBezTo>
                  <a:cubicBezTo>
                    <a:pt x="399" y="1195"/>
                    <a:pt x="478" y="1422"/>
                    <a:pt x="1013" y="1877"/>
                  </a:cubicBezTo>
                  <a:cubicBezTo>
                    <a:pt x="1354" y="2184"/>
                    <a:pt x="1774" y="2354"/>
                    <a:pt x="2105" y="2354"/>
                  </a:cubicBezTo>
                  <a:cubicBezTo>
                    <a:pt x="2229" y="2354"/>
                    <a:pt x="2332" y="2331"/>
                    <a:pt x="2423" y="2286"/>
                  </a:cubicBezTo>
                  <a:cubicBezTo>
                    <a:pt x="2593" y="2195"/>
                    <a:pt x="2673" y="2013"/>
                    <a:pt x="2638" y="1775"/>
                  </a:cubicBezTo>
                  <a:cubicBezTo>
                    <a:pt x="2559" y="1172"/>
                    <a:pt x="1900" y="547"/>
                    <a:pt x="1354" y="126"/>
                  </a:cubicBezTo>
                  <a:cubicBezTo>
                    <a:pt x="1354" y="115"/>
                    <a:pt x="1342" y="115"/>
                    <a:pt x="1332" y="115"/>
                  </a:cubicBezTo>
                  <a:lnTo>
                    <a:pt x="1183" y="92"/>
                  </a:lnTo>
                  <a:cubicBezTo>
                    <a:pt x="1152" y="71"/>
                    <a:pt x="1031" y="0"/>
                    <a:pt x="9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61"/>
            <p:cNvSpPr/>
            <p:nvPr/>
          </p:nvSpPr>
          <p:spPr>
            <a:xfrm>
              <a:off x="1505688" y="2132028"/>
              <a:ext cx="102852" cy="421374"/>
            </a:xfrm>
            <a:custGeom>
              <a:avLst/>
              <a:gdLst/>
              <a:ahLst/>
              <a:cxnLst/>
              <a:rect l="l" t="t" r="r" b="b"/>
              <a:pathLst>
                <a:path w="3468" h="14208" extrusionOk="0">
                  <a:moveTo>
                    <a:pt x="274" y="0"/>
                  </a:moveTo>
                  <a:cubicBezTo>
                    <a:pt x="342" y="1307"/>
                    <a:pt x="888" y="4308"/>
                    <a:pt x="944" y="4525"/>
                  </a:cubicBezTo>
                  <a:cubicBezTo>
                    <a:pt x="1001" y="4740"/>
                    <a:pt x="944" y="5889"/>
                    <a:pt x="1001" y="6889"/>
                  </a:cubicBezTo>
                  <a:cubicBezTo>
                    <a:pt x="1069" y="7890"/>
                    <a:pt x="1853" y="11925"/>
                    <a:pt x="1797" y="12324"/>
                  </a:cubicBezTo>
                  <a:cubicBezTo>
                    <a:pt x="1740" y="12721"/>
                    <a:pt x="433" y="13426"/>
                    <a:pt x="216" y="13699"/>
                  </a:cubicBezTo>
                  <a:cubicBezTo>
                    <a:pt x="1" y="13961"/>
                    <a:pt x="69" y="14176"/>
                    <a:pt x="433" y="14176"/>
                  </a:cubicBezTo>
                  <a:cubicBezTo>
                    <a:pt x="584" y="14176"/>
                    <a:pt x="798" y="14208"/>
                    <a:pt x="1047" y="14208"/>
                  </a:cubicBezTo>
                  <a:cubicBezTo>
                    <a:pt x="1396" y="14208"/>
                    <a:pt x="1812" y="14146"/>
                    <a:pt x="2217" y="13847"/>
                  </a:cubicBezTo>
                  <a:cubicBezTo>
                    <a:pt x="2235" y="13834"/>
                    <a:pt x="2260" y="13829"/>
                    <a:pt x="2290" y="13829"/>
                  </a:cubicBezTo>
                  <a:cubicBezTo>
                    <a:pt x="2389" y="13829"/>
                    <a:pt x="2541" y="13883"/>
                    <a:pt x="2663" y="13883"/>
                  </a:cubicBezTo>
                  <a:cubicBezTo>
                    <a:pt x="2695" y="13883"/>
                    <a:pt x="2725" y="13879"/>
                    <a:pt x="2752" y="13870"/>
                  </a:cubicBezTo>
                  <a:cubicBezTo>
                    <a:pt x="2899" y="13801"/>
                    <a:pt x="3070" y="13779"/>
                    <a:pt x="3104" y="13688"/>
                  </a:cubicBezTo>
                  <a:cubicBezTo>
                    <a:pt x="3138" y="13597"/>
                    <a:pt x="2922" y="11687"/>
                    <a:pt x="2957" y="11198"/>
                  </a:cubicBezTo>
                  <a:cubicBezTo>
                    <a:pt x="2979" y="10720"/>
                    <a:pt x="3070" y="7014"/>
                    <a:pt x="3070" y="7014"/>
                  </a:cubicBezTo>
                  <a:cubicBezTo>
                    <a:pt x="3070" y="7014"/>
                    <a:pt x="3104" y="6741"/>
                    <a:pt x="3286" y="5775"/>
                  </a:cubicBezTo>
                  <a:cubicBezTo>
                    <a:pt x="3468" y="4798"/>
                    <a:pt x="3138" y="216"/>
                    <a:pt x="3138" y="216"/>
                  </a:cubicBezTo>
                  <a:lnTo>
                    <a:pt x="2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61"/>
            <p:cNvSpPr/>
            <p:nvPr/>
          </p:nvSpPr>
          <p:spPr>
            <a:xfrm>
              <a:off x="1506014" y="2130308"/>
              <a:ext cx="103890" cy="424547"/>
            </a:xfrm>
            <a:custGeom>
              <a:avLst/>
              <a:gdLst/>
              <a:ahLst/>
              <a:cxnLst/>
              <a:rect l="l" t="t" r="r" b="b"/>
              <a:pathLst>
                <a:path w="3503" h="14315" extrusionOk="0">
                  <a:moveTo>
                    <a:pt x="319" y="104"/>
                  </a:moveTo>
                  <a:lnTo>
                    <a:pt x="3082" y="319"/>
                  </a:lnTo>
                  <a:cubicBezTo>
                    <a:pt x="3105" y="774"/>
                    <a:pt x="3400" y="4912"/>
                    <a:pt x="3229" y="5822"/>
                  </a:cubicBezTo>
                  <a:cubicBezTo>
                    <a:pt x="3047" y="6788"/>
                    <a:pt x="3014" y="7049"/>
                    <a:pt x="3014" y="7072"/>
                  </a:cubicBezTo>
                  <a:cubicBezTo>
                    <a:pt x="3014" y="7107"/>
                    <a:pt x="2923" y="10778"/>
                    <a:pt x="2888" y="11256"/>
                  </a:cubicBezTo>
                  <a:cubicBezTo>
                    <a:pt x="2877" y="11540"/>
                    <a:pt x="2934" y="12291"/>
                    <a:pt x="2991" y="12905"/>
                  </a:cubicBezTo>
                  <a:cubicBezTo>
                    <a:pt x="3025" y="13291"/>
                    <a:pt x="3059" y="13689"/>
                    <a:pt x="3047" y="13734"/>
                  </a:cubicBezTo>
                  <a:cubicBezTo>
                    <a:pt x="3025" y="13779"/>
                    <a:pt x="2946" y="13802"/>
                    <a:pt x="2855" y="13837"/>
                  </a:cubicBezTo>
                  <a:cubicBezTo>
                    <a:pt x="2809" y="13848"/>
                    <a:pt x="2764" y="13859"/>
                    <a:pt x="2718" y="13882"/>
                  </a:cubicBezTo>
                  <a:cubicBezTo>
                    <a:pt x="2701" y="13889"/>
                    <a:pt x="2680" y="13892"/>
                    <a:pt x="2655" y="13892"/>
                  </a:cubicBezTo>
                  <a:cubicBezTo>
                    <a:pt x="2596" y="13892"/>
                    <a:pt x="2521" y="13876"/>
                    <a:pt x="2456" y="13859"/>
                  </a:cubicBezTo>
                  <a:cubicBezTo>
                    <a:pt x="2391" y="13846"/>
                    <a:pt x="2329" y="13833"/>
                    <a:pt x="2278" y="13833"/>
                  </a:cubicBezTo>
                  <a:cubicBezTo>
                    <a:pt x="2240" y="13833"/>
                    <a:pt x="2208" y="13840"/>
                    <a:pt x="2183" y="13859"/>
                  </a:cubicBezTo>
                  <a:cubicBezTo>
                    <a:pt x="1781" y="14155"/>
                    <a:pt x="1361" y="14219"/>
                    <a:pt x="1013" y="14219"/>
                  </a:cubicBezTo>
                  <a:cubicBezTo>
                    <a:pt x="879" y="14219"/>
                    <a:pt x="756" y="14210"/>
                    <a:pt x="649" y="14201"/>
                  </a:cubicBezTo>
                  <a:cubicBezTo>
                    <a:pt x="558" y="14189"/>
                    <a:pt x="490" y="14189"/>
                    <a:pt x="422" y="14189"/>
                  </a:cubicBezTo>
                  <a:cubicBezTo>
                    <a:pt x="274" y="14189"/>
                    <a:pt x="172" y="14155"/>
                    <a:pt x="149" y="14087"/>
                  </a:cubicBezTo>
                  <a:cubicBezTo>
                    <a:pt x="114" y="14019"/>
                    <a:pt x="149" y="13905"/>
                    <a:pt x="240" y="13779"/>
                  </a:cubicBezTo>
                  <a:cubicBezTo>
                    <a:pt x="319" y="13689"/>
                    <a:pt x="558" y="13529"/>
                    <a:pt x="797" y="13347"/>
                  </a:cubicBezTo>
                  <a:cubicBezTo>
                    <a:pt x="1263" y="13029"/>
                    <a:pt x="1797" y="12665"/>
                    <a:pt x="1831" y="12393"/>
                  </a:cubicBezTo>
                  <a:cubicBezTo>
                    <a:pt x="1865" y="12177"/>
                    <a:pt x="1672" y="10995"/>
                    <a:pt x="1456" y="9732"/>
                  </a:cubicBezTo>
                  <a:cubicBezTo>
                    <a:pt x="1263" y="8595"/>
                    <a:pt x="1069" y="7425"/>
                    <a:pt x="1047" y="6947"/>
                  </a:cubicBezTo>
                  <a:cubicBezTo>
                    <a:pt x="1013" y="6447"/>
                    <a:pt x="1013" y="5902"/>
                    <a:pt x="1013" y="5458"/>
                  </a:cubicBezTo>
                  <a:cubicBezTo>
                    <a:pt x="1013" y="5003"/>
                    <a:pt x="1013" y="4674"/>
                    <a:pt x="978" y="4571"/>
                  </a:cubicBezTo>
                  <a:cubicBezTo>
                    <a:pt x="922" y="4366"/>
                    <a:pt x="387" y="1456"/>
                    <a:pt x="319" y="104"/>
                  </a:cubicBezTo>
                  <a:close/>
                  <a:moveTo>
                    <a:pt x="274" y="1"/>
                  </a:moveTo>
                  <a:cubicBezTo>
                    <a:pt x="251" y="1"/>
                    <a:pt x="240" y="13"/>
                    <a:pt x="228" y="24"/>
                  </a:cubicBezTo>
                  <a:cubicBezTo>
                    <a:pt x="228" y="35"/>
                    <a:pt x="217" y="46"/>
                    <a:pt x="217" y="58"/>
                  </a:cubicBezTo>
                  <a:cubicBezTo>
                    <a:pt x="285" y="1377"/>
                    <a:pt x="831" y="4389"/>
                    <a:pt x="887" y="4594"/>
                  </a:cubicBezTo>
                  <a:cubicBezTo>
                    <a:pt x="922" y="4697"/>
                    <a:pt x="922" y="5048"/>
                    <a:pt x="922" y="5458"/>
                  </a:cubicBezTo>
                  <a:cubicBezTo>
                    <a:pt x="922" y="5902"/>
                    <a:pt x="910" y="6447"/>
                    <a:pt x="945" y="6947"/>
                  </a:cubicBezTo>
                  <a:cubicBezTo>
                    <a:pt x="978" y="7436"/>
                    <a:pt x="1172" y="8607"/>
                    <a:pt x="1365" y="9744"/>
                  </a:cubicBezTo>
                  <a:cubicBezTo>
                    <a:pt x="1559" y="10949"/>
                    <a:pt x="1763" y="12177"/>
                    <a:pt x="1741" y="12382"/>
                  </a:cubicBezTo>
                  <a:cubicBezTo>
                    <a:pt x="1706" y="12609"/>
                    <a:pt x="1149" y="12995"/>
                    <a:pt x="751" y="13268"/>
                  </a:cubicBezTo>
                  <a:cubicBezTo>
                    <a:pt x="478" y="13461"/>
                    <a:pt x="251" y="13620"/>
                    <a:pt x="172" y="13723"/>
                  </a:cubicBezTo>
                  <a:cubicBezTo>
                    <a:pt x="46" y="13882"/>
                    <a:pt x="1" y="14019"/>
                    <a:pt x="58" y="14132"/>
                  </a:cubicBezTo>
                  <a:cubicBezTo>
                    <a:pt x="92" y="14201"/>
                    <a:pt x="183" y="14280"/>
                    <a:pt x="422" y="14280"/>
                  </a:cubicBezTo>
                  <a:cubicBezTo>
                    <a:pt x="478" y="14280"/>
                    <a:pt x="558" y="14291"/>
                    <a:pt x="649" y="14302"/>
                  </a:cubicBezTo>
                  <a:cubicBezTo>
                    <a:pt x="751" y="14302"/>
                    <a:pt x="887" y="14314"/>
                    <a:pt x="1024" y="14314"/>
                  </a:cubicBezTo>
                  <a:cubicBezTo>
                    <a:pt x="1388" y="14314"/>
                    <a:pt x="1820" y="14257"/>
                    <a:pt x="2241" y="13939"/>
                  </a:cubicBezTo>
                  <a:cubicBezTo>
                    <a:pt x="2247" y="13936"/>
                    <a:pt x="2258" y="13934"/>
                    <a:pt x="2274" y="13934"/>
                  </a:cubicBezTo>
                  <a:cubicBezTo>
                    <a:pt x="2315" y="13934"/>
                    <a:pt x="2384" y="13945"/>
                    <a:pt x="2434" y="13961"/>
                  </a:cubicBezTo>
                  <a:cubicBezTo>
                    <a:pt x="2506" y="13976"/>
                    <a:pt x="2578" y="13990"/>
                    <a:pt x="2644" y="13990"/>
                  </a:cubicBezTo>
                  <a:cubicBezTo>
                    <a:pt x="2682" y="13990"/>
                    <a:pt x="2719" y="13985"/>
                    <a:pt x="2752" y="13973"/>
                  </a:cubicBezTo>
                  <a:cubicBezTo>
                    <a:pt x="2797" y="13950"/>
                    <a:pt x="2843" y="13939"/>
                    <a:pt x="2877" y="13928"/>
                  </a:cubicBezTo>
                  <a:cubicBezTo>
                    <a:pt x="3002" y="13893"/>
                    <a:pt x="3105" y="13859"/>
                    <a:pt x="3138" y="13769"/>
                  </a:cubicBezTo>
                  <a:cubicBezTo>
                    <a:pt x="3150" y="13723"/>
                    <a:pt x="3138" y="13507"/>
                    <a:pt x="3082" y="12893"/>
                  </a:cubicBezTo>
                  <a:cubicBezTo>
                    <a:pt x="3037" y="12291"/>
                    <a:pt x="2968" y="11540"/>
                    <a:pt x="2991" y="11267"/>
                  </a:cubicBezTo>
                  <a:cubicBezTo>
                    <a:pt x="3014" y="10778"/>
                    <a:pt x="3105" y="7107"/>
                    <a:pt x="3105" y="7072"/>
                  </a:cubicBezTo>
                  <a:cubicBezTo>
                    <a:pt x="3105" y="7072"/>
                    <a:pt x="3138" y="6799"/>
                    <a:pt x="3320" y="5833"/>
                  </a:cubicBezTo>
                  <a:cubicBezTo>
                    <a:pt x="3502" y="4867"/>
                    <a:pt x="3184" y="456"/>
                    <a:pt x="3173" y="263"/>
                  </a:cubicBezTo>
                  <a:cubicBezTo>
                    <a:pt x="3173" y="240"/>
                    <a:pt x="3150" y="217"/>
                    <a:pt x="3127" y="217"/>
                  </a:cubicBezTo>
                  <a:lnTo>
                    <a:pt x="2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61"/>
            <p:cNvSpPr/>
            <p:nvPr/>
          </p:nvSpPr>
          <p:spPr>
            <a:xfrm>
              <a:off x="1513784" y="2132028"/>
              <a:ext cx="86333" cy="31971"/>
            </a:xfrm>
            <a:custGeom>
              <a:avLst/>
              <a:gdLst/>
              <a:ahLst/>
              <a:cxnLst/>
              <a:rect l="l" t="t" r="r" b="b"/>
              <a:pathLst>
                <a:path w="2911" h="1078" extrusionOk="0">
                  <a:moveTo>
                    <a:pt x="1" y="0"/>
                  </a:moveTo>
                  <a:lnTo>
                    <a:pt x="1" y="0"/>
                  </a:lnTo>
                  <a:cubicBezTo>
                    <a:pt x="12" y="228"/>
                    <a:pt x="46" y="511"/>
                    <a:pt x="80" y="819"/>
                  </a:cubicBezTo>
                  <a:cubicBezTo>
                    <a:pt x="730" y="1011"/>
                    <a:pt x="1281" y="1077"/>
                    <a:pt x="1731" y="1077"/>
                  </a:cubicBezTo>
                  <a:cubicBezTo>
                    <a:pt x="2265" y="1077"/>
                    <a:pt x="2658" y="984"/>
                    <a:pt x="2911" y="898"/>
                  </a:cubicBezTo>
                  <a:cubicBezTo>
                    <a:pt x="2876" y="478"/>
                    <a:pt x="2865" y="216"/>
                    <a:pt x="2865" y="216"/>
                  </a:cubicBez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61"/>
            <p:cNvSpPr/>
            <p:nvPr/>
          </p:nvSpPr>
          <p:spPr>
            <a:xfrm>
              <a:off x="1512450" y="2130664"/>
              <a:ext cx="89032" cy="34759"/>
            </a:xfrm>
            <a:custGeom>
              <a:avLst/>
              <a:gdLst/>
              <a:ahLst/>
              <a:cxnLst/>
              <a:rect l="l" t="t" r="r" b="b"/>
              <a:pathLst>
                <a:path w="3002" h="1172" extrusionOk="0">
                  <a:moveTo>
                    <a:pt x="102" y="103"/>
                  </a:moveTo>
                  <a:lnTo>
                    <a:pt x="2865" y="307"/>
                  </a:lnTo>
                  <a:cubicBezTo>
                    <a:pt x="2865" y="387"/>
                    <a:pt x="2876" y="603"/>
                    <a:pt x="2899" y="910"/>
                  </a:cubicBezTo>
                  <a:cubicBezTo>
                    <a:pt x="2660" y="990"/>
                    <a:pt x="2281" y="1076"/>
                    <a:pt x="1768" y="1076"/>
                  </a:cubicBezTo>
                  <a:cubicBezTo>
                    <a:pt x="1332" y="1076"/>
                    <a:pt x="798" y="1013"/>
                    <a:pt x="170" y="830"/>
                  </a:cubicBezTo>
                  <a:cubicBezTo>
                    <a:pt x="137" y="535"/>
                    <a:pt x="114" y="296"/>
                    <a:pt x="102" y="103"/>
                  </a:cubicBezTo>
                  <a:close/>
                  <a:moveTo>
                    <a:pt x="57" y="1"/>
                  </a:moveTo>
                  <a:cubicBezTo>
                    <a:pt x="34" y="1"/>
                    <a:pt x="23" y="1"/>
                    <a:pt x="11" y="12"/>
                  </a:cubicBezTo>
                  <a:cubicBezTo>
                    <a:pt x="11" y="23"/>
                    <a:pt x="0" y="34"/>
                    <a:pt x="0" y="46"/>
                  </a:cubicBezTo>
                  <a:cubicBezTo>
                    <a:pt x="11" y="262"/>
                    <a:pt x="34" y="535"/>
                    <a:pt x="68" y="876"/>
                  </a:cubicBezTo>
                  <a:cubicBezTo>
                    <a:pt x="79" y="898"/>
                    <a:pt x="91" y="910"/>
                    <a:pt x="102" y="910"/>
                  </a:cubicBezTo>
                  <a:cubicBezTo>
                    <a:pt x="761" y="1103"/>
                    <a:pt x="1319" y="1171"/>
                    <a:pt x="1774" y="1171"/>
                  </a:cubicBezTo>
                  <a:cubicBezTo>
                    <a:pt x="2319" y="1171"/>
                    <a:pt x="2729" y="1069"/>
                    <a:pt x="2967" y="989"/>
                  </a:cubicBezTo>
                  <a:cubicBezTo>
                    <a:pt x="2990" y="978"/>
                    <a:pt x="3001" y="967"/>
                    <a:pt x="3001" y="944"/>
                  </a:cubicBezTo>
                  <a:cubicBezTo>
                    <a:pt x="2967" y="524"/>
                    <a:pt x="2956" y="251"/>
                    <a:pt x="2956" y="251"/>
                  </a:cubicBezTo>
                  <a:cubicBezTo>
                    <a:pt x="2956" y="228"/>
                    <a:pt x="2933" y="205"/>
                    <a:pt x="2910" y="205"/>
                  </a:cubicBezTo>
                  <a:lnTo>
                    <a:pt x="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61"/>
            <p:cNvSpPr/>
            <p:nvPr/>
          </p:nvSpPr>
          <p:spPr>
            <a:xfrm>
              <a:off x="1505688" y="2500878"/>
              <a:ext cx="92413" cy="52761"/>
            </a:xfrm>
            <a:custGeom>
              <a:avLst/>
              <a:gdLst/>
              <a:ahLst/>
              <a:cxnLst/>
              <a:rect l="l" t="t" r="r" b="b"/>
              <a:pathLst>
                <a:path w="3116" h="1779" extrusionOk="0">
                  <a:moveTo>
                    <a:pt x="1752" y="0"/>
                  </a:moveTo>
                  <a:cubicBezTo>
                    <a:pt x="1512" y="410"/>
                    <a:pt x="410" y="1012"/>
                    <a:pt x="216" y="1262"/>
                  </a:cubicBezTo>
                  <a:cubicBezTo>
                    <a:pt x="1" y="1535"/>
                    <a:pt x="69" y="1751"/>
                    <a:pt x="433" y="1751"/>
                  </a:cubicBezTo>
                  <a:cubicBezTo>
                    <a:pt x="578" y="1751"/>
                    <a:pt x="782" y="1778"/>
                    <a:pt x="1018" y="1778"/>
                  </a:cubicBezTo>
                  <a:cubicBezTo>
                    <a:pt x="1373" y="1778"/>
                    <a:pt x="1801" y="1717"/>
                    <a:pt x="2217" y="1410"/>
                  </a:cubicBezTo>
                  <a:cubicBezTo>
                    <a:pt x="2235" y="1397"/>
                    <a:pt x="2260" y="1392"/>
                    <a:pt x="2290" y="1392"/>
                  </a:cubicBezTo>
                  <a:cubicBezTo>
                    <a:pt x="2389" y="1392"/>
                    <a:pt x="2541" y="1446"/>
                    <a:pt x="2663" y="1446"/>
                  </a:cubicBezTo>
                  <a:cubicBezTo>
                    <a:pt x="2695" y="1446"/>
                    <a:pt x="2725" y="1442"/>
                    <a:pt x="2752" y="1433"/>
                  </a:cubicBezTo>
                  <a:cubicBezTo>
                    <a:pt x="2899" y="1375"/>
                    <a:pt x="3070" y="1353"/>
                    <a:pt x="3104" y="1262"/>
                  </a:cubicBezTo>
                  <a:cubicBezTo>
                    <a:pt x="3116" y="1216"/>
                    <a:pt x="3081" y="830"/>
                    <a:pt x="3048" y="352"/>
                  </a:cubicBezTo>
                  <a:lnTo>
                    <a:pt x="2229" y="625"/>
                  </a:lnTo>
                  <a:cubicBezTo>
                    <a:pt x="2229" y="625"/>
                    <a:pt x="2161" y="273"/>
                    <a:pt x="1979" y="102"/>
                  </a:cubicBezTo>
                  <a:cubicBezTo>
                    <a:pt x="1922" y="34"/>
                    <a:pt x="1831"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61"/>
            <p:cNvSpPr/>
            <p:nvPr/>
          </p:nvSpPr>
          <p:spPr>
            <a:xfrm>
              <a:off x="1506014" y="2499514"/>
              <a:ext cx="93451" cy="55341"/>
            </a:xfrm>
            <a:custGeom>
              <a:avLst/>
              <a:gdLst/>
              <a:ahLst/>
              <a:cxnLst/>
              <a:rect l="l" t="t" r="r" b="b"/>
              <a:pathLst>
                <a:path w="3151" h="1866" extrusionOk="0">
                  <a:moveTo>
                    <a:pt x="1763" y="103"/>
                  </a:moveTo>
                  <a:cubicBezTo>
                    <a:pt x="1831" y="103"/>
                    <a:pt x="1888" y="137"/>
                    <a:pt x="1933" y="183"/>
                  </a:cubicBezTo>
                  <a:cubicBezTo>
                    <a:pt x="2104" y="342"/>
                    <a:pt x="2173" y="671"/>
                    <a:pt x="2173" y="683"/>
                  </a:cubicBezTo>
                  <a:cubicBezTo>
                    <a:pt x="2183" y="694"/>
                    <a:pt x="2183" y="706"/>
                    <a:pt x="2195" y="717"/>
                  </a:cubicBezTo>
                  <a:lnTo>
                    <a:pt x="2241" y="717"/>
                  </a:lnTo>
                  <a:lnTo>
                    <a:pt x="2991" y="466"/>
                  </a:lnTo>
                  <a:cubicBezTo>
                    <a:pt x="3025" y="853"/>
                    <a:pt x="3047" y="1240"/>
                    <a:pt x="3047" y="1285"/>
                  </a:cubicBezTo>
                  <a:cubicBezTo>
                    <a:pt x="3037" y="1330"/>
                    <a:pt x="2946" y="1365"/>
                    <a:pt x="2855" y="1388"/>
                  </a:cubicBezTo>
                  <a:cubicBezTo>
                    <a:pt x="2809" y="1399"/>
                    <a:pt x="2764" y="1421"/>
                    <a:pt x="2718" y="1433"/>
                  </a:cubicBezTo>
                  <a:cubicBezTo>
                    <a:pt x="2701" y="1440"/>
                    <a:pt x="2677" y="1443"/>
                    <a:pt x="2651" y="1443"/>
                  </a:cubicBezTo>
                  <a:cubicBezTo>
                    <a:pt x="2593" y="1443"/>
                    <a:pt x="2519" y="1430"/>
                    <a:pt x="2456" y="1421"/>
                  </a:cubicBezTo>
                  <a:cubicBezTo>
                    <a:pt x="2391" y="1408"/>
                    <a:pt x="2329" y="1395"/>
                    <a:pt x="2278" y="1395"/>
                  </a:cubicBezTo>
                  <a:cubicBezTo>
                    <a:pt x="2240" y="1395"/>
                    <a:pt x="2208" y="1402"/>
                    <a:pt x="2183" y="1421"/>
                  </a:cubicBezTo>
                  <a:cubicBezTo>
                    <a:pt x="1791" y="1710"/>
                    <a:pt x="1382" y="1772"/>
                    <a:pt x="1039" y="1772"/>
                  </a:cubicBezTo>
                  <a:cubicBezTo>
                    <a:pt x="895" y="1772"/>
                    <a:pt x="763" y="1761"/>
                    <a:pt x="649" y="1752"/>
                  </a:cubicBezTo>
                  <a:cubicBezTo>
                    <a:pt x="558" y="1752"/>
                    <a:pt x="490" y="1740"/>
                    <a:pt x="422" y="1740"/>
                  </a:cubicBezTo>
                  <a:cubicBezTo>
                    <a:pt x="274" y="1740"/>
                    <a:pt x="172" y="1706"/>
                    <a:pt x="149" y="1638"/>
                  </a:cubicBezTo>
                  <a:cubicBezTo>
                    <a:pt x="114" y="1570"/>
                    <a:pt x="149" y="1456"/>
                    <a:pt x="240" y="1342"/>
                  </a:cubicBezTo>
                  <a:cubicBezTo>
                    <a:pt x="319" y="1240"/>
                    <a:pt x="558" y="1069"/>
                    <a:pt x="808" y="898"/>
                  </a:cubicBezTo>
                  <a:cubicBezTo>
                    <a:pt x="1183" y="637"/>
                    <a:pt x="1604" y="342"/>
                    <a:pt x="1763" y="103"/>
                  </a:cubicBezTo>
                  <a:close/>
                  <a:moveTo>
                    <a:pt x="1741" y="1"/>
                  </a:moveTo>
                  <a:cubicBezTo>
                    <a:pt x="1718" y="1"/>
                    <a:pt x="1706" y="12"/>
                    <a:pt x="1695" y="24"/>
                  </a:cubicBezTo>
                  <a:cubicBezTo>
                    <a:pt x="1559" y="251"/>
                    <a:pt x="1115" y="569"/>
                    <a:pt x="751" y="819"/>
                  </a:cubicBezTo>
                  <a:cubicBezTo>
                    <a:pt x="490" y="1001"/>
                    <a:pt x="251" y="1171"/>
                    <a:pt x="172" y="1274"/>
                  </a:cubicBezTo>
                  <a:cubicBezTo>
                    <a:pt x="46" y="1433"/>
                    <a:pt x="1" y="1581"/>
                    <a:pt x="58" y="1683"/>
                  </a:cubicBezTo>
                  <a:cubicBezTo>
                    <a:pt x="92" y="1752"/>
                    <a:pt x="183" y="1842"/>
                    <a:pt x="422" y="1842"/>
                  </a:cubicBezTo>
                  <a:cubicBezTo>
                    <a:pt x="478" y="1842"/>
                    <a:pt x="558" y="1842"/>
                    <a:pt x="649" y="1853"/>
                  </a:cubicBezTo>
                  <a:cubicBezTo>
                    <a:pt x="751" y="1865"/>
                    <a:pt x="887" y="1865"/>
                    <a:pt x="1024" y="1865"/>
                  </a:cubicBezTo>
                  <a:cubicBezTo>
                    <a:pt x="1388" y="1865"/>
                    <a:pt x="1820" y="1808"/>
                    <a:pt x="2241" y="1501"/>
                  </a:cubicBezTo>
                  <a:cubicBezTo>
                    <a:pt x="2248" y="1494"/>
                    <a:pt x="2263" y="1492"/>
                    <a:pt x="2282" y="1492"/>
                  </a:cubicBezTo>
                  <a:cubicBezTo>
                    <a:pt x="2324" y="1492"/>
                    <a:pt x="2387" y="1505"/>
                    <a:pt x="2434" y="1512"/>
                  </a:cubicBezTo>
                  <a:cubicBezTo>
                    <a:pt x="2506" y="1527"/>
                    <a:pt x="2578" y="1541"/>
                    <a:pt x="2644" y="1541"/>
                  </a:cubicBezTo>
                  <a:cubicBezTo>
                    <a:pt x="2682" y="1541"/>
                    <a:pt x="2719" y="1536"/>
                    <a:pt x="2752" y="1524"/>
                  </a:cubicBezTo>
                  <a:cubicBezTo>
                    <a:pt x="2797" y="1512"/>
                    <a:pt x="2843" y="1490"/>
                    <a:pt x="2877" y="1479"/>
                  </a:cubicBezTo>
                  <a:cubicBezTo>
                    <a:pt x="3002" y="1444"/>
                    <a:pt x="3105" y="1410"/>
                    <a:pt x="3138" y="1320"/>
                  </a:cubicBezTo>
                  <a:cubicBezTo>
                    <a:pt x="3150" y="1274"/>
                    <a:pt x="3138" y="1092"/>
                    <a:pt x="3082" y="444"/>
                  </a:cubicBezTo>
                  <a:lnTo>
                    <a:pt x="3082" y="398"/>
                  </a:lnTo>
                  <a:cubicBezTo>
                    <a:pt x="3082" y="387"/>
                    <a:pt x="3070" y="365"/>
                    <a:pt x="3059" y="365"/>
                  </a:cubicBezTo>
                  <a:cubicBezTo>
                    <a:pt x="3047" y="353"/>
                    <a:pt x="3025" y="353"/>
                    <a:pt x="3014" y="353"/>
                  </a:cubicBezTo>
                  <a:lnTo>
                    <a:pt x="2263" y="603"/>
                  </a:lnTo>
                  <a:cubicBezTo>
                    <a:pt x="2229" y="501"/>
                    <a:pt x="2150" y="251"/>
                    <a:pt x="2002" y="103"/>
                  </a:cubicBezTo>
                  <a:cubicBezTo>
                    <a:pt x="1933" y="46"/>
                    <a:pt x="1842" y="1"/>
                    <a:pt x="17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61"/>
            <p:cNvSpPr/>
            <p:nvPr/>
          </p:nvSpPr>
          <p:spPr>
            <a:xfrm>
              <a:off x="1465917" y="1924663"/>
              <a:ext cx="281212" cy="226405"/>
            </a:xfrm>
            <a:custGeom>
              <a:avLst/>
              <a:gdLst/>
              <a:ahLst/>
              <a:cxnLst/>
              <a:rect l="l" t="t" r="r" b="b"/>
              <a:pathLst>
                <a:path w="9482" h="7634" extrusionOk="0">
                  <a:moveTo>
                    <a:pt x="7787" y="0"/>
                  </a:moveTo>
                  <a:lnTo>
                    <a:pt x="1956" y="227"/>
                  </a:lnTo>
                  <a:lnTo>
                    <a:pt x="0" y="6446"/>
                  </a:lnTo>
                  <a:cubicBezTo>
                    <a:pt x="511" y="6980"/>
                    <a:pt x="1171" y="7333"/>
                    <a:pt x="1887" y="7481"/>
                  </a:cubicBezTo>
                  <a:cubicBezTo>
                    <a:pt x="2511" y="7603"/>
                    <a:pt x="3230" y="7633"/>
                    <a:pt x="3783" y="7633"/>
                  </a:cubicBezTo>
                  <a:cubicBezTo>
                    <a:pt x="4309" y="7633"/>
                    <a:pt x="4684" y="7606"/>
                    <a:pt x="4684" y="7606"/>
                  </a:cubicBezTo>
                  <a:lnTo>
                    <a:pt x="4809" y="6844"/>
                  </a:lnTo>
                  <a:lnTo>
                    <a:pt x="5082" y="7515"/>
                  </a:lnTo>
                  <a:cubicBezTo>
                    <a:pt x="6935" y="7412"/>
                    <a:pt x="9482" y="6901"/>
                    <a:pt x="9482" y="6901"/>
                  </a:cubicBezTo>
                  <a:lnTo>
                    <a:pt x="77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61"/>
            <p:cNvSpPr/>
            <p:nvPr/>
          </p:nvSpPr>
          <p:spPr>
            <a:xfrm>
              <a:off x="1464226" y="1923298"/>
              <a:ext cx="284267" cy="229312"/>
            </a:xfrm>
            <a:custGeom>
              <a:avLst/>
              <a:gdLst/>
              <a:ahLst/>
              <a:cxnLst/>
              <a:rect l="l" t="t" r="r" b="b"/>
              <a:pathLst>
                <a:path w="9585" h="7732" extrusionOk="0">
                  <a:moveTo>
                    <a:pt x="7799" y="103"/>
                  </a:moveTo>
                  <a:lnTo>
                    <a:pt x="9481" y="6913"/>
                  </a:lnTo>
                  <a:cubicBezTo>
                    <a:pt x="9118" y="6981"/>
                    <a:pt x="6856" y="7413"/>
                    <a:pt x="5173" y="7504"/>
                  </a:cubicBezTo>
                  <a:lnTo>
                    <a:pt x="4911" y="6867"/>
                  </a:lnTo>
                  <a:cubicBezTo>
                    <a:pt x="4900" y="6856"/>
                    <a:pt x="4878" y="6844"/>
                    <a:pt x="4855" y="6844"/>
                  </a:cubicBezTo>
                  <a:cubicBezTo>
                    <a:pt x="4832" y="6844"/>
                    <a:pt x="4820" y="6856"/>
                    <a:pt x="4820" y="6879"/>
                  </a:cubicBezTo>
                  <a:lnTo>
                    <a:pt x="4707" y="7607"/>
                  </a:lnTo>
                  <a:cubicBezTo>
                    <a:pt x="4595" y="7611"/>
                    <a:pt x="4254" y="7630"/>
                    <a:pt x="3814" y="7630"/>
                  </a:cubicBezTo>
                  <a:cubicBezTo>
                    <a:pt x="3264" y="7630"/>
                    <a:pt x="2561" y="7601"/>
                    <a:pt x="1955" y="7481"/>
                  </a:cubicBezTo>
                  <a:cubicBezTo>
                    <a:pt x="1251" y="7345"/>
                    <a:pt x="614" y="6993"/>
                    <a:pt x="114" y="6481"/>
                  </a:cubicBezTo>
                  <a:lnTo>
                    <a:pt x="2046" y="319"/>
                  </a:lnTo>
                  <a:lnTo>
                    <a:pt x="7799" y="103"/>
                  </a:lnTo>
                  <a:close/>
                  <a:moveTo>
                    <a:pt x="7844" y="1"/>
                  </a:moveTo>
                  <a:lnTo>
                    <a:pt x="2013" y="217"/>
                  </a:lnTo>
                  <a:cubicBezTo>
                    <a:pt x="1990" y="217"/>
                    <a:pt x="1967" y="240"/>
                    <a:pt x="1967" y="251"/>
                  </a:cubicBezTo>
                  <a:lnTo>
                    <a:pt x="12" y="6481"/>
                  </a:lnTo>
                  <a:cubicBezTo>
                    <a:pt x="0" y="6492"/>
                    <a:pt x="12" y="6515"/>
                    <a:pt x="23" y="6526"/>
                  </a:cubicBezTo>
                  <a:cubicBezTo>
                    <a:pt x="535" y="7061"/>
                    <a:pt x="1205" y="7425"/>
                    <a:pt x="1944" y="7572"/>
                  </a:cubicBezTo>
                  <a:cubicBezTo>
                    <a:pt x="2547" y="7698"/>
                    <a:pt x="3251" y="7731"/>
                    <a:pt x="3797" y="7731"/>
                  </a:cubicBezTo>
                  <a:cubicBezTo>
                    <a:pt x="4343" y="7731"/>
                    <a:pt x="4741" y="7698"/>
                    <a:pt x="4752" y="7698"/>
                  </a:cubicBezTo>
                  <a:cubicBezTo>
                    <a:pt x="4764" y="7698"/>
                    <a:pt x="4787" y="7675"/>
                    <a:pt x="4787" y="7652"/>
                  </a:cubicBezTo>
                  <a:lnTo>
                    <a:pt x="4888" y="7072"/>
                  </a:lnTo>
                  <a:lnTo>
                    <a:pt x="5093" y="7572"/>
                  </a:lnTo>
                  <a:cubicBezTo>
                    <a:pt x="5105" y="7595"/>
                    <a:pt x="5116" y="7607"/>
                    <a:pt x="5139" y="7607"/>
                  </a:cubicBezTo>
                  <a:cubicBezTo>
                    <a:pt x="6980" y="7504"/>
                    <a:pt x="9527" y="7004"/>
                    <a:pt x="9550" y="6993"/>
                  </a:cubicBezTo>
                  <a:cubicBezTo>
                    <a:pt x="9561" y="6993"/>
                    <a:pt x="9572" y="6981"/>
                    <a:pt x="9584" y="6970"/>
                  </a:cubicBezTo>
                  <a:lnTo>
                    <a:pt x="9584" y="6935"/>
                  </a:lnTo>
                  <a:lnTo>
                    <a:pt x="7890" y="35"/>
                  </a:lnTo>
                  <a:cubicBezTo>
                    <a:pt x="7879" y="12"/>
                    <a:pt x="7867" y="1"/>
                    <a:pt x="78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61"/>
            <p:cNvSpPr/>
            <p:nvPr/>
          </p:nvSpPr>
          <p:spPr>
            <a:xfrm>
              <a:off x="1465917" y="2097269"/>
              <a:ext cx="140962" cy="53621"/>
            </a:xfrm>
            <a:custGeom>
              <a:avLst/>
              <a:gdLst/>
              <a:ahLst/>
              <a:cxnLst/>
              <a:rect l="l" t="t" r="r" b="b"/>
              <a:pathLst>
                <a:path w="4753" h="1808" extrusionOk="0">
                  <a:moveTo>
                    <a:pt x="182" y="1"/>
                  </a:moveTo>
                  <a:lnTo>
                    <a:pt x="0" y="615"/>
                  </a:lnTo>
                  <a:cubicBezTo>
                    <a:pt x="511" y="1149"/>
                    <a:pt x="1171" y="1513"/>
                    <a:pt x="1887" y="1661"/>
                  </a:cubicBezTo>
                  <a:cubicBezTo>
                    <a:pt x="2481" y="1777"/>
                    <a:pt x="3161" y="1807"/>
                    <a:pt x="3702" y="1807"/>
                  </a:cubicBezTo>
                  <a:cubicBezTo>
                    <a:pt x="4270" y="1807"/>
                    <a:pt x="4684" y="1774"/>
                    <a:pt x="4684" y="1774"/>
                  </a:cubicBezTo>
                  <a:lnTo>
                    <a:pt x="4752" y="1342"/>
                  </a:lnTo>
                  <a:lnTo>
                    <a:pt x="4752" y="1342"/>
                  </a:lnTo>
                  <a:cubicBezTo>
                    <a:pt x="4568" y="1351"/>
                    <a:pt x="4383" y="1356"/>
                    <a:pt x="4198" y="1356"/>
                  </a:cubicBezTo>
                  <a:cubicBezTo>
                    <a:pt x="3459" y="1356"/>
                    <a:pt x="2715" y="1283"/>
                    <a:pt x="1978" y="1138"/>
                  </a:cubicBezTo>
                  <a:cubicBezTo>
                    <a:pt x="1262" y="1001"/>
                    <a:pt x="614" y="592"/>
                    <a:pt x="1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61"/>
            <p:cNvSpPr/>
            <p:nvPr/>
          </p:nvSpPr>
          <p:spPr>
            <a:xfrm>
              <a:off x="1464226" y="2095935"/>
              <a:ext cx="144313" cy="56349"/>
            </a:xfrm>
            <a:custGeom>
              <a:avLst/>
              <a:gdLst/>
              <a:ahLst/>
              <a:cxnLst/>
              <a:rect l="l" t="t" r="r" b="b"/>
              <a:pathLst>
                <a:path w="4866" h="1900" extrusionOk="0">
                  <a:moveTo>
                    <a:pt x="262" y="149"/>
                  </a:moveTo>
                  <a:cubicBezTo>
                    <a:pt x="705" y="717"/>
                    <a:pt x="1331" y="1092"/>
                    <a:pt x="2035" y="1228"/>
                  </a:cubicBezTo>
                  <a:cubicBezTo>
                    <a:pt x="2786" y="1380"/>
                    <a:pt x="3545" y="1453"/>
                    <a:pt x="4306" y="1453"/>
                  </a:cubicBezTo>
                  <a:cubicBezTo>
                    <a:pt x="4454" y="1453"/>
                    <a:pt x="4603" y="1450"/>
                    <a:pt x="4752" y="1445"/>
                  </a:cubicBezTo>
                  <a:lnTo>
                    <a:pt x="4752" y="1445"/>
                  </a:lnTo>
                  <a:lnTo>
                    <a:pt x="4707" y="1774"/>
                  </a:lnTo>
                  <a:cubicBezTo>
                    <a:pt x="4593" y="1784"/>
                    <a:pt x="4243" y="1806"/>
                    <a:pt x="3793" y="1806"/>
                  </a:cubicBezTo>
                  <a:cubicBezTo>
                    <a:pt x="3247" y="1806"/>
                    <a:pt x="2553" y="1774"/>
                    <a:pt x="1955" y="1649"/>
                  </a:cubicBezTo>
                  <a:cubicBezTo>
                    <a:pt x="1251" y="1513"/>
                    <a:pt x="614" y="1172"/>
                    <a:pt x="114" y="649"/>
                  </a:cubicBezTo>
                  <a:lnTo>
                    <a:pt x="262" y="149"/>
                  </a:lnTo>
                  <a:close/>
                  <a:moveTo>
                    <a:pt x="227" y="0"/>
                  </a:moveTo>
                  <a:cubicBezTo>
                    <a:pt x="205" y="0"/>
                    <a:pt x="194" y="12"/>
                    <a:pt x="194" y="35"/>
                  </a:cubicBezTo>
                  <a:lnTo>
                    <a:pt x="12" y="649"/>
                  </a:lnTo>
                  <a:cubicBezTo>
                    <a:pt x="0" y="671"/>
                    <a:pt x="12" y="682"/>
                    <a:pt x="23" y="694"/>
                  </a:cubicBezTo>
                  <a:cubicBezTo>
                    <a:pt x="546" y="1240"/>
                    <a:pt x="1205" y="1604"/>
                    <a:pt x="1944" y="1751"/>
                  </a:cubicBezTo>
                  <a:cubicBezTo>
                    <a:pt x="2547" y="1865"/>
                    <a:pt x="3251" y="1899"/>
                    <a:pt x="3797" y="1899"/>
                  </a:cubicBezTo>
                  <a:cubicBezTo>
                    <a:pt x="4343" y="1899"/>
                    <a:pt x="4741" y="1877"/>
                    <a:pt x="4752" y="1877"/>
                  </a:cubicBezTo>
                  <a:cubicBezTo>
                    <a:pt x="4775" y="1865"/>
                    <a:pt x="4787" y="1854"/>
                    <a:pt x="4787" y="1831"/>
                  </a:cubicBezTo>
                  <a:lnTo>
                    <a:pt x="4866" y="1399"/>
                  </a:lnTo>
                  <a:cubicBezTo>
                    <a:pt x="4866" y="1376"/>
                    <a:pt x="4855" y="1365"/>
                    <a:pt x="4855" y="1354"/>
                  </a:cubicBezTo>
                  <a:cubicBezTo>
                    <a:pt x="4843" y="1342"/>
                    <a:pt x="4820" y="1342"/>
                    <a:pt x="4809" y="1342"/>
                  </a:cubicBezTo>
                  <a:cubicBezTo>
                    <a:pt x="4625" y="1351"/>
                    <a:pt x="4440" y="1355"/>
                    <a:pt x="4256" y="1355"/>
                  </a:cubicBezTo>
                  <a:cubicBezTo>
                    <a:pt x="3516" y="1355"/>
                    <a:pt x="2774" y="1283"/>
                    <a:pt x="2046" y="1137"/>
                  </a:cubicBezTo>
                  <a:cubicBezTo>
                    <a:pt x="1342" y="1001"/>
                    <a:pt x="705" y="603"/>
                    <a:pt x="273" y="23"/>
                  </a:cubicBezTo>
                  <a:cubicBezTo>
                    <a:pt x="262" y="0"/>
                    <a:pt x="250" y="0"/>
                    <a:pt x="2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61"/>
            <p:cNvSpPr/>
            <p:nvPr/>
          </p:nvSpPr>
          <p:spPr>
            <a:xfrm>
              <a:off x="1612247" y="2116161"/>
              <a:ext cx="134882" cy="31407"/>
            </a:xfrm>
            <a:custGeom>
              <a:avLst/>
              <a:gdLst/>
              <a:ahLst/>
              <a:cxnLst/>
              <a:rect l="l" t="t" r="r" b="b"/>
              <a:pathLst>
                <a:path w="4548" h="1059" extrusionOk="0">
                  <a:moveTo>
                    <a:pt x="4434" y="0"/>
                  </a:moveTo>
                  <a:cubicBezTo>
                    <a:pt x="4286" y="46"/>
                    <a:pt x="3343" y="182"/>
                    <a:pt x="2388" y="364"/>
                  </a:cubicBezTo>
                  <a:cubicBezTo>
                    <a:pt x="1296" y="581"/>
                    <a:pt x="114" y="694"/>
                    <a:pt x="114" y="694"/>
                  </a:cubicBezTo>
                  <a:lnTo>
                    <a:pt x="0" y="694"/>
                  </a:lnTo>
                  <a:lnTo>
                    <a:pt x="148" y="1058"/>
                  </a:lnTo>
                  <a:cubicBezTo>
                    <a:pt x="2001" y="955"/>
                    <a:pt x="4548" y="444"/>
                    <a:pt x="4548" y="444"/>
                  </a:cubicBezTo>
                  <a:lnTo>
                    <a:pt x="44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61"/>
            <p:cNvSpPr/>
            <p:nvPr/>
          </p:nvSpPr>
          <p:spPr>
            <a:xfrm>
              <a:off x="1610883" y="2114797"/>
              <a:ext cx="137611" cy="34106"/>
            </a:xfrm>
            <a:custGeom>
              <a:avLst/>
              <a:gdLst/>
              <a:ahLst/>
              <a:cxnLst/>
              <a:rect l="l" t="t" r="r" b="b"/>
              <a:pathLst>
                <a:path w="4640" h="1150" extrusionOk="0">
                  <a:moveTo>
                    <a:pt x="4445" y="104"/>
                  </a:moveTo>
                  <a:lnTo>
                    <a:pt x="4536" y="456"/>
                  </a:lnTo>
                  <a:cubicBezTo>
                    <a:pt x="4173" y="524"/>
                    <a:pt x="1911" y="956"/>
                    <a:pt x="228" y="1047"/>
                  </a:cubicBezTo>
                  <a:lnTo>
                    <a:pt x="114" y="786"/>
                  </a:lnTo>
                  <a:lnTo>
                    <a:pt x="171" y="786"/>
                  </a:lnTo>
                  <a:cubicBezTo>
                    <a:pt x="183" y="786"/>
                    <a:pt x="1353" y="672"/>
                    <a:pt x="2445" y="456"/>
                  </a:cubicBezTo>
                  <a:cubicBezTo>
                    <a:pt x="2911" y="377"/>
                    <a:pt x="3377" y="296"/>
                    <a:pt x="3752" y="228"/>
                  </a:cubicBezTo>
                  <a:cubicBezTo>
                    <a:pt x="4082" y="172"/>
                    <a:pt x="4332" y="126"/>
                    <a:pt x="4445" y="104"/>
                  </a:cubicBezTo>
                  <a:close/>
                  <a:moveTo>
                    <a:pt x="4468" y="1"/>
                  </a:moveTo>
                  <a:cubicBezTo>
                    <a:pt x="4389" y="24"/>
                    <a:pt x="4104" y="69"/>
                    <a:pt x="3730" y="137"/>
                  </a:cubicBezTo>
                  <a:cubicBezTo>
                    <a:pt x="3354" y="195"/>
                    <a:pt x="2899" y="274"/>
                    <a:pt x="2422" y="365"/>
                  </a:cubicBezTo>
                  <a:cubicBezTo>
                    <a:pt x="1342" y="569"/>
                    <a:pt x="171" y="683"/>
                    <a:pt x="160" y="683"/>
                  </a:cubicBezTo>
                  <a:cubicBezTo>
                    <a:pt x="160" y="683"/>
                    <a:pt x="114" y="695"/>
                    <a:pt x="46" y="695"/>
                  </a:cubicBezTo>
                  <a:cubicBezTo>
                    <a:pt x="34" y="695"/>
                    <a:pt x="12" y="706"/>
                    <a:pt x="12" y="718"/>
                  </a:cubicBezTo>
                  <a:cubicBezTo>
                    <a:pt x="1" y="729"/>
                    <a:pt x="1" y="751"/>
                    <a:pt x="1" y="763"/>
                  </a:cubicBezTo>
                  <a:lnTo>
                    <a:pt x="148" y="1115"/>
                  </a:lnTo>
                  <a:cubicBezTo>
                    <a:pt x="160" y="1138"/>
                    <a:pt x="171" y="1150"/>
                    <a:pt x="194" y="1150"/>
                  </a:cubicBezTo>
                  <a:cubicBezTo>
                    <a:pt x="2035" y="1047"/>
                    <a:pt x="4582" y="547"/>
                    <a:pt x="4605" y="536"/>
                  </a:cubicBezTo>
                  <a:cubicBezTo>
                    <a:pt x="4616" y="536"/>
                    <a:pt x="4627" y="524"/>
                    <a:pt x="4639" y="513"/>
                  </a:cubicBezTo>
                  <a:lnTo>
                    <a:pt x="4639" y="478"/>
                  </a:lnTo>
                  <a:lnTo>
                    <a:pt x="4525" y="35"/>
                  </a:lnTo>
                  <a:cubicBezTo>
                    <a:pt x="4525" y="24"/>
                    <a:pt x="4514" y="13"/>
                    <a:pt x="45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61"/>
            <p:cNvSpPr/>
            <p:nvPr/>
          </p:nvSpPr>
          <p:spPr>
            <a:xfrm>
              <a:off x="1651336" y="1938008"/>
              <a:ext cx="45554" cy="15333"/>
            </a:xfrm>
            <a:custGeom>
              <a:avLst/>
              <a:gdLst/>
              <a:ahLst/>
              <a:cxnLst/>
              <a:rect l="l" t="t" r="r" b="b"/>
              <a:pathLst>
                <a:path w="1536" h="517" extrusionOk="0">
                  <a:moveTo>
                    <a:pt x="58" y="1"/>
                  </a:moveTo>
                  <a:cubicBezTo>
                    <a:pt x="51" y="1"/>
                    <a:pt x="43" y="2"/>
                    <a:pt x="35" y="5"/>
                  </a:cubicBezTo>
                  <a:cubicBezTo>
                    <a:pt x="12" y="5"/>
                    <a:pt x="1" y="28"/>
                    <a:pt x="1" y="62"/>
                  </a:cubicBezTo>
                  <a:lnTo>
                    <a:pt x="103" y="482"/>
                  </a:lnTo>
                  <a:cubicBezTo>
                    <a:pt x="103" y="505"/>
                    <a:pt x="126" y="517"/>
                    <a:pt x="148" y="517"/>
                  </a:cubicBezTo>
                  <a:lnTo>
                    <a:pt x="1490" y="267"/>
                  </a:lnTo>
                  <a:cubicBezTo>
                    <a:pt x="1513" y="267"/>
                    <a:pt x="1535" y="232"/>
                    <a:pt x="1524" y="209"/>
                  </a:cubicBezTo>
                  <a:cubicBezTo>
                    <a:pt x="1524" y="191"/>
                    <a:pt x="1509" y="173"/>
                    <a:pt x="1485" y="173"/>
                  </a:cubicBezTo>
                  <a:cubicBezTo>
                    <a:pt x="1480" y="173"/>
                    <a:pt x="1474" y="174"/>
                    <a:pt x="1467" y="176"/>
                  </a:cubicBezTo>
                  <a:lnTo>
                    <a:pt x="183" y="414"/>
                  </a:lnTo>
                  <a:lnTo>
                    <a:pt x="103" y="39"/>
                  </a:lnTo>
                  <a:cubicBezTo>
                    <a:pt x="95" y="13"/>
                    <a:pt x="80" y="1"/>
                    <a:pt x="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61"/>
            <p:cNvSpPr/>
            <p:nvPr/>
          </p:nvSpPr>
          <p:spPr>
            <a:xfrm>
              <a:off x="1568413" y="1939076"/>
              <a:ext cx="79601" cy="16964"/>
            </a:xfrm>
            <a:custGeom>
              <a:avLst/>
              <a:gdLst/>
              <a:ahLst/>
              <a:cxnLst/>
              <a:rect l="l" t="t" r="r" b="b"/>
              <a:pathLst>
                <a:path w="2684" h="572" extrusionOk="0">
                  <a:moveTo>
                    <a:pt x="2565" y="0"/>
                  </a:moveTo>
                  <a:cubicBezTo>
                    <a:pt x="2559" y="0"/>
                    <a:pt x="2553" y="1"/>
                    <a:pt x="2547" y="3"/>
                  </a:cubicBezTo>
                  <a:cubicBezTo>
                    <a:pt x="2524" y="3"/>
                    <a:pt x="2512" y="26"/>
                    <a:pt x="2512" y="60"/>
                  </a:cubicBezTo>
                  <a:lnTo>
                    <a:pt x="2581" y="446"/>
                  </a:lnTo>
                  <a:cubicBezTo>
                    <a:pt x="2387" y="454"/>
                    <a:pt x="1732" y="475"/>
                    <a:pt x="1095" y="475"/>
                  </a:cubicBezTo>
                  <a:cubicBezTo>
                    <a:pt x="722" y="475"/>
                    <a:pt x="356" y="467"/>
                    <a:pt x="91" y="446"/>
                  </a:cubicBezTo>
                  <a:lnTo>
                    <a:pt x="91" y="196"/>
                  </a:lnTo>
                  <a:cubicBezTo>
                    <a:pt x="91" y="173"/>
                    <a:pt x="69" y="151"/>
                    <a:pt x="46" y="151"/>
                  </a:cubicBezTo>
                  <a:cubicBezTo>
                    <a:pt x="23" y="151"/>
                    <a:pt x="0" y="173"/>
                    <a:pt x="0" y="196"/>
                  </a:cubicBezTo>
                  <a:lnTo>
                    <a:pt x="0" y="492"/>
                  </a:lnTo>
                  <a:cubicBezTo>
                    <a:pt x="0" y="515"/>
                    <a:pt x="11" y="537"/>
                    <a:pt x="46" y="537"/>
                  </a:cubicBezTo>
                  <a:cubicBezTo>
                    <a:pt x="296" y="560"/>
                    <a:pt x="682" y="572"/>
                    <a:pt x="1057" y="572"/>
                  </a:cubicBezTo>
                  <a:cubicBezTo>
                    <a:pt x="1830" y="572"/>
                    <a:pt x="2626" y="537"/>
                    <a:pt x="2638" y="537"/>
                  </a:cubicBezTo>
                  <a:cubicBezTo>
                    <a:pt x="2649" y="537"/>
                    <a:pt x="2661" y="526"/>
                    <a:pt x="2671" y="515"/>
                  </a:cubicBezTo>
                  <a:cubicBezTo>
                    <a:pt x="2683" y="504"/>
                    <a:pt x="2683" y="492"/>
                    <a:pt x="2683" y="481"/>
                  </a:cubicBezTo>
                  <a:lnTo>
                    <a:pt x="2603" y="37"/>
                  </a:lnTo>
                  <a:cubicBezTo>
                    <a:pt x="2603" y="19"/>
                    <a:pt x="2588" y="0"/>
                    <a:pt x="25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61"/>
            <p:cNvSpPr/>
            <p:nvPr/>
          </p:nvSpPr>
          <p:spPr>
            <a:xfrm>
              <a:off x="1526596" y="1941508"/>
              <a:ext cx="36775" cy="12515"/>
            </a:xfrm>
            <a:custGeom>
              <a:avLst/>
              <a:gdLst/>
              <a:ahLst/>
              <a:cxnLst/>
              <a:rect l="l" t="t" r="r" b="b"/>
              <a:pathLst>
                <a:path w="1240" h="422" extrusionOk="0">
                  <a:moveTo>
                    <a:pt x="46" y="1"/>
                  </a:moveTo>
                  <a:cubicBezTo>
                    <a:pt x="23" y="1"/>
                    <a:pt x="1" y="12"/>
                    <a:pt x="1" y="46"/>
                  </a:cubicBezTo>
                  <a:lnTo>
                    <a:pt x="1" y="217"/>
                  </a:lnTo>
                  <a:cubicBezTo>
                    <a:pt x="1" y="240"/>
                    <a:pt x="12" y="262"/>
                    <a:pt x="34" y="262"/>
                  </a:cubicBezTo>
                  <a:lnTo>
                    <a:pt x="1183" y="422"/>
                  </a:lnTo>
                  <a:lnTo>
                    <a:pt x="1194" y="422"/>
                  </a:lnTo>
                  <a:cubicBezTo>
                    <a:pt x="1206" y="422"/>
                    <a:pt x="1217" y="410"/>
                    <a:pt x="1217" y="410"/>
                  </a:cubicBezTo>
                  <a:cubicBezTo>
                    <a:pt x="1228" y="399"/>
                    <a:pt x="1239" y="387"/>
                    <a:pt x="1239" y="364"/>
                  </a:cubicBezTo>
                  <a:lnTo>
                    <a:pt x="1239" y="58"/>
                  </a:lnTo>
                  <a:cubicBezTo>
                    <a:pt x="1239" y="35"/>
                    <a:pt x="1217" y="12"/>
                    <a:pt x="1194" y="12"/>
                  </a:cubicBezTo>
                  <a:cubicBezTo>
                    <a:pt x="1160" y="12"/>
                    <a:pt x="1137" y="35"/>
                    <a:pt x="1137" y="58"/>
                  </a:cubicBezTo>
                  <a:lnTo>
                    <a:pt x="1137" y="308"/>
                  </a:lnTo>
                  <a:lnTo>
                    <a:pt x="92" y="172"/>
                  </a:lnTo>
                  <a:lnTo>
                    <a:pt x="92" y="46"/>
                  </a:lnTo>
                  <a:cubicBezTo>
                    <a:pt x="92" y="12"/>
                    <a:pt x="69" y="1"/>
                    <a:pt x="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1"/>
            <p:cNvSpPr/>
            <p:nvPr/>
          </p:nvSpPr>
          <p:spPr>
            <a:xfrm>
              <a:off x="1611209" y="1957701"/>
              <a:ext cx="6792" cy="158846"/>
            </a:xfrm>
            <a:custGeom>
              <a:avLst/>
              <a:gdLst/>
              <a:ahLst/>
              <a:cxnLst/>
              <a:rect l="l" t="t" r="r" b="b"/>
              <a:pathLst>
                <a:path w="229" h="5356" extrusionOk="0">
                  <a:moveTo>
                    <a:pt x="183" y="0"/>
                  </a:moveTo>
                  <a:cubicBezTo>
                    <a:pt x="160" y="0"/>
                    <a:pt x="137" y="23"/>
                    <a:pt x="137" y="46"/>
                  </a:cubicBezTo>
                  <a:lnTo>
                    <a:pt x="1" y="5298"/>
                  </a:lnTo>
                  <a:cubicBezTo>
                    <a:pt x="1" y="5332"/>
                    <a:pt x="23" y="5355"/>
                    <a:pt x="46" y="5355"/>
                  </a:cubicBezTo>
                  <a:cubicBezTo>
                    <a:pt x="81" y="5355"/>
                    <a:pt x="92" y="5332"/>
                    <a:pt x="103" y="5310"/>
                  </a:cubicBezTo>
                  <a:lnTo>
                    <a:pt x="228" y="58"/>
                  </a:lnTo>
                  <a:cubicBezTo>
                    <a:pt x="228" y="23"/>
                    <a:pt x="217" y="0"/>
                    <a:pt x="1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61"/>
            <p:cNvSpPr/>
            <p:nvPr/>
          </p:nvSpPr>
          <p:spPr>
            <a:xfrm>
              <a:off x="1602786" y="1965798"/>
              <a:ext cx="11507" cy="78236"/>
            </a:xfrm>
            <a:custGeom>
              <a:avLst/>
              <a:gdLst/>
              <a:ahLst/>
              <a:cxnLst/>
              <a:rect l="l" t="t" r="r" b="b"/>
              <a:pathLst>
                <a:path w="388" h="2638" extrusionOk="0">
                  <a:moveTo>
                    <a:pt x="46" y="0"/>
                  </a:moveTo>
                  <a:cubicBezTo>
                    <a:pt x="24" y="0"/>
                    <a:pt x="1" y="23"/>
                    <a:pt x="1" y="46"/>
                  </a:cubicBezTo>
                  <a:lnTo>
                    <a:pt x="57" y="2410"/>
                  </a:lnTo>
                  <a:cubicBezTo>
                    <a:pt x="57" y="2422"/>
                    <a:pt x="69" y="2433"/>
                    <a:pt x="80" y="2445"/>
                  </a:cubicBezTo>
                  <a:lnTo>
                    <a:pt x="307" y="2627"/>
                  </a:lnTo>
                  <a:cubicBezTo>
                    <a:pt x="307" y="2627"/>
                    <a:pt x="319" y="2638"/>
                    <a:pt x="330" y="2638"/>
                  </a:cubicBezTo>
                  <a:cubicBezTo>
                    <a:pt x="353" y="2638"/>
                    <a:pt x="365" y="2627"/>
                    <a:pt x="376" y="2615"/>
                  </a:cubicBezTo>
                  <a:cubicBezTo>
                    <a:pt x="387" y="2592"/>
                    <a:pt x="387" y="2569"/>
                    <a:pt x="365" y="2547"/>
                  </a:cubicBezTo>
                  <a:lnTo>
                    <a:pt x="148" y="2387"/>
                  </a:lnTo>
                  <a:lnTo>
                    <a:pt x="92" y="46"/>
                  </a:lnTo>
                  <a:cubicBezTo>
                    <a:pt x="92" y="12"/>
                    <a:pt x="80" y="0"/>
                    <a:pt x="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61"/>
            <p:cNvSpPr/>
            <p:nvPr/>
          </p:nvSpPr>
          <p:spPr>
            <a:xfrm>
              <a:off x="1647984" y="1953223"/>
              <a:ext cx="71148" cy="73966"/>
            </a:xfrm>
            <a:custGeom>
              <a:avLst/>
              <a:gdLst/>
              <a:ahLst/>
              <a:cxnLst/>
              <a:rect l="l" t="t" r="r" b="b"/>
              <a:pathLst>
                <a:path w="2399" h="2494" extrusionOk="0">
                  <a:moveTo>
                    <a:pt x="62" y="1"/>
                  </a:moveTo>
                  <a:cubicBezTo>
                    <a:pt x="57" y="1"/>
                    <a:pt x="52" y="2"/>
                    <a:pt x="46" y="4"/>
                  </a:cubicBezTo>
                  <a:cubicBezTo>
                    <a:pt x="23" y="4"/>
                    <a:pt x="0" y="27"/>
                    <a:pt x="0" y="49"/>
                  </a:cubicBezTo>
                  <a:cubicBezTo>
                    <a:pt x="0" y="60"/>
                    <a:pt x="68" y="1356"/>
                    <a:pt x="1034" y="1937"/>
                  </a:cubicBezTo>
                  <a:cubicBezTo>
                    <a:pt x="1933" y="2470"/>
                    <a:pt x="2297" y="2493"/>
                    <a:pt x="2353" y="2493"/>
                  </a:cubicBezTo>
                  <a:cubicBezTo>
                    <a:pt x="2388" y="2493"/>
                    <a:pt x="2399" y="2470"/>
                    <a:pt x="2399" y="2448"/>
                  </a:cubicBezTo>
                  <a:cubicBezTo>
                    <a:pt x="2399" y="2425"/>
                    <a:pt x="2376" y="2402"/>
                    <a:pt x="2353" y="2402"/>
                  </a:cubicBezTo>
                  <a:cubicBezTo>
                    <a:pt x="2353" y="2402"/>
                    <a:pt x="2352" y="2402"/>
                    <a:pt x="2350" y="2402"/>
                  </a:cubicBezTo>
                  <a:cubicBezTo>
                    <a:pt x="2313" y="2402"/>
                    <a:pt x="1964" y="2391"/>
                    <a:pt x="1080" y="1856"/>
                  </a:cubicBezTo>
                  <a:cubicBezTo>
                    <a:pt x="159" y="1300"/>
                    <a:pt x="102" y="60"/>
                    <a:pt x="91" y="49"/>
                  </a:cubicBezTo>
                  <a:cubicBezTo>
                    <a:pt x="91" y="21"/>
                    <a:pt x="83" y="1"/>
                    <a:pt x="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61"/>
            <p:cNvSpPr/>
            <p:nvPr/>
          </p:nvSpPr>
          <p:spPr>
            <a:xfrm>
              <a:off x="1497265" y="1957019"/>
              <a:ext cx="68805" cy="73195"/>
            </a:xfrm>
            <a:custGeom>
              <a:avLst/>
              <a:gdLst/>
              <a:ahLst/>
              <a:cxnLst/>
              <a:rect l="l" t="t" r="r" b="b"/>
              <a:pathLst>
                <a:path w="2320" h="2468" extrusionOk="0">
                  <a:moveTo>
                    <a:pt x="2274" y="0"/>
                  </a:moveTo>
                  <a:cubicBezTo>
                    <a:pt x="2251" y="0"/>
                    <a:pt x="2228" y="23"/>
                    <a:pt x="2228" y="46"/>
                  </a:cubicBezTo>
                  <a:cubicBezTo>
                    <a:pt x="2217" y="69"/>
                    <a:pt x="1956" y="2354"/>
                    <a:pt x="46" y="2365"/>
                  </a:cubicBezTo>
                  <a:cubicBezTo>
                    <a:pt x="12" y="2365"/>
                    <a:pt x="0" y="2388"/>
                    <a:pt x="0" y="2422"/>
                  </a:cubicBezTo>
                  <a:cubicBezTo>
                    <a:pt x="0" y="2445"/>
                    <a:pt x="23" y="2468"/>
                    <a:pt x="46" y="2468"/>
                  </a:cubicBezTo>
                  <a:cubicBezTo>
                    <a:pt x="2046" y="2445"/>
                    <a:pt x="2319" y="81"/>
                    <a:pt x="2319" y="58"/>
                  </a:cubicBezTo>
                  <a:cubicBezTo>
                    <a:pt x="2319" y="35"/>
                    <a:pt x="2308" y="12"/>
                    <a:pt x="2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61"/>
            <p:cNvSpPr/>
            <p:nvPr/>
          </p:nvSpPr>
          <p:spPr>
            <a:xfrm>
              <a:off x="1450050" y="1683251"/>
              <a:ext cx="283911" cy="259118"/>
            </a:xfrm>
            <a:custGeom>
              <a:avLst/>
              <a:gdLst/>
              <a:ahLst/>
              <a:cxnLst/>
              <a:rect l="l" t="t" r="r" b="b"/>
              <a:pathLst>
                <a:path w="9573" h="8737" extrusionOk="0">
                  <a:moveTo>
                    <a:pt x="5901" y="0"/>
                  </a:moveTo>
                  <a:lnTo>
                    <a:pt x="4673" y="273"/>
                  </a:lnTo>
                  <a:cubicBezTo>
                    <a:pt x="4673" y="273"/>
                    <a:pt x="4605" y="1137"/>
                    <a:pt x="4480" y="1172"/>
                  </a:cubicBezTo>
                  <a:cubicBezTo>
                    <a:pt x="4378" y="1202"/>
                    <a:pt x="3988" y="1313"/>
                    <a:pt x="3236" y="1313"/>
                  </a:cubicBezTo>
                  <a:cubicBezTo>
                    <a:pt x="3144" y="1313"/>
                    <a:pt x="3048" y="1312"/>
                    <a:pt x="2945" y="1308"/>
                  </a:cubicBezTo>
                  <a:cubicBezTo>
                    <a:pt x="2927" y="1308"/>
                    <a:pt x="2908" y="1308"/>
                    <a:pt x="2890" y="1308"/>
                  </a:cubicBezTo>
                  <a:cubicBezTo>
                    <a:pt x="2313" y="1308"/>
                    <a:pt x="2011" y="1500"/>
                    <a:pt x="1604" y="2524"/>
                  </a:cubicBezTo>
                  <a:cubicBezTo>
                    <a:pt x="1183" y="3593"/>
                    <a:pt x="1" y="6538"/>
                    <a:pt x="114" y="6651"/>
                  </a:cubicBezTo>
                  <a:cubicBezTo>
                    <a:pt x="140" y="6677"/>
                    <a:pt x="251" y="6687"/>
                    <a:pt x="410" y="6687"/>
                  </a:cubicBezTo>
                  <a:cubicBezTo>
                    <a:pt x="1017" y="6687"/>
                    <a:pt x="2331" y="6538"/>
                    <a:pt x="2332" y="6538"/>
                  </a:cubicBezTo>
                  <a:lnTo>
                    <a:pt x="2332" y="6538"/>
                  </a:lnTo>
                  <a:cubicBezTo>
                    <a:pt x="2332" y="6538"/>
                    <a:pt x="2218" y="7811"/>
                    <a:pt x="2274" y="8266"/>
                  </a:cubicBezTo>
                  <a:cubicBezTo>
                    <a:pt x="2332" y="8720"/>
                    <a:pt x="2729" y="8629"/>
                    <a:pt x="3855" y="8720"/>
                  </a:cubicBezTo>
                  <a:cubicBezTo>
                    <a:pt x="3995" y="8732"/>
                    <a:pt x="4166" y="8737"/>
                    <a:pt x="4358" y="8737"/>
                  </a:cubicBezTo>
                  <a:cubicBezTo>
                    <a:pt x="5713" y="8737"/>
                    <a:pt x="8136" y="8481"/>
                    <a:pt x="8345" y="8322"/>
                  </a:cubicBezTo>
                  <a:cubicBezTo>
                    <a:pt x="8595" y="8140"/>
                    <a:pt x="8777" y="8084"/>
                    <a:pt x="8595" y="7413"/>
                  </a:cubicBezTo>
                  <a:cubicBezTo>
                    <a:pt x="8413" y="6753"/>
                    <a:pt x="8380" y="4650"/>
                    <a:pt x="8380" y="4650"/>
                  </a:cubicBezTo>
                  <a:lnTo>
                    <a:pt x="9459" y="3661"/>
                  </a:lnTo>
                  <a:cubicBezTo>
                    <a:pt x="9573" y="3206"/>
                    <a:pt x="9562" y="2729"/>
                    <a:pt x="9448" y="2286"/>
                  </a:cubicBezTo>
                  <a:cubicBezTo>
                    <a:pt x="9266" y="1672"/>
                    <a:pt x="8686" y="1649"/>
                    <a:pt x="7925" y="1558"/>
                  </a:cubicBezTo>
                  <a:cubicBezTo>
                    <a:pt x="7175" y="1467"/>
                    <a:pt x="6162" y="1251"/>
                    <a:pt x="6049" y="1035"/>
                  </a:cubicBezTo>
                  <a:cubicBezTo>
                    <a:pt x="5924" y="831"/>
                    <a:pt x="5901" y="0"/>
                    <a:pt x="59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61"/>
            <p:cNvSpPr/>
            <p:nvPr/>
          </p:nvSpPr>
          <p:spPr>
            <a:xfrm>
              <a:off x="1450050" y="1681886"/>
              <a:ext cx="285275" cy="262024"/>
            </a:xfrm>
            <a:custGeom>
              <a:avLst/>
              <a:gdLst/>
              <a:ahLst/>
              <a:cxnLst/>
              <a:rect l="l" t="t" r="r" b="b"/>
              <a:pathLst>
                <a:path w="9619" h="8835" extrusionOk="0">
                  <a:moveTo>
                    <a:pt x="5889" y="1"/>
                  </a:moveTo>
                  <a:lnTo>
                    <a:pt x="4673" y="274"/>
                  </a:lnTo>
                  <a:cubicBezTo>
                    <a:pt x="4651" y="285"/>
                    <a:pt x="4628" y="296"/>
                    <a:pt x="4628" y="319"/>
                  </a:cubicBezTo>
                  <a:cubicBezTo>
                    <a:pt x="4593" y="695"/>
                    <a:pt x="4525" y="1127"/>
                    <a:pt x="4469" y="1172"/>
                  </a:cubicBezTo>
                  <a:lnTo>
                    <a:pt x="4446" y="1172"/>
                  </a:lnTo>
                  <a:cubicBezTo>
                    <a:pt x="4305" y="1212"/>
                    <a:pt x="3925" y="1314"/>
                    <a:pt x="3235" y="1314"/>
                  </a:cubicBezTo>
                  <a:cubicBezTo>
                    <a:pt x="3144" y="1314"/>
                    <a:pt x="3047" y="1313"/>
                    <a:pt x="2945" y="1309"/>
                  </a:cubicBezTo>
                  <a:cubicBezTo>
                    <a:pt x="2913" y="1307"/>
                    <a:pt x="2881" y="1307"/>
                    <a:pt x="2849" y="1307"/>
                  </a:cubicBezTo>
                  <a:cubicBezTo>
                    <a:pt x="2296" y="1307"/>
                    <a:pt x="1978" y="1515"/>
                    <a:pt x="1558" y="2559"/>
                  </a:cubicBezTo>
                  <a:lnTo>
                    <a:pt x="1456" y="2809"/>
                  </a:lnTo>
                  <a:cubicBezTo>
                    <a:pt x="194" y="5992"/>
                    <a:pt x="1" y="6652"/>
                    <a:pt x="81" y="6731"/>
                  </a:cubicBezTo>
                  <a:cubicBezTo>
                    <a:pt x="115" y="6766"/>
                    <a:pt x="251" y="6780"/>
                    <a:pt x="443" y="6780"/>
                  </a:cubicBezTo>
                  <a:cubicBezTo>
                    <a:pt x="936" y="6780"/>
                    <a:pt x="1803" y="6689"/>
                    <a:pt x="2286" y="6640"/>
                  </a:cubicBezTo>
                  <a:lnTo>
                    <a:pt x="2286" y="6640"/>
                  </a:lnTo>
                  <a:cubicBezTo>
                    <a:pt x="2263" y="6902"/>
                    <a:pt x="2172" y="7913"/>
                    <a:pt x="2229" y="8323"/>
                  </a:cubicBezTo>
                  <a:cubicBezTo>
                    <a:pt x="2286" y="8721"/>
                    <a:pt x="2570" y="8744"/>
                    <a:pt x="3264" y="8777"/>
                  </a:cubicBezTo>
                  <a:cubicBezTo>
                    <a:pt x="3434" y="8789"/>
                    <a:pt x="3628" y="8800"/>
                    <a:pt x="3855" y="8812"/>
                  </a:cubicBezTo>
                  <a:cubicBezTo>
                    <a:pt x="3991" y="8823"/>
                    <a:pt x="4161" y="8835"/>
                    <a:pt x="4355" y="8835"/>
                  </a:cubicBezTo>
                  <a:cubicBezTo>
                    <a:pt x="5685" y="8835"/>
                    <a:pt x="8140" y="8595"/>
                    <a:pt x="8380" y="8413"/>
                  </a:cubicBezTo>
                  <a:cubicBezTo>
                    <a:pt x="8402" y="8403"/>
                    <a:pt x="8413" y="8380"/>
                    <a:pt x="8436" y="8368"/>
                  </a:cubicBezTo>
                  <a:cubicBezTo>
                    <a:pt x="8675" y="8198"/>
                    <a:pt x="8812" y="8062"/>
                    <a:pt x="8641" y="7448"/>
                  </a:cubicBezTo>
                  <a:cubicBezTo>
                    <a:pt x="8459" y="6799"/>
                    <a:pt x="8425" y="4719"/>
                    <a:pt x="8425" y="4696"/>
                  </a:cubicBezTo>
                  <a:cubicBezTo>
                    <a:pt x="8425" y="4674"/>
                    <a:pt x="8402" y="4651"/>
                    <a:pt x="8380" y="4651"/>
                  </a:cubicBezTo>
                  <a:cubicBezTo>
                    <a:pt x="8357" y="4651"/>
                    <a:pt x="8334" y="4674"/>
                    <a:pt x="8334" y="4696"/>
                  </a:cubicBezTo>
                  <a:cubicBezTo>
                    <a:pt x="8334" y="4787"/>
                    <a:pt x="8368" y="6811"/>
                    <a:pt x="8550" y="7470"/>
                  </a:cubicBezTo>
                  <a:cubicBezTo>
                    <a:pt x="8709" y="8062"/>
                    <a:pt x="8584" y="8141"/>
                    <a:pt x="8380" y="8289"/>
                  </a:cubicBezTo>
                  <a:cubicBezTo>
                    <a:pt x="8357" y="8300"/>
                    <a:pt x="8345" y="8323"/>
                    <a:pt x="8322" y="8334"/>
                  </a:cubicBezTo>
                  <a:cubicBezTo>
                    <a:pt x="8115" y="8493"/>
                    <a:pt x="5729" y="8738"/>
                    <a:pt x="4375" y="8738"/>
                  </a:cubicBezTo>
                  <a:cubicBezTo>
                    <a:pt x="4176" y="8738"/>
                    <a:pt x="3999" y="8733"/>
                    <a:pt x="3855" y="8721"/>
                  </a:cubicBezTo>
                  <a:cubicBezTo>
                    <a:pt x="3638" y="8698"/>
                    <a:pt x="3446" y="8686"/>
                    <a:pt x="3275" y="8686"/>
                  </a:cubicBezTo>
                  <a:cubicBezTo>
                    <a:pt x="2559" y="8641"/>
                    <a:pt x="2365" y="8618"/>
                    <a:pt x="2320" y="8312"/>
                  </a:cubicBezTo>
                  <a:cubicBezTo>
                    <a:pt x="2263" y="7857"/>
                    <a:pt x="2388" y="6595"/>
                    <a:pt x="2388" y="6584"/>
                  </a:cubicBezTo>
                  <a:cubicBezTo>
                    <a:pt x="2388" y="6572"/>
                    <a:pt x="2377" y="6561"/>
                    <a:pt x="2365" y="6549"/>
                  </a:cubicBezTo>
                  <a:cubicBezTo>
                    <a:pt x="2358" y="6541"/>
                    <a:pt x="2349" y="6533"/>
                    <a:pt x="2341" y="6533"/>
                  </a:cubicBezTo>
                  <a:cubicBezTo>
                    <a:pt x="2338" y="6533"/>
                    <a:pt x="2335" y="6535"/>
                    <a:pt x="2332" y="6538"/>
                  </a:cubicBezTo>
                  <a:cubicBezTo>
                    <a:pt x="1576" y="6626"/>
                    <a:pt x="766" y="6693"/>
                    <a:pt x="379" y="6693"/>
                  </a:cubicBezTo>
                  <a:cubicBezTo>
                    <a:pt x="265" y="6693"/>
                    <a:pt x="188" y="6687"/>
                    <a:pt x="160" y="6675"/>
                  </a:cubicBezTo>
                  <a:cubicBezTo>
                    <a:pt x="126" y="6424"/>
                    <a:pt x="1160" y="3832"/>
                    <a:pt x="1547" y="2843"/>
                  </a:cubicBezTo>
                  <a:lnTo>
                    <a:pt x="1649" y="2593"/>
                  </a:lnTo>
                  <a:cubicBezTo>
                    <a:pt x="2037" y="1614"/>
                    <a:pt x="2312" y="1409"/>
                    <a:pt x="2851" y="1409"/>
                  </a:cubicBezTo>
                  <a:cubicBezTo>
                    <a:pt x="2882" y="1409"/>
                    <a:pt x="2913" y="1409"/>
                    <a:pt x="2945" y="1410"/>
                  </a:cubicBezTo>
                  <a:cubicBezTo>
                    <a:pt x="3019" y="1412"/>
                    <a:pt x="3089" y="1413"/>
                    <a:pt x="3157" y="1413"/>
                  </a:cubicBezTo>
                  <a:cubicBezTo>
                    <a:pt x="3909" y="1413"/>
                    <a:pt x="4323" y="1306"/>
                    <a:pt x="4469" y="1274"/>
                  </a:cubicBezTo>
                  <a:lnTo>
                    <a:pt x="4492" y="1263"/>
                  </a:lnTo>
                  <a:cubicBezTo>
                    <a:pt x="4616" y="1229"/>
                    <a:pt x="4684" y="763"/>
                    <a:pt x="4719" y="365"/>
                  </a:cubicBezTo>
                  <a:lnTo>
                    <a:pt x="5856" y="104"/>
                  </a:lnTo>
                  <a:cubicBezTo>
                    <a:pt x="5867" y="308"/>
                    <a:pt x="5889" y="922"/>
                    <a:pt x="6003" y="1104"/>
                  </a:cubicBezTo>
                  <a:cubicBezTo>
                    <a:pt x="6140" y="1354"/>
                    <a:pt x="7231" y="1570"/>
                    <a:pt x="7925" y="1650"/>
                  </a:cubicBezTo>
                  <a:lnTo>
                    <a:pt x="8061" y="1661"/>
                  </a:lnTo>
                  <a:cubicBezTo>
                    <a:pt x="8743" y="1741"/>
                    <a:pt x="9244" y="1797"/>
                    <a:pt x="9403" y="2343"/>
                  </a:cubicBezTo>
                  <a:cubicBezTo>
                    <a:pt x="9516" y="2787"/>
                    <a:pt x="9527" y="3252"/>
                    <a:pt x="9414" y="3696"/>
                  </a:cubicBezTo>
                  <a:cubicBezTo>
                    <a:pt x="9414" y="3719"/>
                    <a:pt x="9425" y="3752"/>
                    <a:pt x="9448" y="3752"/>
                  </a:cubicBezTo>
                  <a:cubicBezTo>
                    <a:pt x="9455" y="3755"/>
                    <a:pt x="9461" y="3756"/>
                    <a:pt x="9466" y="3756"/>
                  </a:cubicBezTo>
                  <a:cubicBezTo>
                    <a:pt x="9490" y="3756"/>
                    <a:pt x="9507" y="3737"/>
                    <a:pt x="9516" y="3719"/>
                  </a:cubicBezTo>
                  <a:cubicBezTo>
                    <a:pt x="9618" y="3252"/>
                    <a:pt x="9618" y="2775"/>
                    <a:pt x="9494" y="2320"/>
                  </a:cubicBezTo>
                  <a:cubicBezTo>
                    <a:pt x="9312" y="1718"/>
                    <a:pt x="8766" y="1650"/>
                    <a:pt x="8072" y="1570"/>
                  </a:cubicBezTo>
                  <a:lnTo>
                    <a:pt x="7936" y="1547"/>
                  </a:lnTo>
                  <a:cubicBezTo>
                    <a:pt x="7129" y="1456"/>
                    <a:pt x="6185" y="1240"/>
                    <a:pt x="6083" y="1059"/>
                  </a:cubicBezTo>
                  <a:cubicBezTo>
                    <a:pt x="5992" y="899"/>
                    <a:pt x="5958" y="274"/>
                    <a:pt x="5947" y="46"/>
                  </a:cubicBezTo>
                  <a:cubicBezTo>
                    <a:pt x="5947" y="35"/>
                    <a:pt x="5947" y="13"/>
                    <a:pt x="5935" y="13"/>
                  </a:cubicBezTo>
                  <a:cubicBezTo>
                    <a:pt x="5924" y="1"/>
                    <a:pt x="5901" y="1"/>
                    <a:pt x="58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61"/>
            <p:cNvSpPr/>
            <p:nvPr/>
          </p:nvSpPr>
          <p:spPr>
            <a:xfrm>
              <a:off x="1587958" y="1680908"/>
              <a:ext cx="68420" cy="39267"/>
            </a:xfrm>
            <a:custGeom>
              <a:avLst/>
              <a:gdLst/>
              <a:ahLst/>
              <a:cxnLst/>
              <a:rect l="l" t="t" r="r" b="b"/>
              <a:pathLst>
                <a:path w="2307" h="1324" extrusionOk="0">
                  <a:moveTo>
                    <a:pt x="1944" y="0"/>
                  </a:moveTo>
                  <a:lnTo>
                    <a:pt x="1944" y="0"/>
                  </a:lnTo>
                  <a:cubicBezTo>
                    <a:pt x="1944" y="0"/>
                    <a:pt x="489" y="728"/>
                    <a:pt x="1" y="728"/>
                  </a:cubicBezTo>
                  <a:cubicBezTo>
                    <a:pt x="421" y="1046"/>
                    <a:pt x="921" y="1262"/>
                    <a:pt x="1444" y="1319"/>
                  </a:cubicBezTo>
                  <a:cubicBezTo>
                    <a:pt x="1472" y="1322"/>
                    <a:pt x="1498" y="1323"/>
                    <a:pt x="1523" y="1323"/>
                  </a:cubicBezTo>
                  <a:cubicBezTo>
                    <a:pt x="2307" y="1323"/>
                    <a:pt x="1944" y="0"/>
                    <a:pt x="1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61"/>
            <p:cNvSpPr/>
            <p:nvPr/>
          </p:nvSpPr>
          <p:spPr>
            <a:xfrm>
              <a:off x="1586267" y="1679276"/>
              <a:ext cx="67471" cy="42114"/>
            </a:xfrm>
            <a:custGeom>
              <a:avLst/>
              <a:gdLst/>
              <a:ahLst/>
              <a:cxnLst/>
              <a:rect l="l" t="t" r="r" b="b"/>
              <a:pathLst>
                <a:path w="2275" h="1420" extrusionOk="0">
                  <a:moveTo>
                    <a:pt x="1968" y="123"/>
                  </a:moveTo>
                  <a:cubicBezTo>
                    <a:pt x="2013" y="316"/>
                    <a:pt x="2127" y="930"/>
                    <a:pt x="1899" y="1192"/>
                  </a:cubicBezTo>
                  <a:cubicBezTo>
                    <a:pt x="1824" y="1277"/>
                    <a:pt x="1724" y="1322"/>
                    <a:pt x="1595" y="1322"/>
                  </a:cubicBezTo>
                  <a:cubicBezTo>
                    <a:pt x="1569" y="1322"/>
                    <a:pt x="1542" y="1320"/>
                    <a:pt x="1513" y="1317"/>
                  </a:cubicBezTo>
                  <a:cubicBezTo>
                    <a:pt x="1035" y="1271"/>
                    <a:pt x="581" y="1089"/>
                    <a:pt x="182" y="816"/>
                  </a:cubicBezTo>
                  <a:cubicBezTo>
                    <a:pt x="705" y="737"/>
                    <a:pt x="1717" y="248"/>
                    <a:pt x="1968" y="123"/>
                  </a:cubicBezTo>
                  <a:close/>
                  <a:moveTo>
                    <a:pt x="1996" y="1"/>
                  </a:moveTo>
                  <a:cubicBezTo>
                    <a:pt x="1990" y="1"/>
                    <a:pt x="1984" y="4"/>
                    <a:pt x="1979" y="10"/>
                  </a:cubicBezTo>
                  <a:cubicBezTo>
                    <a:pt x="1956" y="21"/>
                    <a:pt x="535" y="725"/>
                    <a:pt x="58" y="725"/>
                  </a:cubicBezTo>
                  <a:cubicBezTo>
                    <a:pt x="35" y="725"/>
                    <a:pt x="12" y="737"/>
                    <a:pt x="12" y="760"/>
                  </a:cubicBezTo>
                  <a:cubicBezTo>
                    <a:pt x="0" y="783"/>
                    <a:pt x="12" y="805"/>
                    <a:pt x="23" y="816"/>
                  </a:cubicBezTo>
                  <a:cubicBezTo>
                    <a:pt x="455" y="1147"/>
                    <a:pt x="955" y="1362"/>
                    <a:pt x="1501" y="1419"/>
                  </a:cubicBezTo>
                  <a:lnTo>
                    <a:pt x="1592" y="1419"/>
                  </a:lnTo>
                  <a:cubicBezTo>
                    <a:pt x="1751" y="1419"/>
                    <a:pt x="1877" y="1362"/>
                    <a:pt x="1979" y="1260"/>
                  </a:cubicBezTo>
                  <a:cubicBezTo>
                    <a:pt x="2274" y="896"/>
                    <a:pt x="2059" y="78"/>
                    <a:pt x="2047" y="43"/>
                  </a:cubicBezTo>
                  <a:cubicBezTo>
                    <a:pt x="2036" y="21"/>
                    <a:pt x="2036" y="10"/>
                    <a:pt x="2013" y="10"/>
                  </a:cubicBezTo>
                  <a:cubicBezTo>
                    <a:pt x="2007" y="4"/>
                    <a:pt x="2001" y="1"/>
                    <a:pt x="19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61"/>
            <p:cNvSpPr/>
            <p:nvPr/>
          </p:nvSpPr>
          <p:spPr>
            <a:xfrm>
              <a:off x="1450050" y="1753717"/>
              <a:ext cx="284593" cy="188651"/>
            </a:xfrm>
            <a:custGeom>
              <a:avLst/>
              <a:gdLst/>
              <a:ahLst/>
              <a:cxnLst/>
              <a:rect l="l" t="t" r="r" b="b"/>
              <a:pathLst>
                <a:path w="9596" h="6361" extrusionOk="0">
                  <a:moveTo>
                    <a:pt x="1660" y="1"/>
                  </a:moveTo>
                  <a:cubicBezTo>
                    <a:pt x="1649" y="57"/>
                    <a:pt x="1627" y="103"/>
                    <a:pt x="1604" y="148"/>
                  </a:cubicBezTo>
                  <a:cubicBezTo>
                    <a:pt x="1183" y="1217"/>
                    <a:pt x="1" y="4162"/>
                    <a:pt x="114" y="4275"/>
                  </a:cubicBezTo>
                  <a:cubicBezTo>
                    <a:pt x="140" y="4301"/>
                    <a:pt x="251" y="4311"/>
                    <a:pt x="410" y="4311"/>
                  </a:cubicBezTo>
                  <a:cubicBezTo>
                    <a:pt x="1017" y="4311"/>
                    <a:pt x="2331" y="4162"/>
                    <a:pt x="2332" y="4162"/>
                  </a:cubicBezTo>
                  <a:lnTo>
                    <a:pt x="2332" y="4162"/>
                  </a:lnTo>
                  <a:cubicBezTo>
                    <a:pt x="2332" y="4162"/>
                    <a:pt x="2218" y="5435"/>
                    <a:pt x="2274" y="5890"/>
                  </a:cubicBezTo>
                  <a:cubicBezTo>
                    <a:pt x="2332" y="6344"/>
                    <a:pt x="2729" y="6253"/>
                    <a:pt x="3855" y="6344"/>
                  </a:cubicBezTo>
                  <a:cubicBezTo>
                    <a:pt x="3995" y="6356"/>
                    <a:pt x="4166" y="6361"/>
                    <a:pt x="4358" y="6361"/>
                  </a:cubicBezTo>
                  <a:cubicBezTo>
                    <a:pt x="5713" y="6361"/>
                    <a:pt x="8136" y="6105"/>
                    <a:pt x="8345" y="5946"/>
                  </a:cubicBezTo>
                  <a:cubicBezTo>
                    <a:pt x="8595" y="5764"/>
                    <a:pt x="8777" y="5708"/>
                    <a:pt x="8595" y="5037"/>
                  </a:cubicBezTo>
                  <a:cubicBezTo>
                    <a:pt x="8413" y="4377"/>
                    <a:pt x="8380" y="2274"/>
                    <a:pt x="8380" y="2274"/>
                  </a:cubicBezTo>
                  <a:lnTo>
                    <a:pt x="9539" y="1535"/>
                  </a:lnTo>
                  <a:cubicBezTo>
                    <a:pt x="9596" y="1229"/>
                    <a:pt x="9550" y="535"/>
                    <a:pt x="9516" y="239"/>
                  </a:cubicBezTo>
                  <a:cubicBezTo>
                    <a:pt x="8269" y="432"/>
                    <a:pt x="7014" y="528"/>
                    <a:pt x="5758" y="528"/>
                  </a:cubicBezTo>
                  <a:cubicBezTo>
                    <a:pt x="5457" y="528"/>
                    <a:pt x="5156" y="523"/>
                    <a:pt x="4855" y="512"/>
                  </a:cubicBezTo>
                  <a:cubicBezTo>
                    <a:pt x="3355" y="444"/>
                    <a:pt x="2297" y="205"/>
                    <a:pt x="16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61"/>
            <p:cNvSpPr/>
            <p:nvPr/>
          </p:nvSpPr>
          <p:spPr>
            <a:xfrm>
              <a:off x="1475674" y="1757098"/>
              <a:ext cx="40156" cy="124117"/>
            </a:xfrm>
            <a:custGeom>
              <a:avLst/>
              <a:gdLst/>
              <a:ahLst/>
              <a:cxnLst/>
              <a:rect l="l" t="t" r="r" b="b"/>
              <a:pathLst>
                <a:path w="1354" h="4185" extrusionOk="0">
                  <a:moveTo>
                    <a:pt x="1172" y="0"/>
                  </a:moveTo>
                  <a:lnTo>
                    <a:pt x="1" y="4184"/>
                  </a:lnTo>
                  <a:lnTo>
                    <a:pt x="194" y="4172"/>
                  </a:lnTo>
                  <a:lnTo>
                    <a:pt x="1354" y="46"/>
                  </a:lnTo>
                  <a:lnTo>
                    <a:pt x="11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1"/>
            <p:cNvSpPr/>
            <p:nvPr/>
          </p:nvSpPr>
          <p:spPr>
            <a:xfrm>
              <a:off x="1561325" y="1767211"/>
              <a:ext cx="11833" cy="175009"/>
            </a:xfrm>
            <a:custGeom>
              <a:avLst/>
              <a:gdLst/>
              <a:ahLst/>
              <a:cxnLst/>
              <a:rect l="l" t="t" r="r" b="b"/>
              <a:pathLst>
                <a:path w="399" h="5901" extrusionOk="0">
                  <a:moveTo>
                    <a:pt x="217" y="0"/>
                  </a:moveTo>
                  <a:lnTo>
                    <a:pt x="0" y="5878"/>
                  </a:lnTo>
                  <a:lnTo>
                    <a:pt x="103" y="5889"/>
                  </a:lnTo>
                  <a:lnTo>
                    <a:pt x="182" y="5900"/>
                  </a:lnTo>
                  <a:lnTo>
                    <a:pt x="398" y="11"/>
                  </a:lnTo>
                  <a:lnTo>
                    <a:pt x="2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1"/>
            <p:cNvSpPr/>
            <p:nvPr/>
          </p:nvSpPr>
          <p:spPr>
            <a:xfrm>
              <a:off x="1701249" y="1764512"/>
              <a:ext cx="8126" cy="53295"/>
            </a:xfrm>
            <a:custGeom>
              <a:avLst/>
              <a:gdLst/>
              <a:ahLst/>
              <a:cxnLst/>
              <a:rect l="l" t="t" r="r" b="b"/>
              <a:pathLst>
                <a:path w="274" h="1797" extrusionOk="0">
                  <a:moveTo>
                    <a:pt x="182" y="1"/>
                  </a:moveTo>
                  <a:lnTo>
                    <a:pt x="1" y="11"/>
                  </a:lnTo>
                  <a:cubicBezTo>
                    <a:pt x="11" y="342"/>
                    <a:pt x="34" y="978"/>
                    <a:pt x="91" y="1797"/>
                  </a:cubicBezTo>
                  <a:lnTo>
                    <a:pt x="273" y="1683"/>
                  </a:lnTo>
                  <a:cubicBezTo>
                    <a:pt x="216" y="910"/>
                    <a:pt x="193" y="307"/>
                    <a:pt x="1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61"/>
            <p:cNvSpPr/>
            <p:nvPr/>
          </p:nvSpPr>
          <p:spPr>
            <a:xfrm>
              <a:off x="1534693" y="1763830"/>
              <a:ext cx="13524" cy="176699"/>
            </a:xfrm>
            <a:custGeom>
              <a:avLst/>
              <a:gdLst/>
              <a:ahLst/>
              <a:cxnLst/>
              <a:rect l="l" t="t" r="r" b="b"/>
              <a:pathLst>
                <a:path w="456" h="5958" extrusionOk="0">
                  <a:moveTo>
                    <a:pt x="273" y="1"/>
                  </a:moveTo>
                  <a:lnTo>
                    <a:pt x="0" y="5946"/>
                  </a:lnTo>
                  <a:cubicBezTo>
                    <a:pt x="57" y="5946"/>
                    <a:pt x="125" y="5958"/>
                    <a:pt x="182" y="5958"/>
                  </a:cubicBezTo>
                  <a:lnTo>
                    <a:pt x="455" y="24"/>
                  </a:lnTo>
                  <a:lnTo>
                    <a:pt x="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61"/>
            <p:cNvSpPr/>
            <p:nvPr/>
          </p:nvSpPr>
          <p:spPr>
            <a:xfrm>
              <a:off x="1508386" y="1761457"/>
              <a:ext cx="26662" cy="116702"/>
            </a:xfrm>
            <a:custGeom>
              <a:avLst/>
              <a:gdLst/>
              <a:ahLst/>
              <a:cxnLst/>
              <a:rect l="l" t="t" r="r" b="b"/>
              <a:pathLst>
                <a:path w="899" h="3935" extrusionOk="0">
                  <a:moveTo>
                    <a:pt x="728" y="1"/>
                  </a:moveTo>
                  <a:cubicBezTo>
                    <a:pt x="569" y="888"/>
                    <a:pt x="239" y="2661"/>
                    <a:pt x="1" y="3934"/>
                  </a:cubicBezTo>
                  <a:lnTo>
                    <a:pt x="194" y="3923"/>
                  </a:lnTo>
                  <a:cubicBezTo>
                    <a:pt x="421" y="2684"/>
                    <a:pt x="739" y="933"/>
                    <a:pt x="898" y="35"/>
                  </a:cubicBezTo>
                  <a:lnTo>
                    <a:pt x="7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61"/>
            <p:cNvSpPr/>
            <p:nvPr/>
          </p:nvSpPr>
          <p:spPr>
            <a:xfrm>
              <a:off x="1587958" y="1769228"/>
              <a:ext cx="14858" cy="172992"/>
            </a:xfrm>
            <a:custGeom>
              <a:avLst/>
              <a:gdLst/>
              <a:ahLst/>
              <a:cxnLst/>
              <a:rect l="l" t="t" r="r" b="b"/>
              <a:pathLst>
                <a:path w="501" h="5833" extrusionOk="0">
                  <a:moveTo>
                    <a:pt x="319" y="1"/>
                  </a:moveTo>
                  <a:lnTo>
                    <a:pt x="1" y="5832"/>
                  </a:lnTo>
                  <a:lnTo>
                    <a:pt x="183" y="5832"/>
                  </a:lnTo>
                  <a:lnTo>
                    <a:pt x="5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61"/>
            <p:cNvSpPr/>
            <p:nvPr/>
          </p:nvSpPr>
          <p:spPr>
            <a:xfrm>
              <a:off x="1624377" y="1769554"/>
              <a:ext cx="7088" cy="170975"/>
            </a:xfrm>
            <a:custGeom>
              <a:avLst/>
              <a:gdLst/>
              <a:ahLst/>
              <a:cxnLst/>
              <a:rect l="l" t="t" r="r" b="b"/>
              <a:pathLst>
                <a:path w="239" h="5765" extrusionOk="0">
                  <a:moveTo>
                    <a:pt x="57" y="1"/>
                  </a:moveTo>
                  <a:lnTo>
                    <a:pt x="0" y="5765"/>
                  </a:lnTo>
                  <a:lnTo>
                    <a:pt x="182" y="5753"/>
                  </a:lnTo>
                  <a:lnTo>
                    <a:pt x="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61"/>
            <p:cNvSpPr/>
            <p:nvPr/>
          </p:nvSpPr>
          <p:spPr>
            <a:xfrm>
              <a:off x="1718421" y="1762139"/>
              <a:ext cx="6465" cy="45880"/>
            </a:xfrm>
            <a:custGeom>
              <a:avLst/>
              <a:gdLst/>
              <a:ahLst/>
              <a:cxnLst/>
              <a:rect l="l" t="t" r="r" b="b"/>
              <a:pathLst>
                <a:path w="218" h="1547" extrusionOk="0">
                  <a:moveTo>
                    <a:pt x="217" y="0"/>
                  </a:moveTo>
                  <a:lnTo>
                    <a:pt x="35" y="23"/>
                  </a:lnTo>
                  <a:cubicBezTo>
                    <a:pt x="13" y="342"/>
                    <a:pt x="1" y="865"/>
                    <a:pt x="35" y="1547"/>
                  </a:cubicBezTo>
                  <a:lnTo>
                    <a:pt x="205" y="1433"/>
                  </a:lnTo>
                  <a:cubicBezTo>
                    <a:pt x="195" y="785"/>
                    <a:pt x="195" y="285"/>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61"/>
            <p:cNvSpPr/>
            <p:nvPr/>
          </p:nvSpPr>
          <p:spPr>
            <a:xfrm>
              <a:off x="1651662" y="1768546"/>
              <a:ext cx="13524" cy="168633"/>
            </a:xfrm>
            <a:custGeom>
              <a:avLst/>
              <a:gdLst/>
              <a:ahLst/>
              <a:cxnLst/>
              <a:rect l="l" t="t" r="r" b="b"/>
              <a:pathLst>
                <a:path w="456" h="5686" extrusionOk="0">
                  <a:moveTo>
                    <a:pt x="183" y="1"/>
                  </a:moveTo>
                  <a:lnTo>
                    <a:pt x="1" y="12"/>
                  </a:lnTo>
                  <a:lnTo>
                    <a:pt x="274" y="5685"/>
                  </a:lnTo>
                  <a:lnTo>
                    <a:pt x="456" y="566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61"/>
            <p:cNvSpPr/>
            <p:nvPr/>
          </p:nvSpPr>
          <p:spPr>
            <a:xfrm>
              <a:off x="1678650" y="1766855"/>
              <a:ext cx="14858" cy="166260"/>
            </a:xfrm>
            <a:custGeom>
              <a:avLst/>
              <a:gdLst/>
              <a:ahLst/>
              <a:cxnLst/>
              <a:rect l="l" t="t" r="r" b="b"/>
              <a:pathLst>
                <a:path w="501" h="5606" extrusionOk="0">
                  <a:moveTo>
                    <a:pt x="182" y="1"/>
                  </a:moveTo>
                  <a:lnTo>
                    <a:pt x="0" y="12"/>
                  </a:lnTo>
                  <a:cubicBezTo>
                    <a:pt x="23" y="910"/>
                    <a:pt x="114" y="3719"/>
                    <a:pt x="228" y="4684"/>
                  </a:cubicBezTo>
                  <a:cubicBezTo>
                    <a:pt x="273" y="5083"/>
                    <a:pt x="308" y="5378"/>
                    <a:pt x="331" y="5606"/>
                  </a:cubicBezTo>
                  <a:cubicBezTo>
                    <a:pt x="399" y="5583"/>
                    <a:pt x="455" y="5571"/>
                    <a:pt x="501" y="5560"/>
                  </a:cubicBezTo>
                  <a:cubicBezTo>
                    <a:pt x="478" y="5333"/>
                    <a:pt x="455" y="5048"/>
                    <a:pt x="410" y="4674"/>
                  </a:cubicBezTo>
                  <a:cubicBezTo>
                    <a:pt x="296" y="3707"/>
                    <a:pt x="205" y="876"/>
                    <a:pt x="1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61"/>
            <p:cNvSpPr/>
            <p:nvPr/>
          </p:nvSpPr>
          <p:spPr>
            <a:xfrm>
              <a:off x="1450050" y="1752382"/>
              <a:ext cx="285928" cy="191528"/>
            </a:xfrm>
            <a:custGeom>
              <a:avLst/>
              <a:gdLst/>
              <a:ahLst/>
              <a:cxnLst/>
              <a:rect l="l" t="t" r="r" b="b"/>
              <a:pathLst>
                <a:path w="9641" h="6458" extrusionOk="0">
                  <a:moveTo>
                    <a:pt x="1683" y="0"/>
                  </a:moveTo>
                  <a:cubicBezTo>
                    <a:pt x="1660" y="0"/>
                    <a:pt x="1627" y="11"/>
                    <a:pt x="1627" y="34"/>
                  </a:cubicBezTo>
                  <a:lnTo>
                    <a:pt x="1604" y="79"/>
                  </a:lnTo>
                  <a:cubicBezTo>
                    <a:pt x="1592" y="114"/>
                    <a:pt x="1569" y="148"/>
                    <a:pt x="1558" y="182"/>
                  </a:cubicBezTo>
                  <a:lnTo>
                    <a:pt x="1456" y="432"/>
                  </a:lnTo>
                  <a:cubicBezTo>
                    <a:pt x="194" y="3615"/>
                    <a:pt x="1" y="4275"/>
                    <a:pt x="81" y="4354"/>
                  </a:cubicBezTo>
                  <a:cubicBezTo>
                    <a:pt x="115" y="4389"/>
                    <a:pt x="251" y="4403"/>
                    <a:pt x="443" y="4403"/>
                  </a:cubicBezTo>
                  <a:cubicBezTo>
                    <a:pt x="936" y="4403"/>
                    <a:pt x="1803" y="4312"/>
                    <a:pt x="2286" y="4263"/>
                  </a:cubicBezTo>
                  <a:lnTo>
                    <a:pt x="2286" y="4263"/>
                  </a:lnTo>
                  <a:cubicBezTo>
                    <a:pt x="2263" y="4525"/>
                    <a:pt x="2172" y="5536"/>
                    <a:pt x="2229" y="5946"/>
                  </a:cubicBezTo>
                  <a:cubicBezTo>
                    <a:pt x="2286" y="6344"/>
                    <a:pt x="2570" y="6367"/>
                    <a:pt x="3264" y="6400"/>
                  </a:cubicBezTo>
                  <a:cubicBezTo>
                    <a:pt x="3434" y="6412"/>
                    <a:pt x="3628" y="6423"/>
                    <a:pt x="3855" y="6435"/>
                  </a:cubicBezTo>
                  <a:cubicBezTo>
                    <a:pt x="3991" y="6446"/>
                    <a:pt x="4161" y="6458"/>
                    <a:pt x="4355" y="6458"/>
                  </a:cubicBezTo>
                  <a:cubicBezTo>
                    <a:pt x="5685" y="6458"/>
                    <a:pt x="8140" y="6218"/>
                    <a:pt x="8380" y="6036"/>
                  </a:cubicBezTo>
                  <a:cubicBezTo>
                    <a:pt x="8402" y="6026"/>
                    <a:pt x="8413" y="6003"/>
                    <a:pt x="8436" y="5991"/>
                  </a:cubicBezTo>
                  <a:cubicBezTo>
                    <a:pt x="8675" y="5821"/>
                    <a:pt x="8812" y="5685"/>
                    <a:pt x="8641" y="5071"/>
                  </a:cubicBezTo>
                  <a:cubicBezTo>
                    <a:pt x="8459" y="4422"/>
                    <a:pt x="8425" y="2342"/>
                    <a:pt x="8425" y="2319"/>
                  </a:cubicBezTo>
                  <a:cubicBezTo>
                    <a:pt x="8425" y="2297"/>
                    <a:pt x="8402" y="2274"/>
                    <a:pt x="8380" y="2274"/>
                  </a:cubicBezTo>
                  <a:cubicBezTo>
                    <a:pt x="8357" y="2274"/>
                    <a:pt x="8334" y="2297"/>
                    <a:pt x="8334" y="2319"/>
                  </a:cubicBezTo>
                  <a:cubicBezTo>
                    <a:pt x="8334" y="2410"/>
                    <a:pt x="8368" y="4434"/>
                    <a:pt x="8550" y="5093"/>
                  </a:cubicBezTo>
                  <a:cubicBezTo>
                    <a:pt x="8709" y="5685"/>
                    <a:pt x="8584" y="5764"/>
                    <a:pt x="8380" y="5912"/>
                  </a:cubicBezTo>
                  <a:cubicBezTo>
                    <a:pt x="8357" y="5923"/>
                    <a:pt x="8345" y="5946"/>
                    <a:pt x="8322" y="5957"/>
                  </a:cubicBezTo>
                  <a:cubicBezTo>
                    <a:pt x="8115" y="6116"/>
                    <a:pt x="5729" y="6361"/>
                    <a:pt x="4375" y="6361"/>
                  </a:cubicBezTo>
                  <a:cubicBezTo>
                    <a:pt x="4176" y="6361"/>
                    <a:pt x="3999" y="6356"/>
                    <a:pt x="3855" y="6344"/>
                  </a:cubicBezTo>
                  <a:cubicBezTo>
                    <a:pt x="3638" y="6321"/>
                    <a:pt x="3446" y="6309"/>
                    <a:pt x="3275" y="6309"/>
                  </a:cubicBezTo>
                  <a:cubicBezTo>
                    <a:pt x="2559" y="6264"/>
                    <a:pt x="2365" y="6241"/>
                    <a:pt x="2320" y="5935"/>
                  </a:cubicBezTo>
                  <a:cubicBezTo>
                    <a:pt x="2263" y="5480"/>
                    <a:pt x="2388" y="4218"/>
                    <a:pt x="2388" y="4207"/>
                  </a:cubicBezTo>
                  <a:cubicBezTo>
                    <a:pt x="2388" y="4195"/>
                    <a:pt x="2377" y="4184"/>
                    <a:pt x="2365" y="4172"/>
                  </a:cubicBezTo>
                  <a:cubicBezTo>
                    <a:pt x="2358" y="4164"/>
                    <a:pt x="2349" y="4156"/>
                    <a:pt x="2341" y="4156"/>
                  </a:cubicBezTo>
                  <a:cubicBezTo>
                    <a:pt x="2338" y="4156"/>
                    <a:pt x="2335" y="4158"/>
                    <a:pt x="2332" y="4161"/>
                  </a:cubicBezTo>
                  <a:cubicBezTo>
                    <a:pt x="1576" y="4249"/>
                    <a:pt x="766" y="4316"/>
                    <a:pt x="379" y="4316"/>
                  </a:cubicBezTo>
                  <a:cubicBezTo>
                    <a:pt x="265" y="4316"/>
                    <a:pt x="188" y="4310"/>
                    <a:pt x="160" y="4298"/>
                  </a:cubicBezTo>
                  <a:cubicBezTo>
                    <a:pt x="126" y="4047"/>
                    <a:pt x="1160" y="1455"/>
                    <a:pt x="1547" y="466"/>
                  </a:cubicBezTo>
                  <a:lnTo>
                    <a:pt x="1649" y="216"/>
                  </a:lnTo>
                  <a:cubicBezTo>
                    <a:pt x="1660" y="182"/>
                    <a:pt x="1683" y="148"/>
                    <a:pt x="1695" y="114"/>
                  </a:cubicBezTo>
                  <a:cubicBezTo>
                    <a:pt x="2320" y="307"/>
                    <a:pt x="3366" y="546"/>
                    <a:pt x="4855" y="602"/>
                  </a:cubicBezTo>
                  <a:cubicBezTo>
                    <a:pt x="5187" y="617"/>
                    <a:pt x="5519" y="624"/>
                    <a:pt x="5852" y="624"/>
                  </a:cubicBezTo>
                  <a:cubicBezTo>
                    <a:pt x="7061" y="624"/>
                    <a:pt x="8277" y="528"/>
                    <a:pt x="9471" y="341"/>
                  </a:cubicBezTo>
                  <a:cubicBezTo>
                    <a:pt x="9505" y="660"/>
                    <a:pt x="9539" y="1296"/>
                    <a:pt x="9494" y="1569"/>
                  </a:cubicBezTo>
                  <a:cubicBezTo>
                    <a:pt x="9482" y="1592"/>
                    <a:pt x="9505" y="1626"/>
                    <a:pt x="9527" y="1626"/>
                  </a:cubicBezTo>
                  <a:cubicBezTo>
                    <a:pt x="9550" y="1626"/>
                    <a:pt x="9585" y="1615"/>
                    <a:pt x="9585" y="1592"/>
                  </a:cubicBezTo>
                  <a:cubicBezTo>
                    <a:pt x="9641" y="1284"/>
                    <a:pt x="9596" y="591"/>
                    <a:pt x="9562" y="284"/>
                  </a:cubicBezTo>
                  <a:cubicBezTo>
                    <a:pt x="9562" y="273"/>
                    <a:pt x="9550" y="250"/>
                    <a:pt x="9539" y="250"/>
                  </a:cubicBezTo>
                  <a:cubicBezTo>
                    <a:pt x="9527" y="239"/>
                    <a:pt x="9516" y="239"/>
                    <a:pt x="9505" y="239"/>
                  </a:cubicBezTo>
                  <a:cubicBezTo>
                    <a:pt x="8267" y="432"/>
                    <a:pt x="7014" y="528"/>
                    <a:pt x="5758" y="528"/>
                  </a:cubicBezTo>
                  <a:cubicBezTo>
                    <a:pt x="5457" y="528"/>
                    <a:pt x="5156" y="522"/>
                    <a:pt x="4855" y="511"/>
                  </a:cubicBezTo>
                  <a:cubicBezTo>
                    <a:pt x="3343" y="443"/>
                    <a:pt x="2297" y="193"/>
                    <a:pt x="16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61"/>
            <p:cNvSpPr/>
            <p:nvPr/>
          </p:nvSpPr>
          <p:spPr>
            <a:xfrm>
              <a:off x="1552546" y="1558481"/>
              <a:ext cx="101191" cy="146123"/>
            </a:xfrm>
            <a:custGeom>
              <a:avLst/>
              <a:gdLst/>
              <a:ahLst/>
              <a:cxnLst/>
              <a:rect l="l" t="t" r="r" b="b"/>
              <a:pathLst>
                <a:path w="3412" h="4927" extrusionOk="0">
                  <a:moveTo>
                    <a:pt x="1263" y="1"/>
                  </a:moveTo>
                  <a:cubicBezTo>
                    <a:pt x="1263" y="1"/>
                    <a:pt x="194" y="1752"/>
                    <a:pt x="103" y="2138"/>
                  </a:cubicBezTo>
                  <a:cubicBezTo>
                    <a:pt x="1" y="2537"/>
                    <a:pt x="217" y="3502"/>
                    <a:pt x="524" y="4060"/>
                  </a:cubicBezTo>
                  <a:cubicBezTo>
                    <a:pt x="903" y="4752"/>
                    <a:pt x="1330" y="4926"/>
                    <a:pt x="1695" y="4926"/>
                  </a:cubicBezTo>
                  <a:cubicBezTo>
                    <a:pt x="1954" y="4926"/>
                    <a:pt x="2182" y="4839"/>
                    <a:pt x="2342" y="4788"/>
                  </a:cubicBezTo>
                  <a:cubicBezTo>
                    <a:pt x="3116" y="4515"/>
                    <a:pt x="3411" y="2820"/>
                    <a:pt x="3411" y="2377"/>
                  </a:cubicBezTo>
                  <a:cubicBezTo>
                    <a:pt x="3411" y="1934"/>
                    <a:pt x="2365" y="2309"/>
                    <a:pt x="12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61"/>
            <p:cNvSpPr/>
            <p:nvPr/>
          </p:nvSpPr>
          <p:spPr>
            <a:xfrm>
              <a:off x="1551212" y="1556821"/>
              <a:ext cx="103861" cy="149385"/>
            </a:xfrm>
            <a:custGeom>
              <a:avLst/>
              <a:gdLst/>
              <a:ahLst/>
              <a:cxnLst/>
              <a:rect l="l" t="t" r="r" b="b"/>
              <a:pathLst>
                <a:path w="3502" h="5037" extrusionOk="0">
                  <a:moveTo>
                    <a:pt x="1308" y="148"/>
                  </a:moveTo>
                  <a:cubicBezTo>
                    <a:pt x="2035" y="1649"/>
                    <a:pt x="2740" y="1990"/>
                    <a:pt x="3127" y="2171"/>
                  </a:cubicBezTo>
                  <a:cubicBezTo>
                    <a:pt x="3331" y="2274"/>
                    <a:pt x="3411" y="2320"/>
                    <a:pt x="3411" y="2433"/>
                  </a:cubicBezTo>
                  <a:cubicBezTo>
                    <a:pt x="3411" y="2922"/>
                    <a:pt x="3092" y="4548"/>
                    <a:pt x="2365" y="4798"/>
                  </a:cubicBezTo>
                  <a:lnTo>
                    <a:pt x="2319" y="4809"/>
                  </a:lnTo>
                  <a:cubicBezTo>
                    <a:pt x="2168" y="4862"/>
                    <a:pt x="1964" y="4933"/>
                    <a:pt x="1735" y="4933"/>
                  </a:cubicBezTo>
                  <a:cubicBezTo>
                    <a:pt x="1381" y="4933"/>
                    <a:pt x="969" y="4763"/>
                    <a:pt x="603" y="4093"/>
                  </a:cubicBezTo>
                  <a:cubicBezTo>
                    <a:pt x="307" y="3548"/>
                    <a:pt x="103" y="2593"/>
                    <a:pt x="194" y="2206"/>
                  </a:cubicBezTo>
                  <a:cubicBezTo>
                    <a:pt x="273" y="1876"/>
                    <a:pt x="1103" y="489"/>
                    <a:pt x="1308" y="148"/>
                  </a:cubicBezTo>
                  <a:close/>
                  <a:moveTo>
                    <a:pt x="1308" y="1"/>
                  </a:moveTo>
                  <a:cubicBezTo>
                    <a:pt x="1296" y="1"/>
                    <a:pt x="1273" y="11"/>
                    <a:pt x="1273" y="23"/>
                  </a:cubicBezTo>
                  <a:cubicBezTo>
                    <a:pt x="1228" y="102"/>
                    <a:pt x="194" y="1785"/>
                    <a:pt x="91" y="2183"/>
                  </a:cubicBezTo>
                  <a:cubicBezTo>
                    <a:pt x="0" y="2603"/>
                    <a:pt x="205" y="3570"/>
                    <a:pt x="523" y="4139"/>
                  </a:cubicBezTo>
                  <a:cubicBezTo>
                    <a:pt x="910" y="4854"/>
                    <a:pt x="1353" y="5036"/>
                    <a:pt x="1728" y="5036"/>
                  </a:cubicBezTo>
                  <a:cubicBezTo>
                    <a:pt x="1967" y="5036"/>
                    <a:pt x="2183" y="4957"/>
                    <a:pt x="2354" y="4900"/>
                  </a:cubicBezTo>
                  <a:lnTo>
                    <a:pt x="2399" y="4889"/>
                  </a:lnTo>
                  <a:cubicBezTo>
                    <a:pt x="3218" y="4604"/>
                    <a:pt x="3502" y="2854"/>
                    <a:pt x="3502" y="2433"/>
                  </a:cubicBezTo>
                  <a:cubicBezTo>
                    <a:pt x="3502" y="2252"/>
                    <a:pt x="3377" y="2194"/>
                    <a:pt x="3172" y="2092"/>
                  </a:cubicBezTo>
                  <a:cubicBezTo>
                    <a:pt x="2786" y="1899"/>
                    <a:pt x="2081" y="1558"/>
                    <a:pt x="1353" y="34"/>
                  </a:cubicBezTo>
                  <a:cubicBezTo>
                    <a:pt x="1342" y="11"/>
                    <a:pt x="1331" y="1"/>
                    <a:pt x="1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61"/>
            <p:cNvSpPr/>
            <p:nvPr/>
          </p:nvSpPr>
          <p:spPr>
            <a:xfrm>
              <a:off x="1617645" y="1586804"/>
              <a:ext cx="101844" cy="283259"/>
            </a:xfrm>
            <a:custGeom>
              <a:avLst/>
              <a:gdLst/>
              <a:ahLst/>
              <a:cxnLst/>
              <a:rect l="l" t="t" r="r" b="b"/>
              <a:pathLst>
                <a:path w="3434" h="9551" extrusionOk="0">
                  <a:moveTo>
                    <a:pt x="2183" y="1"/>
                  </a:moveTo>
                  <a:lnTo>
                    <a:pt x="602" y="604"/>
                  </a:lnTo>
                  <a:cubicBezTo>
                    <a:pt x="602" y="604"/>
                    <a:pt x="1125" y="1218"/>
                    <a:pt x="807" y="2502"/>
                  </a:cubicBezTo>
                  <a:cubicBezTo>
                    <a:pt x="489" y="3798"/>
                    <a:pt x="0" y="3878"/>
                    <a:pt x="0" y="5174"/>
                  </a:cubicBezTo>
                  <a:cubicBezTo>
                    <a:pt x="0" y="6458"/>
                    <a:pt x="1296" y="6743"/>
                    <a:pt x="1216" y="7390"/>
                  </a:cubicBezTo>
                  <a:cubicBezTo>
                    <a:pt x="1137" y="8039"/>
                    <a:pt x="614" y="8039"/>
                    <a:pt x="614" y="8675"/>
                  </a:cubicBezTo>
                  <a:cubicBezTo>
                    <a:pt x="614" y="9164"/>
                    <a:pt x="1001" y="9550"/>
                    <a:pt x="1478" y="9550"/>
                  </a:cubicBezTo>
                  <a:cubicBezTo>
                    <a:pt x="1557" y="9550"/>
                    <a:pt x="1625" y="9550"/>
                    <a:pt x="1705" y="9528"/>
                  </a:cubicBezTo>
                  <a:cubicBezTo>
                    <a:pt x="2183" y="9403"/>
                    <a:pt x="1216" y="9085"/>
                    <a:pt x="1375" y="8766"/>
                  </a:cubicBezTo>
                  <a:cubicBezTo>
                    <a:pt x="1534" y="8436"/>
                    <a:pt x="2569" y="7959"/>
                    <a:pt x="2785" y="6822"/>
                  </a:cubicBezTo>
                  <a:cubicBezTo>
                    <a:pt x="3012" y="5685"/>
                    <a:pt x="2171" y="4980"/>
                    <a:pt x="2274" y="4515"/>
                  </a:cubicBezTo>
                  <a:cubicBezTo>
                    <a:pt x="2388" y="4037"/>
                    <a:pt x="3433" y="3514"/>
                    <a:pt x="3433" y="2343"/>
                  </a:cubicBezTo>
                  <a:cubicBezTo>
                    <a:pt x="3433" y="1172"/>
                    <a:pt x="2626" y="365"/>
                    <a:pt x="2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1"/>
            <p:cNvSpPr/>
            <p:nvPr/>
          </p:nvSpPr>
          <p:spPr>
            <a:xfrm>
              <a:off x="1616280" y="1585410"/>
              <a:ext cx="104869" cy="286343"/>
            </a:xfrm>
            <a:custGeom>
              <a:avLst/>
              <a:gdLst/>
              <a:ahLst/>
              <a:cxnLst/>
              <a:rect l="l" t="t" r="r" b="b"/>
              <a:pathLst>
                <a:path w="3536" h="9655" extrusionOk="0">
                  <a:moveTo>
                    <a:pt x="2230" y="1"/>
                  </a:moveTo>
                  <a:cubicBezTo>
                    <a:pt x="2215" y="1"/>
                    <a:pt x="2201" y="7"/>
                    <a:pt x="2194" y="14"/>
                  </a:cubicBezTo>
                  <a:cubicBezTo>
                    <a:pt x="2172" y="37"/>
                    <a:pt x="2183" y="71"/>
                    <a:pt x="2194" y="82"/>
                  </a:cubicBezTo>
                  <a:cubicBezTo>
                    <a:pt x="2661" y="469"/>
                    <a:pt x="3434" y="1265"/>
                    <a:pt x="3434" y="2390"/>
                  </a:cubicBezTo>
                  <a:cubicBezTo>
                    <a:pt x="3434" y="3129"/>
                    <a:pt x="3013" y="3595"/>
                    <a:pt x="2672" y="3981"/>
                  </a:cubicBezTo>
                  <a:cubicBezTo>
                    <a:pt x="2479" y="4186"/>
                    <a:pt x="2320" y="4368"/>
                    <a:pt x="2274" y="4550"/>
                  </a:cubicBezTo>
                  <a:cubicBezTo>
                    <a:pt x="2229" y="4754"/>
                    <a:pt x="2343" y="4982"/>
                    <a:pt x="2479" y="5266"/>
                  </a:cubicBezTo>
                  <a:cubicBezTo>
                    <a:pt x="2672" y="5676"/>
                    <a:pt x="2911" y="6199"/>
                    <a:pt x="2785" y="6858"/>
                  </a:cubicBezTo>
                  <a:cubicBezTo>
                    <a:pt x="2638" y="7631"/>
                    <a:pt x="2092" y="8109"/>
                    <a:pt x="1740" y="8415"/>
                  </a:cubicBezTo>
                  <a:cubicBezTo>
                    <a:pt x="1570" y="8563"/>
                    <a:pt x="1433" y="8677"/>
                    <a:pt x="1376" y="8791"/>
                  </a:cubicBezTo>
                  <a:cubicBezTo>
                    <a:pt x="1285" y="8973"/>
                    <a:pt x="1489" y="9154"/>
                    <a:pt x="1660" y="9291"/>
                  </a:cubicBezTo>
                  <a:cubicBezTo>
                    <a:pt x="1729" y="9347"/>
                    <a:pt x="1842" y="9450"/>
                    <a:pt x="1831" y="9484"/>
                  </a:cubicBezTo>
                  <a:cubicBezTo>
                    <a:pt x="1831" y="9484"/>
                    <a:pt x="1831" y="9506"/>
                    <a:pt x="1729" y="9529"/>
                  </a:cubicBezTo>
                  <a:cubicBezTo>
                    <a:pt x="1660" y="9541"/>
                    <a:pt x="1592" y="9552"/>
                    <a:pt x="1524" y="9552"/>
                  </a:cubicBezTo>
                  <a:cubicBezTo>
                    <a:pt x="1308" y="9552"/>
                    <a:pt x="1103" y="9461"/>
                    <a:pt x="944" y="9314"/>
                  </a:cubicBezTo>
                  <a:cubicBezTo>
                    <a:pt x="785" y="9154"/>
                    <a:pt x="705" y="8950"/>
                    <a:pt x="705" y="8722"/>
                  </a:cubicBezTo>
                  <a:cubicBezTo>
                    <a:pt x="705" y="8415"/>
                    <a:pt x="842" y="8256"/>
                    <a:pt x="978" y="8097"/>
                  </a:cubicBezTo>
                  <a:cubicBezTo>
                    <a:pt x="1126" y="7938"/>
                    <a:pt x="1274" y="7768"/>
                    <a:pt x="1308" y="7437"/>
                  </a:cubicBezTo>
                  <a:cubicBezTo>
                    <a:pt x="1353" y="7142"/>
                    <a:pt x="1115" y="6914"/>
                    <a:pt x="853" y="6664"/>
                  </a:cubicBezTo>
                  <a:cubicBezTo>
                    <a:pt x="524" y="6335"/>
                    <a:pt x="103" y="5937"/>
                    <a:pt x="103" y="5221"/>
                  </a:cubicBezTo>
                  <a:cubicBezTo>
                    <a:pt x="103" y="4471"/>
                    <a:pt x="262" y="4141"/>
                    <a:pt x="466" y="3720"/>
                  </a:cubicBezTo>
                  <a:cubicBezTo>
                    <a:pt x="603" y="3425"/>
                    <a:pt x="762" y="3095"/>
                    <a:pt x="898" y="2561"/>
                  </a:cubicBezTo>
                  <a:cubicBezTo>
                    <a:pt x="1228" y="1265"/>
                    <a:pt x="705" y="651"/>
                    <a:pt x="694" y="628"/>
                  </a:cubicBezTo>
                  <a:cubicBezTo>
                    <a:pt x="680" y="615"/>
                    <a:pt x="663" y="609"/>
                    <a:pt x="649" y="609"/>
                  </a:cubicBezTo>
                  <a:cubicBezTo>
                    <a:pt x="639" y="609"/>
                    <a:pt x="630" y="612"/>
                    <a:pt x="625" y="616"/>
                  </a:cubicBezTo>
                  <a:cubicBezTo>
                    <a:pt x="603" y="639"/>
                    <a:pt x="603" y="662"/>
                    <a:pt x="615" y="685"/>
                  </a:cubicBezTo>
                  <a:cubicBezTo>
                    <a:pt x="625" y="696"/>
                    <a:pt x="1115" y="1288"/>
                    <a:pt x="807" y="2538"/>
                  </a:cubicBezTo>
                  <a:cubicBezTo>
                    <a:pt x="671" y="3072"/>
                    <a:pt x="512" y="3390"/>
                    <a:pt x="375" y="3675"/>
                  </a:cubicBezTo>
                  <a:cubicBezTo>
                    <a:pt x="171" y="4084"/>
                    <a:pt x="1" y="4448"/>
                    <a:pt x="1" y="5221"/>
                  </a:cubicBezTo>
                  <a:cubicBezTo>
                    <a:pt x="1" y="5971"/>
                    <a:pt x="433" y="6392"/>
                    <a:pt x="785" y="6733"/>
                  </a:cubicBezTo>
                  <a:cubicBezTo>
                    <a:pt x="1047" y="6983"/>
                    <a:pt x="1251" y="7176"/>
                    <a:pt x="1217" y="7426"/>
                  </a:cubicBezTo>
                  <a:cubicBezTo>
                    <a:pt x="1183" y="7722"/>
                    <a:pt x="1047" y="7881"/>
                    <a:pt x="910" y="8029"/>
                  </a:cubicBezTo>
                  <a:cubicBezTo>
                    <a:pt x="762" y="8200"/>
                    <a:pt x="603" y="8370"/>
                    <a:pt x="603" y="8722"/>
                  </a:cubicBezTo>
                  <a:cubicBezTo>
                    <a:pt x="603" y="8973"/>
                    <a:pt x="705" y="9200"/>
                    <a:pt x="876" y="9382"/>
                  </a:cubicBezTo>
                  <a:cubicBezTo>
                    <a:pt x="1047" y="9552"/>
                    <a:pt x="1285" y="9655"/>
                    <a:pt x="1524" y="9655"/>
                  </a:cubicBezTo>
                  <a:cubicBezTo>
                    <a:pt x="1603" y="9655"/>
                    <a:pt x="1683" y="9643"/>
                    <a:pt x="1762" y="9620"/>
                  </a:cubicBezTo>
                  <a:cubicBezTo>
                    <a:pt x="1820" y="9609"/>
                    <a:pt x="1911" y="9575"/>
                    <a:pt x="1933" y="9506"/>
                  </a:cubicBezTo>
                  <a:cubicBezTo>
                    <a:pt x="1944" y="9405"/>
                    <a:pt x="1853" y="9325"/>
                    <a:pt x="1717" y="9211"/>
                  </a:cubicBezTo>
                  <a:cubicBezTo>
                    <a:pt x="1570" y="9086"/>
                    <a:pt x="1410" y="8950"/>
                    <a:pt x="1467" y="8824"/>
                  </a:cubicBezTo>
                  <a:cubicBezTo>
                    <a:pt x="1512" y="8745"/>
                    <a:pt x="1638" y="8632"/>
                    <a:pt x="1797" y="8495"/>
                  </a:cubicBezTo>
                  <a:cubicBezTo>
                    <a:pt x="2172" y="8165"/>
                    <a:pt x="2729" y="7688"/>
                    <a:pt x="2888" y="6881"/>
                  </a:cubicBezTo>
                  <a:cubicBezTo>
                    <a:pt x="3013" y="6187"/>
                    <a:pt x="2763" y="5653"/>
                    <a:pt x="2558" y="5221"/>
                  </a:cubicBezTo>
                  <a:cubicBezTo>
                    <a:pt x="2434" y="4959"/>
                    <a:pt x="2331" y="4744"/>
                    <a:pt x="2376" y="4562"/>
                  </a:cubicBezTo>
                  <a:cubicBezTo>
                    <a:pt x="2411" y="4413"/>
                    <a:pt x="2558" y="4243"/>
                    <a:pt x="2740" y="4039"/>
                  </a:cubicBezTo>
                  <a:cubicBezTo>
                    <a:pt x="3070" y="3675"/>
                    <a:pt x="3536" y="3163"/>
                    <a:pt x="3536" y="2390"/>
                  </a:cubicBezTo>
                  <a:cubicBezTo>
                    <a:pt x="3536" y="1230"/>
                    <a:pt x="2740" y="401"/>
                    <a:pt x="2263" y="14"/>
                  </a:cubicBezTo>
                  <a:cubicBezTo>
                    <a:pt x="2253" y="5"/>
                    <a:pt x="2241" y="1"/>
                    <a:pt x="22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1"/>
            <p:cNvSpPr/>
            <p:nvPr/>
          </p:nvSpPr>
          <p:spPr>
            <a:xfrm>
              <a:off x="1586623" y="1656440"/>
              <a:ext cx="22599" cy="7266"/>
            </a:xfrm>
            <a:custGeom>
              <a:avLst/>
              <a:gdLst/>
              <a:ahLst/>
              <a:cxnLst/>
              <a:rect l="l" t="t" r="r" b="b"/>
              <a:pathLst>
                <a:path w="762" h="245" extrusionOk="0">
                  <a:moveTo>
                    <a:pt x="712" y="0"/>
                  </a:moveTo>
                  <a:cubicBezTo>
                    <a:pt x="699" y="0"/>
                    <a:pt x="688" y="6"/>
                    <a:pt x="682" y="18"/>
                  </a:cubicBezTo>
                  <a:cubicBezTo>
                    <a:pt x="595" y="99"/>
                    <a:pt x="476" y="143"/>
                    <a:pt x="359" y="143"/>
                  </a:cubicBezTo>
                  <a:cubicBezTo>
                    <a:pt x="263" y="143"/>
                    <a:pt x="168" y="113"/>
                    <a:pt x="91" y="52"/>
                  </a:cubicBezTo>
                  <a:cubicBezTo>
                    <a:pt x="82" y="47"/>
                    <a:pt x="70" y="44"/>
                    <a:pt x="59" y="44"/>
                  </a:cubicBezTo>
                  <a:cubicBezTo>
                    <a:pt x="44" y="44"/>
                    <a:pt x="29" y="50"/>
                    <a:pt x="23" y="63"/>
                  </a:cubicBezTo>
                  <a:cubicBezTo>
                    <a:pt x="0" y="86"/>
                    <a:pt x="11" y="120"/>
                    <a:pt x="34" y="131"/>
                  </a:cubicBezTo>
                  <a:cubicBezTo>
                    <a:pt x="125" y="199"/>
                    <a:pt x="239" y="245"/>
                    <a:pt x="352" y="245"/>
                  </a:cubicBezTo>
                  <a:cubicBezTo>
                    <a:pt x="500" y="245"/>
                    <a:pt x="637" y="189"/>
                    <a:pt x="751" y="86"/>
                  </a:cubicBezTo>
                  <a:cubicBezTo>
                    <a:pt x="761" y="63"/>
                    <a:pt x="761" y="29"/>
                    <a:pt x="751" y="18"/>
                  </a:cubicBezTo>
                  <a:cubicBezTo>
                    <a:pt x="739" y="6"/>
                    <a:pt x="725" y="0"/>
                    <a:pt x="7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61"/>
            <p:cNvSpPr/>
            <p:nvPr/>
          </p:nvSpPr>
          <p:spPr>
            <a:xfrm>
              <a:off x="1586949" y="1673256"/>
              <a:ext cx="27670" cy="8660"/>
            </a:xfrm>
            <a:custGeom>
              <a:avLst/>
              <a:gdLst/>
              <a:ahLst/>
              <a:cxnLst/>
              <a:rect l="l" t="t" r="r" b="b"/>
              <a:pathLst>
                <a:path w="933" h="292" extrusionOk="0">
                  <a:moveTo>
                    <a:pt x="874" y="0"/>
                  </a:moveTo>
                  <a:cubicBezTo>
                    <a:pt x="863" y="0"/>
                    <a:pt x="851" y="3"/>
                    <a:pt x="841" y="8"/>
                  </a:cubicBezTo>
                  <a:cubicBezTo>
                    <a:pt x="716" y="126"/>
                    <a:pt x="554" y="189"/>
                    <a:pt x="389" y="189"/>
                  </a:cubicBezTo>
                  <a:cubicBezTo>
                    <a:pt x="284" y="189"/>
                    <a:pt x="178" y="163"/>
                    <a:pt x="80" y="110"/>
                  </a:cubicBezTo>
                  <a:cubicBezTo>
                    <a:pt x="74" y="107"/>
                    <a:pt x="68" y="106"/>
                    <a:pt x="62" y="106"/>
                  </a:cubicBezTo>
                  <a:cubicBezTo>
                    <a:pt x="45" y="106"/>
                    <a:pt x="29" y="116"/>
                    <a:pt x="12" y="133"/>
                  </a:cubicBezTo>
                  <a:cubicBezTo>
                    <a:pt x="0" y="155"/>
                    <a:pt x="12" y="190"/>
                    <a:pt x="35" y="201"/>
                  </a:cubicBezTo>
                  <a:cubicBezTo>
                    <a:pt x="148" y="258"/>
                    <a:pt x="273" y="292"/>
                    <a:pt x="387" y="292"/>
                  </a:cubicBezTo>
                  <a:cubicBezTo>
                    <a:pt x="580" y="292"/>
                    <a:pt x="762" y="213"/>
                    <a:pt x="910" y="87"/>
                  </a:cubicBezTo>
                  <a:cubicBezTo>
                    <a:pt x="932" y="64"/>
                    <a:pt x="932" y="31"/>
                    <a:pt x="910" y="19"/>
                  </a:cubicBezTo>
                  <a:cubicBezTo>
                    <a:pt x="903" y="6"/>
                    <a:pt x="889" y="0"/>
                    <a:pt x="8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61"/>
            <p:cNvSpPr/>
            <p:nvPr/>
          </p:nvSpPr>
          <p:spPr>
            <a:xfrm>
              <a:off x="1611891" y="1630638"/>
              <a:ext cx="7118" cy="12515"/>
            </a:xfrm>
            <a:custGeom>
              <a:avLst/>
              <a:gdLst/>
              <a:ahLst/>
              <a:cxnLst/>
              <a:rect l="l" t="t" r="r" b="b"/>
              <a:pathLst>
                <a:path w="240" h="422" extrusionOk="0">
                  <a:moveTo>
                    <a:pt x="114" y="1"/>
                  </a:moveTo>
                  <a:cubicBezTo>
                    <a:pt x="46" y="1"/>
                    <a:pt x="0" y="104"/>
                    <a:pt x="0" y="217"/>
                  </a:cubicBezTo>
                  <a:cubicBezTo>
                    <a:pt x="0" y="331"/>
                    <a:pt x="46" y="422"/>
                    <a:pt x="114" y="422"/>
                  </a:cubicBezTo>
                  <a:cubicBezTo>
                    <a:pt x="182" y="422"/>
                    <a:pt x="240" y="331"/>
                    <a:pt x="240" y="217"/>
                  </a:cubicBezTo>
                  <a:cubicBezTo>
                    <a:pt x="240" y="104"/>
                    <a:pt x="182" y="1"/>
                    <a:pt x="1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61"/>
            <p:cNvSpPr/>
            <p:nvPr/>
          </p:nvSpPr>
          <p:spPr>
            <a:xfrm>
              <a:off x="1579209" y="1630638"/>
              <a:ext cx="7088" cy="12515"/>
            </a:xfrm>
            <a:custGeom>
              <a:avLst/>
              <a:gdLst/>
              <a:ahLst/>
              <a:cxnLst/>
              <a:rect l="l" t="t" r="r" b="b"/>
              <a:pathLst>
                <a:path w="239" h="422" extrusionOk="0">
                  <a:moveTo>
                    <a:pt x="114" y="1"/>
                  </a:moveTo>
                  <a:cubicBezTo>
                    <a:pt x="46" y="1"/>
                    <a:pt x="0" y="104"/>
                    <a:pt x="0" y="217"/>
                  </a:cubicBezTo>
                  <a:cubicBezTo>
                    <a:pt x="0" y="331"/>
                    <a:pt x="46" y="422"/>
                    <a:pt x="114" y="422"/>
                  </a:cubicBezTo>
                  <a:cubicBezTo>
                    <a:pt x="182" y="422"/>
                    <a:pt x="238" y="331"/>
                    <a:pt x="238" y="217"/>
                  </a:cubicBezTo>
                  <a:cubicBezTo>
                    <a:pt x="238" y="104"/>
                    <a:pt x="182" y="1"/>
                    <a:pt x="1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61"/>
            <p:cNvSpPr/>
            <p:nvPr/>
          </p:nvSpPr>
          <p:spPr>
            <a:xfrm>
              <a:off x="1605485" y="1613704"/>
              <a:ext cx="26662" cy="11240"/>
            </a:xfrm>
            <a:custGeom>
              <a:avLst/>
              <a:gdLst/>
              <a:ahLst/>
              <a:cxnLst/>
              <a:rect l="l" t="t" r="r" b="b"/>
              <a:pathLst>
                <a:path w="899" h="379" extrusionOk="0">
                  <a:moveTo>
                    <a:pt x="382" y="0"/>
                  </a:moveTo>
                  <a:cubicBezTo>
                    <a:pt x="281" y="0"/>
                    <a:pt x="171" y="27"/>
                    <a:pt x="57" y="94"/>
                  </a:cubicBezTo>
                  <a:cubicBezTo>
                    <a:pt x="12" y="117"/>
                    <a:pt x="1" y="185"/>
                    <a:pt x="24" y="231"/>
                  </a:cubicBezTo>
                  <a:cubicBezTo>
                    <a:pt x="39" y="261"/>
                    <a:pt x="74" y="277"/>
                    <a:pt x="110" y="277"/>
                  </a:cubicBezTo>
                  <a:cubicBezTo>
                    <a:pt x="127" y="277"/>
                    <a:pt x="145" y="273"/>
                    <a:pt x="160" y="265"/>
                  </a:cubicBezTo>
                  <a:cubicBezTo>
                    <a:pt x="241" y="217"/>
                    <a:pt x="318" y="199"/>
                    <a:pt x="387" y="199"/>
                  </a:cubicBezTo>
                  <a:cubicBezTo>
                    <a:pt x="577" y="199"/>
                    <a:pt x="709" y="336"/>
                    <a:pt x="717" y="344"/>
                  </a:cubicBezTo>
                  <a:cubicBezTo>
                    <a:pt x="739" y="367"/>
                    <a:pt x="762" y="379"/>
                    <a:pt x="785" y="379"/>
                  </a:cubicBezTo>
                  <a:cubicBezTo>
                    <a:pt x="808" y="379"/>
                    <a:pt x="842" y="367"/>
                    <a:pt x="853" y="356"/>
                  </a:cubicBezTo>
                  <a:cubicBezTo>
                    <a:pt x="899" y="322"/>
                    <a:pt x="899" y="253"/>
                    <a:pt x="865" y="220"/>
                  </a:cubicBezTo>
                  <a:cubicBezTo>
                    <a:pt x="779" y="126"/>
                    <a:pt x="602" y="0"/>
                    <a:pt x="3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61"/>
            <p:cNvSpPr/>
            <p:nvPr/>
          </p:nvSpPr>
          <p:spPr>
            <a:xfrm>
              <a:off x="1585585" y="1616017"/>
              <a:ext cx="9164" cy="30518"/>
            </a:xfrm>
            <a:custGeom>
              <a:avLst/>
              <a:gdLst/>
              <a:ahLst/>
              <a:cxnLst/>
              <a:rect l="l" t="t" r="r" b="b"/>
              <a:pathLst>
                <a:path w="309" h="1029" extrusionOk="0">
                  <a:moveTo>
                    <a:pt x="64" y="1"/>
                  </a:moveTo>
                  <a:cubicBezTo>
                    <a:pt x="58" y="1"/>
                    <a:pt x="52" y="2"/>
                    <a:pt x="46" y="5"/>
                  </a:cubicBezTo>
                  <a:cubicBezTo>
                    <a:pt x="12" y="16"/>
                    <a:pt x="1" y="39"/>
                    <a:pt x="12" y="62"/>
                  </a:cubicBezTo>
                  <a:cubicBezTo>
                    <a:pt x="12" y="74"/>
                    <a:pt x="217" y="619"/>
                    <a:pt x="114" y="960"/>
                  </a:cubicBezTo>
                  <a:cubicBezTo>
                    <a:pt x="103" y="994"/>
                    <a:pt x="126" y="1017"/>
                    <a:pt x="149" y="1029"/>
                  </a:cubicBezTo>
                  <a:lnTo>
                    <a:pt x="160" y="1029"/>
                  </a:lnTo>
                  <a:cubicBezTo>
                    <a:pt x="183" y="1029"/>
                    <a:pt x="205" y="1006"/>
                    <a:pt x="205" y="994"/>
                  </a:cubicBezTo>
                  <a:cubicBezTo>
                    <a:pt x="308" y="607"/>
                    <a:pt x="114" y="51"/>
                    <a:pt x="103" y="28"/>
                  </a:cubicBezTo>
                  <a:cubicBezTo>
                    <a:pt x="95" y="12"/>
                    <a:pt x="80" y="1"/>
                    <a:pt x="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61"/>
            <p:cNvSpPr/>
            <p:nvPr/>
          </p:nvSpPr>
          <p:spPr>
            <a:xfrm>
              <a:off x="1565714" y="1613022"/>
              <a:ext cx="24972" cy="12931"/>
            </a:xfrm>
            <a:custGeom>
              <a:avLst/>
              <a:gdLst/>
              <a:ahLst/>
              <a:cxnLst/>
              <a:rect l="l" t="t" r="r" b="b"/>
              <a:pathLst>
                <a:path w="842" h="436" extrusionOk="0">
                  <a:moveTo>
                    <a:pt x="520" y="1"/>
                  </a:moveTo>
                  <a:cubicBezTo>
                    <a:pt x="321" y="1"/>
                    <a:pt x="130" y="108"/>
                    <a:pt x="34" y="299"/>
                  </a:cubicBezTo>
                  <a:cubicBezTo>
                    <a:pt x="0" y="345"/>
                    <a:pt x="23" y="402"/>
                    <a:pt x="69" y="425"/>
                  </a:cubicBezTo>
                  <a:cubicBezTo>
                    <a:pt x="80" y="436"/>
                    <a:pt x="102" y="436"/>
                    <a:pt x="114" y="436"/>
                  </a:cubicBezTo>
                  <a:cubicBezTo>
                    <a:pt x="148" y="436"/>
                    <a:pt x="182" y="425"/>
                    <a:pt x="205" y="390"/>
                  </a:cubicBezTo>
                  <a:cubicBezTo>
                    <a:pt x="270" y="268"/>
                    <a:pt x="400" y="198"/>
                    <a:pt x="532" y="198"/>
                  </a:cubicBezTo>
                  <a:cubicBezTo>
                    <a:pt x="583" y="198"/>
                    <a:pt x="635" y="209"/>
                    <a:pt x="682" y="231"/>
                  </a:cubicBezTo>
                  <a:cubicBezTo>
                    <a:pt x="697" y="238"/>
                    <a:pt x="714" y="242"/>
                    <a:pt x="731" y="242"/>
                  </a:cubicBezTo>
                  <a:cubicBezTo>
                    <a:pt x="767" y="242"/>
                    <a:pt x="803" y="225"/>
                    <a:pt x="819" y="186"/>
                  </a:cubicBezTo>
                  <a:cubicBezTo>
                    <a:pt x="842" y="140"/>
                    <a:pt x="819" y="84"/>
                    <a:pt x="773" y="61"/>
                  </a:cubicBezTo>
                  <a:cubicBezTo>
                    <a:pt x="692" y="20"/>
                    <a:pt x="605" y="1"/>
                    <a:pt x="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1"/>
            <p:cNvSpPr/>
            <p:nvPr/>
          </p:nvSpPr>
          <p:spPr>
            <a:xfrm>
              <a:off x="1543115" y="1784383"/>
              <a:ext cx="47571" cy="56675"/>
            </a:xfrm>
            <a:custGeom>
              <a:avLst/>
              <a:gdLst/>
              <a:ahLst/>
              <a:cxnLst/>
              <a:rect l="l" t="t" r="r" b="b"/>
              <a:pathLst>
                <a:path w="1604" h="1911" extrusionOk="0">
                  <a:moveTo>
                    <a:pt x="0" y="1"/>
                  </a:moveTo>
                  <a:lnTo>
                    <a:pt x="148" y="1911"/>
                  </a:lnTo>
                  <a:lnTo>
                    <a:pt x="1513" y="1911"/>
                  </a:lnTo>
                  <a:lnTo>
                    <a:pt x="1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61"/>
            <p:cNvSpPr/>
            <p:nvPr/>
          </p:nvSpPr>
          <p:spPr>
            <a:xfrm>
              <a:off x="1541751" y="1783048"/>
              <a:ext cx="50299" cy="59730"/>
            </a:xfrm>
            <a:custGeom>
              <a:avLst/>
              <a:gdLst/>
              <a:ahLst/>
              <a:cxnLst/>
              <a:rect l="l" t="t" r="r" b="b"/>
              <a:pathLst>
                <a:path w="1696" h="2014" extrusionOk="0">
                  <a:moveTo>
                    <a:pt x="1604" y="91"/>
                  </a:moveTo>
                  <a:lnTo>
                    <a:pt x="1513" y="1910"/>
                  </a:lnTo>
                  <a:lnTo>
                    <a:pt x="240" y="1910"/>
                  </a:lnTo>
                  <a:lnTo>
                    <a:pt x="92" y="91"/>
                  </a:lnTo>
                  <a:close/>
                  <a:moveTo>
                    <a:pt x="46" y="0"/>
                  </a:moveTo>
                  <a:cubicBezTo>
                    <a:pt x="35" y="0"/>
                    <a:pt x="24" y="0"/>
                    <a:pt x="13" y="12"/>
                  </a:cubicBezTo>
                  <a:cubicBezTo>
                    <a:pt x="1" y="23"/>
                    <a:pt x="1" y="35"/>
                    <a:pt x="1" y="46"/>
                  </a:cubicBezTo>
                  <a:lnTo>
                    <a:pt x="137" y="1968"/>
                  </a:lnTo>
                  <a:cubicBezTo>
                    <a:pt x="137" y="1990"/>
                    <a:pt x="160" y="2013"/>
                    <a:pt x="194" y="2013"/>
                  </a:cubicBezTo>
                  <a:lnTo>
                    <a:pt x="1559" y="2013"/>
                  </a:lnTo>
                  <a:cubicBezTo>
                    <a:pt x="1581" y="2013"/>
                    <a:pt x="1604" y="1990"/>
                    <a:pt x="1604" y="1956"/>
                  </a:cubicBezTo>
                  <a:lnTo>
                    <a:pt x="1695" y="46"/>
                  </a:lnTo>
                  <a:cubicBezTo>
                    <a:pt x="1695" y="35"/>
                    <a:pt x="1695" y="23"/>
                    <a:pt x="1683" y="12"/>
                  </a:cubicBezTo>
                  <a:cubicBezTo>
                    <a:pt x="1672" y="0"/>
                    <a:pt x="1661" y="0"/>
                    <a:pt x="16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61"/>
            <p:cNvSpPr/>
            <p:nvPr/>
          </p:nvSpPr>
          <p:spPr>
            <a:xfrm>
              <a:off x="1487478" y="1872584"/>
              <a:ext cx="37131" cy="92917"/>
            </a:xfrm>
            <a:custGeom>
              <a:avLst/>
              <a:gdLst/>
              <a:ahLst/>
              <a:cxnLst/>
              <a:rect l="l" t="t" r="r" b="b"/>
              <a:pathLst>
                <a:path w="1252" h="3133" extrusionOk="0">
                  <a:moveTo>
                    <a:pt x="1157" y="1"/>
                  </a:moveTo>
                  <a:cubicBezTo>
                    <a:pt x="909" y="1"/>
                    <a:pt x="248" y="274"/>
                    <a:pt x="137" y="495"/>
                  </a:cubicBezTo>
                  <a:cubicBezTo>
                    <a:pt x="1" y="778"/>
                    <a:pt x="489" y="2484"/>
                    <a:pt x="1103" y="3132"/>
                  </a:cubicBezTo>
                  <a:cubicBezTo>
                    <a:pt x="1103" y="3132"/>
                    <a:pt x="1251" y="245"/>
                    <a:pt x="1251" y="51"/>
                  </a:cubicBezTo>
                  <a:cubicBezTo>
                    <a:pt x="1251" y="16"/>
                    <a:pt x="1216" y="1"/>
                    <a:pt x="1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61"/>
            <p:cNvSpPr/>
            <p:nvPr/>
          </p:nvSpPr>
          <p:spPr>
            <a:xfrm>
              <a:off x="1485461" y="1871249"/>
              <a:ext cx="40482" cy="95586"/>
            </a:xfrm>
            <a:custGeom>
              <a:avLst/>
              <a:gdLst/>
              <a:ahLst/>
              <a:cxnLst/>
              <a:rect l="l" t="t" r="r" b="b"/>
              <a:pathLst>
                <a:path w="1365" h="3223" extrusionOk="0">
                  <a:moveTo>
                    <a:pt x="1274" y="96"/>
                  </a:moveTo>
                  <a:cubicBezTo>
                    <a:pt x="1274" y="267"/>
                    <a:pt x="1160" y="2506"/>
                    <a:pt x="1126" y="3052"/>
                  </a:cubicBezTo>
                  <a:cubicBezTo>
                    <a:pt x="557" y="2370"/>
                    <a:pt x="125" y="812"/>
                    <a:pt x="251" y="562"/>
                  </a:cubicBezTo>
                  <a:cubicBezTo>
                    <a:pt x="330" y="403"/>
                    <a:pt x="796" y="176"/>
                    <a:pt x="1103" y="108"/>
                  </a:cubicBezTo>
                  <a:cubicBezTo>
                    <a:pt x="1160" y="96"/>
                    <a:pt x="1206" y="96"/>
                    <a:pt x="1228" y="96"/>
                  </a:cubicBezTo>
                  <a:close/>
                  <a:moveTo>
                    <a:pt x="1234" y="0"/>
                  </a:moveTo>
                  <a:cubicBezTo>
                    <a:pt x="975" y="0"/>
                    <a:pt x="287" y="273"/>
                    <a:pt x="160" y="517"/>
                  </a:cubicBezTo>
                  <a:cubicBezTo>
                    <a:pt x="1" y="835"/>
                    <a:pt x="535" y="2574"/>
                    <a:pt x="1138" y="3211"/>
                  </a:cubicBezTo>
                  <a:cubicBezTo>
                    <a:pt x="1138" y="3211"/>
                    <a:pt x="1160" y="3223"/>
                    <a:pt x="1171" y="3223"/>
                  </a:cubicBezTo>
                  <a:lnTo>
                    <a:pt x="1183" y="3223"/>
                  </a:lnTo>
                  <a:cubicBezTo>
                    <a:pt x="1206" y="3211"/>
                    <a:pt x="1217" y="3200"/>
                    <a:pt x="1217" y="3177"/>
                  </a:cubicBezTo>
                  <a:cubicBezTo>
                    <a:pt x="1217" y="3052"/>
                    <a:pt x="1365" y="290"/>
                    <a:pt x="1365" y="96"/>
                  </a:cubicBezTo>
                  <a:cubicBezTo>
                    <a:pt x="1365" y="73"/>
                    <a:pt x="1365" y="28"/>
                    <a:pt x="1285" y="5"/>
                  </a:cubicBezTo>
                  <a:cubicBezTo>
                    <a:pt x="1271" y="2"/>
                    <a:pt x="1254" y="0"/>
                    <a:pt x="1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61"/>
            <p:cNvSpPr/>
            <p:nvPr/>
          </p:nvSpPr>
          <p:spPr>
            <a:xfrm>
              <a:off x="1507734" y="1801376"/>
              <a:ext cx="87668" cy="93302"/>
            </a:xfrm>
            <a:custGeom>
              <a:avLst/>
              <a:gdLst/>
              <a:ahLst/>
              <a:cxnLst/>
              <a:rect l="l" t="t" r="r" b="b"/>
              <a:pathLst>
                <a:path w="2956" h="3146" extrusionOk="0">
                  <a:moveTo>
                    <a:pt x="1200" y="1"/>
                  </a:moveTo>
                  <a:cubicBezTo>
                    <a:pt x="1148" y="1"/>
                    <a:pt x="1124" y="207"/>
                    <a:pt x="1080" y="349"/>
                  </a:cubicBezTo>
                  <a:cubicBezTo>
                    <a:pt x="1034" y="531"/>
                    <a:pt x="864" y="690"/>
                    <a:pt x="819" y="849"/>
                  </a:cubicBezTo>
                  <a:cubicBezTo>
                    <a:pt x="761" y="1019"/>
                    <a:pt x="773" y="1451"/>
                    <a:pt x="682" y="1577"/>
                  </a:cubicBezTo>
                  <a:cubicBezTo>
                    <a:pt x="602" y="1702"/>
                    <a:pt x="159" y="2020"/>
                    <a:pt x="159" y="2020"/>
                  </a:cubicBezTo>
                  <a:lnTo>
                    <a:pt x="0" y="3146"/>
                  </a:lnTo>
                  <a:cubicBezTo>
                    <a:pt x="0" y="3146"/>
                    <a:pt x="819" y="2805"/>
                    <a:pt x="1069" y="2691"/>
                  </a:cubicBezTo>
                  <a:cubicBezTo>
                    <a:pt x="1319" y="2577"/>
                    <a:pt x="2342" y="2315"/>
                    <a:pt x="2489" y="2270"/>
                  </a:cubicBezTo>
                  <a:cubicBezTo>
                    <a:pt x="2637" y="2236"/>
                    <a:pt x="2694" y="2191"/>
                    <a:pt x="2706" y="2100"/>
                  </a:cubicBezTo>
                  <a:cubicBezTo>
                    <a:pt x="2739" y="1997"/>
                    <a:pt x="2774" y="1895"/>
                    <a:pt x="2830" y="1804"/>
                  </a:cubicBezTo>
                  <a:cubicBezTo>
                    <a:pt x="2888" y="1713"/>
                    <a:pt x="2819" y="1429"/>
                    <a:pt x="2819" y="1429"/>
                  </a:cubicBezTo>
                  <a:cubicBezTo>
                    <a:pt x="2819" y="1429"/>
                    <a:pt x="2956" y="1156"/>
                    <a:pt x="2910" y="940"/>
                  </a:cubicBezTo>
                  <a:cubicBezTo>
                    <a:pt x="2881" y="830"/>
                    <a:pt x="2829" y="791"/>
                    <a:pt x="2783" y="791"/>
                  </a:cubicBezTo>
                  <a:cubicBezTo>
                    <a:pt x="2738" y="791"/>
                    <a:pt x="2700" y="827"/>
                    <a:pt x="2694" y="872"/>
                  </a:cubicBezTo>
                  <a:cubicBezTo>
                    <a:pt x="2671" y="928"/>
                    <a:pt x="2648" y="986"/>
                    <a:pt x="2603" y="1031"/>
                  </a:cubicBezTo>
                  <a:lnTo>
                    <a:pt x="1352" y="1065"/>
                  </a:lnTo>
                  <a:cubicBezTo>
                    <a:pt x="1296" y="974"/>
                    <a:pt x="1273" y="872"/>
                    <a:pt x="1284" y="758"/>
                  </a:cubicBezTo>
                  <a:cubicBezTo>
                    <a:pt x="1319" y="622"/>
                    <a:pt x="1341" y="235"/>
                    <a:pt x="1251" y="54"/>
                  </a:cubicBezTo>
                  <a:cubicBezTo>
                    <a:pt x="1231" y="17"/>
                    <a:pt x="1214" y="1"/>
                    <a:pt x="12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61"/>
            <p:cNvSpPr/>
            <p:nvPr/>
          </p:nvSpPr>
          <p:spPr>
            <a:xfrm>
              <a:off x="1506370" y="1799864"/>
              <a:ext cx="90396" cy="96179"/>
            </a:xfrm>
            <a:custGeom>
              <a:avLst/>
              <a:gdLst/>
              <a:ahLst/>
              <a:cxnLst/>
              <a:rect l="l" t="t" r="r" b="b"/>
              <a:pathLst>
                <a:path w="3048" h="3243" extrusionOk="0">
                  <a:moveTo>
                    <a:pt x="1251" y="127"/>
                  </a:moveTo>
                  <a:cubicBezTo>
                    <a:pt x="1330" y="297"/>
                    <a:pt x="1319" y="661"/>
                    <a:pt x="1285" y="809"/>
                  </a:cubicBezTo>
                  <a:cubicBezTo>
                    <a:pt x="1262" y="923"/>
                    <a:pt x="1297" y="1048"/>
                    <a:pt x="1365" y="1150"/>
                  </a:cubicBezTo>
                  <a:cubicBezTo>
                    <a:pt x="1365" y="1161"/>
                    <a:pt x="1387" y="1161"/>
                    <a:pt x="1398" y="1161"/>
                  </a:cubicBezTo>
                  <a:lnTo>
                    <a:pt x="2649" y="1128"/>
                  </a:lnTo>
                  <a:cubicBezTo>
                    <a:pt x="2661" y="1128"/>
                    <a:pt x="2672" y="1128"/>
                    <a:pt x="2683" y="1116"/>
                  </a:cubicBezTo>
                  <a:cubicBezTo>
                    <a:pt x="2729" y="1059"/>
                    <a:pt x="2763" y="1002"/>
                    <a:pt x="2785" y="934"/>
                  </a:cubicBezTo>
                  <a:cubicBezTo>
                    <a:pt x="2785" y="911"/>
                    <a:pt x="2808" y="889"/>
                    <a:pt x="2820" y="889"/>
                  </a:cubicBezTo>
                  <a:lnTo>
                    <a:pt x="2831" y="889"/>
                  </a:lnTo>
                  <a:cubicBezTo>
                    <a:pt x="2854" y="889"/>
                    <a:pt x="2888" y="923"/>
                    <a:pt x="2911" y="1002"/>
                  </a:cubicBezTo>
                  <a:cubicBezTo>
                    <a:pt x="2956" y="1196"/>
                    <a:pt x="2820" y="1446"/>
                    <a:pt x="2820" y="1457"/>
                  </a:cubicBezTo>
                  <a:cubicBezTo>
                    <a:pt x="2808" y="1469"/>
                    <a:pt x="2808" y="1480"/>
                    <a:pt x="2820" y="1491"/>
                  </a:cubicBezTo>
                  <a:cubicBezTo>
                    <a:pt x="2843" y="1616"/>
                    <a:pt x="2865" y="1787"/>
                    <a:pt x="2843" y="1833"/>
                  </a:cubicBezTo>
                  <a:cubicBezTo>
                    <a:pt x="2774" y="1923"/>
                    <a:pt x="2729" y="2025"/>
                    <a:pt x="2706" y="2139"/>
                  </a:cubicBezTo>
                  <a:cubicBezTo>
                    <a:pt x="2694" y="2207"/>
                    <a:pt x="2661" y="2242"/>
                    <a:pt x="2524" y="2275"/>
                  </a:cubicBezTo>
                  <a:cubicBezTo>
                    <a:pt x="2411" y="2310"/>
                    <a:pt x="1353" y="2583"/>
                    <a:pt x="1092" y="2697"/>
                  </a:cubicBezTo>
                  <a:cubicBezTo>
                    <a:pt x="887" y="2787"/>
                    <a:pt x="319" y="3026"/>
                    <a:pt x="102" y="3117"/>
                  </a:cubicBezTo>
                  <a:lnTo>
                    <a:pt x="251" y="2105"/>
                  </a:lnTo>
                  <a:cubicBezTo>
                    <a:pt x="342" y="2037"/>
                    <a:pt x="694" y="1775"/>
                    <a:pt x="774" y="1651"/>
                  </a:cubicBezTo>
                  <a:cubicBezTo>
                    <a:pt x="830" y="1571"/>
                    <a:pt x="853" y="1389"/>
                    <a:pt x="865" y="1207"/>
                  </a:cubicBezTo>
                  <a:cubicBezTo>
                    <a:pt x="875" y="1093"/>
                    <a:pt x="887" y="979"/>
                    <a:pt x="910" y="923"/>
                  </a:cubicBezTo>
                  <a:cubicBezTo>
                    <a:pt x="933" y="855"/>
                    <a:pt x="978" y="775"/>
                    <a:pt x="1024" y="696"/>
                  </a:cubicBezTo>
                  <a:cubicBezTo>
                    <a:pt x="1080" y="605"/>
                    <a:pt x="1148" y="514"/>
                    <a:pt x="1171" y="411"/>
                  </a:cubicBezTo>
                  <a:cubicBezTo>
                    <a:pt x="1194" y="366"/>
                    <a:pt x="1206" y="309"/>
                    <a:pt x="1217" y="252"/>
                  </a:cubicBezTo>
                  <a:cubicBezTo>
                    <a:pt x="1228" y="218"/>
                    <a:pt x="1239" y="161"/>
                    <a:pt x="1251" y="127"/>
                  </a:cubicBezTo>
                  <a:close/>
                  <a:moveTo>
                    <a:pt x="1243" y="1"/>
                  </a:moveTo>
                  <a:cubicBezTo>
                    <a:pt x="1238" y="1"/>
                    <a:pt x="1233" y="1"/>
                    <a:pt x="1228" y="2"/>
                  </a:cubicBezTo>
                  <a:cubicBezTo>
                    <a:pt x="1171" y="14"/>
                    <a:pt x="1148" y="105"/>
                    <a:pt x="1115" y="241"/>
                  </a:cubicBezTo>
                  <a:cubicBezTo>
                    <a:pt x="1115" y="286"/>
                    <a:pt x="1103" y="343"/>
                    <a:pt x="1080" y="388"/>
                  </a:cubicBezTo>
                  <a:cubicBezTo>
                    <a:pt x="1057" y="468"/>
                    <a:pt x="1001" y="559"/>
                    <a:pt x="944" y="650"/>
                  </a:cubicBezTo>
                  <a:cubicBezTo>
                    <a:pt x="887" y="729"/>
                    <a:pt x="842" y="809"/>
                    <a:pt x="819" y="889"/>
                  </a:cubicBezTo>
                  <a:cubicBezTo>
                    <a:pt x="785" y="957"/>
                    <a:pt x="774" y="1082"/>
                    <a:pt x="774" y="1207"/>
                  </a:cubicBezTo>
                  <a:cubicBezTo>
                    <a:pt x="751" y="1355"/>
                    <a:pt x="739" y="1537"/>
                    <a:pt x="694" y="1593"/>
                  </a:cubicBezTo>
                  <a:cubicBezTo>
                    <a:pt x="625" y="1696"/>
                    <a:pt x="296" y="1946"/>
                    <a:pt x="182" y="2037"/>
                  </a:cubicBezTo>
                  <a:cubicBezTo>
                    <a:pt x="171" y="2048"/>
                    <a:pt x="160" y="2060"/>
                    <a:pt x="160" y="2071"/>
                  </a:cubicBezTo>
                  <a:lnTo>
                    <a:pt x="1" y="3185"/>
                  </a:lnTo>
                  <a:cubicBezTo>
                    <a:pt x="1" y="3208"/>
                    <a:pt x="1" y="3219"/>
                    <a:pt x="11" y="3230"/>
                  </a:cubicBezTo>
                  <a:cubicBezTo>
                    <a:pt x="23" y="3242"/>
                    <a:pt x="34" y="3242"/>
                    <a:pt x="46" y="3242"/>
                  </a:cubicBezTo>
                  <a:lnTo>
                    <a:pt x="69" y="3242"/>
                  </a:lnTo>
                  <a:cubicBezTo>
                    <a:pt x="69" y="3242"/>
                    <a:pt x="875" y="2889"/>
                    <a:pt x="1126" y="2787"/>
                  </a:cubicBezTo>
                  <a:cubicBezTo>
                    <a:pt x="1376" y="2685"/>
                    <a:pt x="2365" y="2424"/>
                    <a:pt x="2547" y="2378"/>
                  </a:cubicBezTo>
                  <a:cubicBezTo>
                    <a:pt x="2706" y="2333"/>
                    <a:pt x="2774" y="2275"/>
                    <a:pt x="2797" y="2162"/>
                  </a:cubicBezTo>
                  <a:cubicBezTo>
                    <a:pt x="2831" y="2060"/>
                    <a:pt x="2865" y="1969"/>
                    <a:pt x="2922" y="1878"/>
                  </a:cubicBezTo>
                  <a:cubicBezTo>
                    <a:pt x="2979" y="1787"/>
                    <a:pt x="2934" y="1560"/>
                    <a:pt x="2911" y="1480"/>
                  </a:cubicBezTo>
                  <a:cubicBezTo>
                    <a:pt x="2945" y="1423"/>
                    <a:pt x="3047" y="1184"/>
                    <a:pt x="3002" y="979"/>
                  </a:cubicBezTo>
                  <a:cubicBezTo>
                    <a:pt x="2962" y="832"/>
                    <a:pt x="2880" y="795"/>
                    <a:pt x="2837" y="795"/>
                  </a:cubicBezTo>
                  <a:cubicBezTo>
                    <a:pt x="2830" y="795"/>
                    <a:pt x="2824" y="796"/>
                    <a:pt x="2820" y="798"/>
                  </a:cubicBezTo>
                  <a:cubicBezTo>
                    <a:pt x="2763" y="798"/>
                    <a:pt x="2706" y="843"/>
                    <a:pt x="2694" y="911"/>
                  </a:cubicBezTo>
                  <a:cubicBezTo>
                    <a:pt x="2672" y="957"/>
                    <a:pt x="2649" y="1002"/>
                    <a:pt x="2626" y="1037"/>
                  </a:cubicBezTo>
                  <a:lnTo>
                    <a:pt x="1433" y="1070"/>
                  </a:lnTo>
                  <a:cubicBezTo>
                    <a:pt x="1387" y="991"/>
                    <a:pt x="1365" y="911"/>
                    <a:pt x="1376" y="820"/>
                  </a:cubicBezTo>
                  <a:cubicBezTo>
                    <a:pt x="1410" y="673"/>
                    <a:pt x="1433" y="275"/>
                    <a:pt x="1330" y="82"/>
                  </a:cubicBezTo>
                  <a:cubicBezTo>
                    <a:pt x="1320" y="61"/>
                    <a:pt x="1300" y="1"/>
                    <a:pt x="1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61"/>
            <p:cNvSpPr/>
            <p:nvPr/>
          </p:nvSpPr>
          <p:spPr>
            <a:xfrm>
              <a:off x="1439937" y="1859238"/>
              <a:ext cx="80283" cy="106263"/>
            </a:xfrm>
            <a:custGeom>
              <a:avLst/>
              <a:gdLst/>
              <a:ahLst/>
              <a:cxnLst/>
              <a:rect l="l" t="t" r="r" b="b"/>
              <a:pathLst>
                <a:path w="2707" h="3583" extrusionOk="0">
                  <a:moveTo>
                    <a:pt x="2582" y="1"/>
                  </a:moveTo>
                  <a:lnTo>
                    <a:pt x="672" y="513"/>
                  </a:lnTo>
                  <a:lnTo>
                    <a:pt x="422" y="546"/>
                  </a:lnTo>
                  <a:cubicBezTo>
                    <a:pt x="422" y="546"/>
                    <a:pt x="1" y="1388"/>
                    <a:pt x="546" y="2183"/>
                  </a:cubicBezTo>
                  <a:cubicBezTo>
                    <a:pt x="1092" y="2968"/>
                    <a:pt x="2706" y="3582"/>
                    <a:pt x="2706" y="3582"/>
                  </a:cubicBezTo>
                  <a:cubicBezTo>
                    <a:pt x="2559" y="2979"/>
                    <a:pt x="2479" y="2377"/>
                    <a:pt x="2456" y="1763"/>
                  </a:cubicBezTo>
                  <a:cubicBezTo>
                    <a:pt x="2468" y="1172"/>
                    <a:pt x="2502" y="58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61"/>
            <p:cNvSpPr/>
            <p:nvPr/>
          </p:nvSpPr>
          <p:spPr>
            <a:xfrm>
              <a:off x="1448389" y="1869025"/>
              <a:ext cx="67115" cy="20582"/>
            </a:xfrm>
            <a:custGeom>
              <a:avLst/>
              <a:gdLst/>
              <a:ahLst/>
              <a:cxnLst/>
              <a:rect l="l" t="t" r="r" b="b"/>
              <a:pathLst>
                <a:path w="2263" h="694" extrusionOk="0">
                  <a:moveTo>
                    <a:pt x="2262" y="1"/>
                  </a:moveTo>
                  <a:lnTo>
                    <a:pt x="46" y="501"/>
                  </a:lnTo>
                  <a:cubicBezTo>
                    <a:pt x="23" y="569"/>
                    <a:pt x="11" y="626"/>
                    <a:pt x="0" y="694"/>
                  </a:cubicBezTo>
                  <a:lnTo>
                    <a:pt x="2239" y="183"/>
                  </a:lnTo>
                  <a:cubicBezTo>
                    <a:pt x="2251" y="114"/>
                    <a:pt x="2251" y="57"/>
                    <a:pt x="22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61"/>
            <p:cNvSpPr/>
            <p:nvPr/>
          </p:nvSpPr>
          <p:spPr>
            <a:xfrm>
              <a:off x="1452749" y="1917574"/>
              <a:ext cx="61747" cy="15867"/>
            </a:xfrm>
            <a:custGeom>
              <a:avLst/>
              <a:gdLst/>
              <a:ahLst/>
              <a:cxnLst/>
              <a:rect l="l" t="t" r="r" b="b"/>
              <a:pathLst>
                <a:path w="2082" h="535" extrusionOk="0">
                  <a:moveTo>
                    <a:pt x="1" y="1"/>
                  </a:moveTo>
                  <a:lnTo>
                    <a:pt x="1" y="1"/>
                  </a:lnTo>
                  <a:cubicBezTo>
                    <a:pt x="35" y="80"/>
                    <a:pt x="81" y="148"/>
                    <a:pt x="126" y="216"/>
                  </a:cubicBezTo>
                  <a:cubicBezTo>
                    <a:pt x="763" y="376"/>
                    <a:pt x="1422" y="478"/>
                    <a:pt x="2081" y="535"/>
                  </a:cubicBezTo>
                  <a:cubicBezTo>
                    <a:pt x="2070" y="478"/>
                    <a:pt x="2070" y="410"/>
                    <a:pt x="2059" y="353"/>
                  </a:cubicBezTo>
                  <a:cubicBezTo>
                    <a:pt x="1365" y="285"/>
                    <a:pt x="672" y="17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61"/>
            <p:cNvSpPr/>
            <p:nvPr/>
          </p:nvSpPr>
          <p:spPr>
            <a:xfrm>
              <a:off x="1448033" y="1901055"/>
              <a:ext cx="65098" cy="8868"/>
            </a:xfrm>
            <a:custGeom>
              <a:avLst/>
              <a:gdLst/>
              <a:ahLst/>
              <a:cxnLst/>
              <a:rect l="l" t="t" r="r" b="b"/>
              <a:pathLst>
                <a:path w="2195" h="299" extrusionOk="0">
                  <a:moveTo>
                    <a:pt x="0" y="0"/>
                  </a:moveTo>
                  <a:lnTo>
                    <a:pt x="0" y="0"/>
                  </a:lnTo>
                  <a:cubicBezTo>
                    <a:pt x="12" y="69"/>
                    <a:pt x="12" y="137"/>
                    <a:pt x="35" y="194"/>
                  </a:cubicBezTo>
                  <a:cubicBezTo>
                    <a:pt x="461" y="263"/>
                    <a:pt x="896" y="298"/>
                    <a:pt x="1325" y="298"/>
                  </a:cubicBezTo>
                  <a:cubicBezTo>
                    <a:pt x="1388" y="298"/>
                    <a:pt x="1450" y="297"/>
                    <a:pt x="1513" y="296"/>
                  </a:cubicBezTo>
                  <a:cubicBezTo>
                    <a:pt x="1774" y="296"/>
                    <a:pt x="2001" y="296"/>
                    <a:pt x="2195" y="285"/>
                  </a:cubicBezTo>
                  <a:lnTo>
                    <a:pt x="2195" y="103"/>
                  </a:lnTo>
                  <a:cubicBezTo>
                    <a:pt x="2014" y="111"/>
                    <a:pt x="1832" y="116"/>
                    <a:pt x="1649" y="116"/>
                  </a:cubicBezTo>
                  <a:cubicBezTo>
                    <a:pt x="1100" y="116"/>
                    <a:pt x="547" y="7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61"/>
            <p:cNvSpPr/>
            <p:nvPr/>
          </p:nvSpPr>
          <p:spPr>
            <a:xfrm>
              <a:off x="1438602" y="1857577"/>
              <a:ext cx="82952" cy="109258"/>
            </a:xfrm>
            <a:custGeom>
              <a:avLst/>
              <a:gdLst/>
              <a:ahLst/>
              <a:cxnLst/>
              <a:rect l="l" t="t" r="r" b="b"/>
              <a:pathLst>
                <a:path w="2797" h="3684" extrusionOk="0">
                  <a:moveTo>
                    <a:pt x="2615" y="0"/>
                  </a:moveTo>
                  <a:lnTo>
                    <a:pt x="705" y="523"/>
                  </a:lnTo>
                  <a:cubicBezTo>
                    <a:pt x="671" y="534"/>
                    <a:pt x="659" y="557"/>
                    <a:pt x="671" y="580"/>
                  </a:cubicBezTo>
                  <a:cubicBezTo>
                    <a:pt x="671" y="598"/>
                    <a:pt x="694" y="617"/>
                    <a:pt x="715" y="617"/>
                  </a:cubicBezTo>
                  <a:cubicBezTo>
                    <a:pt x="719" y="617"/>
                    <a:pt x="724" y="616"/>
                    <a:pt x="728" y="614"/>
                  </a:cubicBezTo>
                  <a:lnTo>
                    <a:pt x="2569" y="114"/>
                  </a:lnTo>
                  <a:lnTo>
                    <a:pt x="2569" y="114"/>
                  </a:lnTo>
                  <a:cubicBezTo>
                    <a:pt x="2501" y="682"/>
                    <a:pt x="2467" y="1251"/>
                    <a:pt x="2456" y="1819"/>
                  </a:cubicBezTo>
                  <a:cubicBezTo>
                    <a:pt x="2467" y="2399"/>
                    <a:pt x="2547" y="2990"/>
                    <a:pt x="2683" y="3558"/>
                  </a:cubicBezTo>
                  <a:cubicBezTo>
                    <a:pt x="2342" y="3422"/>
                    <a:pt x="1091" y="2876"/>
                    <a:pt x="637" y="2217"/>
                  </a:cubicBezTo>
                  <a:cubicBezTo>
                    <a:pt x="114" y="1455"/>
                    <a:pt x="512" y="625"/>
                    <a:pt x="512" y="625"/>
                  </a:cubicBezTo>
                  <a:cubicBezTo>
                    <a:pt x="523" y="591"/>
                    <a:pt x="512" y="569"/>
                    <a:pt x="489" y="557"/>
                  </a:cubicBezTo>
                  <a:cubicBezTo>
                    <a:pt x="483" y="554"/>
                    <a:pt x="477" y="553"/>
                    <a:pt x="471" y="553"/>
                  </a:cubicBezTo>
                  <a:cubicBezTo>
                    <a:pt x="455" y="553"/>
                    <a:pt x="441" y="563"/>
                    <a:pt x="432" y="580"/>
                  </a:cubicBezTo>
                  <a:cubicBezTo>
                    <a:pt x="421" y="591"/>
                    <a:pt x="0" y="1466"/>
                    <a:pt x="558" y="2262"/>
                  </a:cubicBezTo>
                  <a:cubicBezTo>
                    <a:pt x="1103" y="3058"/>
                    <a:pt x="2660" y="3661"/>
                    <a:pt x="2728" y="3684"/>
                  </a:cubicBezTo>
                  <a:lnTo>
                    <a:pt x="2751" y="3684"/>
                  </a:lnTo>
                  <a:cubicBezTo>
                    <a:pt x="2763" y="3684"/>
                    <a:pt x="2774" y="3684"/>
                    <a:pt x="2786" y="3672"/>
                  </a:cubicBezTo>
                  <a:cubicBezTo>
                    <a:pt x="2797" y="3661"/>
                    <a:pt x="2797" y="3638"/>
                    <a:pt x="2797" y="3626"/>
                  </a:cubicBezTo>
                  <a:cubicBezTo>
                    <a:pt x="2649" y="3035"/>
                    <a:pt x="2569" y="2421"/>
                    <a:pt x="2558" y="1819"/>
                  </a:cubicBezTo>
                  <a:cubicBezTo>
                    <a:pt x="2558" y="1228"/>
                    <a:pt x="2604" y="637"/>
                    <a:pt x="2672" y="57"/>
                  </a:cubicBezTo>
                  <a:cubicBezTo>
                    <a:pt x="2672" y="46"/>
                    <a:pt x="2672" y="23"/>
                    <a:pt x="2660" y="11"/>
                  </a:cubicBezTo>
                  <a:cubicBezTo>
                    <a:pt x="2649" y="0"/>
                    <a:pt x="2627" y="0"/>
                    <a:pt x="26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6" name="Google Shape;1436;p61">
            <a:hlinkClick r:id="rId3" action="ppaction://hlinksldjump"/>
          </p:cNvPr>
          <p:cNvSpPr/>
          <p:nvPr/>
        </p:nvSpPr>
        <p:spPr>
          <a:xfrm rot="-10446401">
            <a:off x="7925254" y="379214"/>
            <a:ext cx="642242" cy="519381"/>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61"/>
          <p:cNvSpPr/>
          <p:nvPr/>
        </p:nvSpPr>
        <p:spPr>
          <a:xfrm>
            <a:off x="8099722" y="503736"/>
            <a:ext cx="293292" cy="270413"/>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359"/>
                                        </p:tgtEl>
                                        <p:attrNameLst>
                                          <p:attrName>style.visibility</p:attrName>
                                        </p:attrNameLst>
                                      </p:cBhvr>
                                      <p:to>
                                        <p:strVal val="visible"/>
                                      </p:to>
                                    </p:set>
                                    <p:anim calcmode="lin" valueType="num">
                                      <p:cBhvr additive="base">
                                        <p:cTn id="7" dur="600"/>
                                        <p:tgtEl>
                                          <p:spTgt spid="1359"/>
                                        </p:tgtEl>
                                        <p:attrNameLst>
                                          <p:attrName>ppt_w</p:attrName>
                                        </p:attrNameLst>
                                      </p:cBhvr>
                                      <p:tavLst>
                                        <p:tav tm="0">
                                          <p:val>
                                            <p:strVal val="0"/>
                                          </p:val>
                                        </p:tav>
                                        <p:tav tm="100000">
                                          <p:val>
                                            <p:strVal val="#ppt_w"/>
                                          </p:val>
                                        </p:tav>
                                      </p:tavLst>
                                    </p:anim>
                                    <p:anim calcmode="lin" valueType="num">
                                      <p:cBhvr additive="base">
                                        <p:cTn id="8" dur="600"/>
                                        <p:tgtEl>
                                          <p:spTgt spid="1359"/>
                                        </p:tgtEl>
                                        <p:attrNameLst>
                                          <p:attrName>ppt_h</p:attrName>
                                        </p:attrNameLst>
                                      </p:cBhvr>
                                      <p:tavLst>
                                        <p:tav tm="0">
                                          <p:val>
                                            <p:str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1360"/>
                                        </p:tgtEl>
                                        <p:attrNameLst>
                                          <p:attrName>style.visibility</p:attrName>
                                        </p:attrNameLst>
                                      </p:cBhvr>
                                      <p:to>
                                        <p:strVal val="visible"/>
                                      </p:to>
                                    </p:set>
                                    <p:anim calcmode="lin" valueType="num">
                                      <p:cBhvr additive="base">
                                        <p:cTn id="11" dur="600"/>
                                        <p:tgtEl>
                                          <p:spTgt spid="1360"/>
                                        </p:tgtEl>
                                        <p:attrNameLst>
                                          <p:attrName>ppt_x</p:attrName>
                                        </p:attrNameLst>
                                      </p:cBhvr>
                                      <p:tavLst>
                                        <p:tav tm="0">
                                          <p:val>
                                            <p:strVal val="#ppt_x+1"/>
                                          </p:val>
                                        </p:tav>
                                        <p:tav tm="100000">
                                          <p:val>
                                            <p:strVal val="#ppt_x"/>
                                          </p:val>
                                        </p:tav>
                                      </p:tavLst>
                                    </p:anim>
                                  </p:childTnLst>
                                </p:cTn>
                              </p:par>
                              <p:par>
                                <p:cTn id="12" presetID="2" presetClass="entr" presetSubtype="2" fill="hold" nodeType="withEffect">
                                  <p:stCondLst>
                                    <p:cond delay="0"/>
                                  </p:stCondLst>
                                  <p:childTnLst>
                                    <p:set>
                                      <p:cBhvr>
                                        <p:cTn id="13" dur="1" fill="hold">
                                          <p:stCondLst>
                                            <p:cond delay="0"/>
                                          </p:stCondLst>
                                        </p:cTn>
                                        <p:tgtEl>
                                          <p:spTgt spid="1362"/>
                                        </p:tgtEl>
                                        <p:attrNameLst>
                                          <p:attrName>style.visibility</p:attrName>
                                        </p:attrNameLst>
                                      </p:cBhvr>
                                      <p:to>
                                        <p:strVal val="visible"/>
                                      </p:to>
                                    </p:set>
                                    <p:anim calcmode="lin" valueType="num">
                                      <p:cBhvr additive="base">
                                        <p:cTn id="14" dur="600"/>
                                        <p:tgtEl>
                                          <p:spTgt spid="136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1">
          <a:extLst>
            <a:ext uri="{FF2B5EF4-FFF2-40B4-BE49-F238E27FC236}">
              <a16:creationId xmlns:a16="http://schemas.microsoft.com/office/drawing/2014/main" id="{5E5DC24F-A3E3-AA87-49CC-35653E201F87}"/>
            </a:ext>
          </a:extLst>
        </p:cNvPr>
        <p:cNvGrpSpPr/>
        <p:nvPr/>
      </p:nvGrpSpPr>
      <p:grpSpPr>
        <a:xfrm>
          <a:off x="0" y="0"/>
          <a:ext cx="0" cy="0"/>
          <a:chOff x="0" y="0"/>
          <a:chExt cx="0" cy="0"/>
        </a:xfrm>
      </p:grpSpPr>
      <p:sp>
        <p:nvSpPr>
          <p:cNvPr id="1442" name="Google Shape;1442;p62">
            <a:extLst>
              <a:ext uri="{FF2B5EF4-FFF2-40B4-BE49-F238E27FC236}">
                <a16:creationId xmlns:a16="http://schemas.microsoft.com/office/drawing/2014/main" id="{C4691396-84FE-FA63-9F3D-B6E2552C31C2}"/>
              </a:ext>
            </a:extLst>
          </p:cNvPr>
          <p:cNvSpPr txBox="1">
            <a:spLocks noGrp="1"/>
          </p:cNvSpPr>
          <p:nvPr>
            <p:ph type="title"/>
          </p:nvPr>
        </p:nvSpPr>
        <p:spPr>
          <a:xfrm>
            <a:off x="189186" y="388484"/>
            <a:ext cx="7548977" cy="531302"/>
          </a:xfrm>
          <a:prstGeom prst="rect">
            <a:avLst/>
          </a:prstGeom>
        </p:spPr>
        <p:txBody>
          <a:bodyPr spcFirstLastPara="1" wrap="square" lIns="91425" tIns="91425" rIns="91425" bIns="91425" anchor="t" anchorCtr="0">
            <a:noAutofit/>
          </a:bodyPr>
          <a:lstStyle/>
          <a:p>
            <a:pPr lvl="0" algn="l"/>
            <a:r>
              <a:rPr lang="en-US" sz="2600" dirty="0">
                <a:solidFill>
                  <a:srgbClr val="0EAD69"/>
                </a:solidFill>
                <a:latin typeface="Calibri" panose="020F0502020204030204" pitchFamily="34" charset="0"/>
                <a:ea typeface="Calibri" panose="020F0502020204030204" pitchFamily="34" charset="0"/>
                <a:cs typeface="Calibri" panose="020F0502020204030204" pitchFamily="34" charset="0"/>
              </a:rPr>
              <a:t>About the Company — MMS Solutions (MMS Service)</a:t>
            </a:r>
            <a:endParaRPr sz="2600"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443" name="Google Shape;1443;p62">
            <a:extLst>
              <a:ext uri="{FF2B5EF4-FFF2-40B4-BE49-F238E27FC236}">
                <a16:creationId xmlns:a16="http://schemas.microsoft.com/office/drawing/2014/main" id="{EB494932-0C7B-2244-0F1A-26E7EC2D8B44}"/>
              </a:ext>
            </a:extLst>
          </p:cNvPr>
          <p:cNvGrpSpPr/>
          <p:nvPr/>
        </p:nvGrpSpPr>
        <p:grpSpPr>
          <a:xfrm>
            <a:off x="4246294" y="1283295"/>
            <a:ext cx="3898904" cy="3153141"/>
            <a:chOff x="4098850" y="1105275"/>
            <a:chExt cx="4682806" cy="3787102"/>
          </a:xfrm>
        </p:grpSpPr>
        <p:sp>
          <p:nvSpPr>
            <p:cNvPr id="1444" name="Google Shape;1444;p62">
              <a:extLst>
                <a:ext uri="{FF2B5EF4-FFF2-40B4-BE49-F238E27FC236}">
                  <a16:creationId xmlns:a16="http://schemas.microsoft.com/office/drawing/2014/main" id="{906BDFFA-9559-E76D-2612-0F3AA3AB16F3}"/>
                </a:ext>
              </a:extLst>
            </p:cNvPr>
            <p:cNvSpPr/>
            <p:nvPr/>
          </p:nvSpPr>
          <p:spPr>
            <a:xfrm>
              <a:off x="4098850" y="1105275"/>
              <a:ext cx="4682806" cy="3787102"/>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5" name="Google Shape;1445;p62">
              <a:extLst>
                <a:ext uri="{FF2B5EF4-FFF2-40B4-BE49-F238E27FC236}">
                  <a16:creationId xmlns:a16="http://schemas.microsoft.com/office/drawing/2014/main" id="{39F6B024-5AF0-0718-5AD9-F819D1328E7F}"/>
                </a:ext>
              </a:extLst>
            </p:cNvPr>
            <p:cNvGrpSpPr/>
            <p:nvPr/>
          </p:nvGrpSpPr>
          <p:grpSpPr>
            <a:xfrm>
              <a:off x="4456135" y="1333827"/>
              <a:ext cx="3467998" cy="2746818"/>
              <a:chOff x="4058710" y="1688652"/>
              <a:chExt cx="3467998" cy="2746818"/>
            </a:xfrm>
          </p:grpSpPr>
          <p:sp>
            <p:nvSpPr>
              <p:cNvPr id="1446" name="Google Shape;1446;p62">
                <a:extLst>
                  <a:ext uri="{FF2B5EF4-FFF2-40B4-BE49-F238E27FC236}">
                    <a16:creationId xmlns:a16="http://schemas.microsoft.com/office/drawing/2014/main" id="{17CCBA60-3F70-B5A7-1899-9C81E2EA1445}"/>
                  </a:ext>
                </a:extLst>
              </p:cNvPr>
              <p:cNvSpPr/>
              <p:nvPr/>
            </p:nvSpPr>
            <p:spPr>
              <a:xfrm>
                <a:off x="4058710" y="1688652"/>
                <a:ext cx="3467998" cy="2746818"/>
              </a:xfrm>
              <a:custGeom>
                <a:avLst/>
                <a:gdLst/>
                <a:ahLst/>
                <a:cxnLst/>
                <a:rect l="l" t="t" r="r" b="b"/>
                <a:pathLst>
                  <a:path w="180719" h="143138" extrusionOk="0">
                    <a:moveTo>
                      <a:pt x="1" y="1"/>
                    </a:moveTo>
                    <a:lnTo>
                      <a:pt x="1" y="7889"/>
                    </a:lnTo>
                    <a:lnTo>
                      <a:pt x="1" y="10784"/>
                    </a:lnTo>
                    <a:lnTo>
                      <a:pt x="1" y="143137"/>
                    </a:lnTo>
                    <a:lnTo>
                      <a:pt x="180719" y="143137"/>
                    </a:lnTo>
                    <a:lnTo>
                      <a:pt x="180719" y="7889"/>
                    </a:lnTo>
                    <a:lnTo>
                      <a:pt x="48839" y="7889"/>
                    </a:lnTo>
                    <a:lnTo>
                      <a:pt x="438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62">
                <a:extLst>
                  <a:ext uri="{FF2B5EF4-FFF2-40B4-BE49-F238E27FC236}">
                    <a16:creationId xmlns:a16="http://schemas.microsoft.com/office/drawing/2014/main" id="{1C967532-89E8-26F7-7C82-BBCC94C5E92C}"/>
                  </a:ext>
                </a:extLst>
              </p:cNvPr>
              <p:cNvSpPr/>
              <p:nvPr/>
            </p:nvSpPr>
            <p:spPr>
              <a:xfrm>
                <a:off x="4083292" y="1911256"/>
                <a:ext cx="3421155" cy="2468467"/>
              </a:xfrm>
              <a:custGeom>
                <a:avLst/>
                <a:gdLst/>
                <a:ahLst/>
                <a:cxnLst/>
                <a:rect l="l" t="t" r="r" b="b"/>
                <a:pathLst>
                  <a:path w="178278" h="128633" extrusionOk="0">
                    <a:moveTo>
                      <a:pt x="1" y="0"/>
                    </a:moveTo>
                    <a:lnTo>
                      <a:pt x="1" y="128633"/>
                    </a:lnTo>
                    <a:lnTo>
                      <a:pt x="178278" y="128633"/>
                    </a:lnTo>
                    <a:lnTo>
                      <a:pt x="1782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2">
                <a:extLst>
                  <a:ext uri="{FF2B5EF4-FFF2-40B4-BE49-F238E27FC236}">
                    <a16:creationId xmlns:a16="http://schemas.microsoft.com/office/drawing/2014/main" id="{B91E359C-B5A2-3B14-DF8D-021D5A69B55A}"/>
                  </a:ext>
                </a:extLst>
              </p:cNvPr>
              <p:cNvSpPr/>
              <p:nvPr/>
            </p:nvSpPr>
            <p:spPr>
              <a:xfrm>
                <a:off x="7442118" y="1915708"/>
                <a:ext cx="57877" cy="1491389"/>
              </a:xfrm>
              <a:custGeom>
                <a:avLst/>
                <a:gdLst/>
                <a:ahLst/>
                <a:cxnLst/>
                <a:rect l="l" t="t" r="r" b="b"/>
                <a:pathLst>
                  <a:path w="3016" h="77717" extrusionOk="0">
                    <a:moveTo>
                      <a:pt x="0" y="0"/>
                    </a:moveTo>
                    <a:lnTo>
                      <a:pt x="0" y="77716"/>
                    </a:lnTo>
                    <a:lnTo>
                      <a:pt x="3016" y="77716"/>
                    </a:lnTo>
                    <a:lnTo>
                      <a:pt x="3016" y="0"/>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2">
                <a:extLst>
                  <a:ext uri="{FF2B5EF4-FFF2-40B4-BE49-F238E27FC236}">
                    <a16:creationId xmlns:a16="http://schemas.microsoft.com/office/drawing/2014/main" id="{BE2BA3C7-DFB3-05A0-DAE4-F9FFD6BD9D23}"/>
                  </a:ext>
                </a:extLst>
              </p:cNvPr>
              <p:cNvSpPr/>
              <p:nvPr/>
            </p:nvSpPr>
            <p:spPr>
              <a:xfrm>
                <a:off x="4069936" y="1877770"/>
                <a:ext cx="3438963" cy="133582"/>
              </a:xfrm>
              <a:custGeom>
                <a:avLst/>
                <a:gdLst/>
                <a:ahLst/>
                <a:cxnLst/>
                <a:rect l="l" t="t" r="r" b="b"/>
                <a:pathLst>
                  <a:path w="179206" h="6961" extrusionOk="0">
                    <a:moveTo>
                      <a:pt x="1" y="1"/>
                    </a:moveTo>
                    <a:lnTo>
                      <a:pt x="1" y="6960"/>
                    </a:lnTo>
                    <a:lnTo>
                      <a:pt x="179206" y="6960"/>
                    </a:lnTo>
                    <a:lnTo>
                      <a:pt x="1792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2">
                <a:extLst>
                  <a:ext uri="{FF2B5EF4-FFF2-40B4-BE49-F238E27FC236}">
                    <a16:creationId xmlns:a16="http://schemas.microsoft.com/office/drawing/2014/main" id="{709BC53B-D363-1725-0D22-3977241F3D5B}"/>
                  </a:ext>
                </a:extLst>
              </p:cNvPr>
              <p:cNvSpPr/>
              <p:nvPr/>
            </p:nvSpPr>
            <p:spPr>
              <a:xfrm>
                <a:off x="4065484" y="1873318"/>
                <a:ext cx="3447867" cy="142486"/>
              </a:xfrm>
              <a:custGeom>
                <a:avLst/>
                <a:gdLst/>
                <a:ahLst/>
                <a:cxnLst/>
                <a:rect l="l" t="t" r="r" b="b"/>
                <a:pathLst>
                  <a:path w="179670" h="7425" extrusionOk="0">
                    <a:moveTo>
                      <a:pt x="179206" y="465"/>
                    </a:moveTo>
                    <a:lnTo>
                      <a:pt x="179206" y="6960"/>
                    </a:lnTo>
                    <a:lnTo>
                      <a:pt x="465" y="6960"/>
                    </a:lnTo>
                    <a:lnTo>
                      <a:pt x="465" y="465"/>
                    </a:lnTo>
                    <a:close/>
                    <a:moveTo>
                      <a:pt x="1" y="1"/>
                    </a:moveTo>
                    <a:lnTo>
                      <a:pt x="1" y="7424"/>
                    </a:lnTo>
                    <a:lnTo>
                      <a:pt x="179670" y="7424"/>
                    </a:lnTo>
                    <a:lnTo>
                      <a:pt x="1796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62">
                <a:extLst>
                  <a:ext uri="{FF2B5EF4-FFF2-40B4-BE49-F238E27FC236}">
                    <a16:creationId xmlns:a16="http://schemas.microsoft.com/office/drawing/2014/main" id="{1375640C-770D-3150-8F72-FD69904B22F9}"/>
                  </a:ext>
                </a:extLst>
              </p:cNvPr>
              <p:cNvSpPr/>
              <p:nvPr/>
            </p:nvSpPr>
            <p:spPr>
              <a:xfrm>
                <a:off x="4078840" y="1906804"/>
                <a:ext cx="3430059" cy="2479693"/>
              </a:xfrm>
              <a:custGeom>
                <a:avLst/>
                <a:gdLst/>
                <a:ahLst/>
                <a:cxnLst/>
                <a:rect l="l" t="t" r="r" b="b"/>
                <a:pathLst>
                  <a:path w="178742" h="129218" extrusionOk="0">
                    <a:moveTo>
                      <a:pt x="178278" y="464"/>
                    </a:moveTo>
                    <a:lnTo>
                      <a:pt x="178278" y="128633"/>
                    </a:lnTo>
                    <a:lnTo>
                      <a:pt x="576" y="128633"/>
                    </a:lnTo>
                    <a:lnTo>
                      <a:pt x="576" y="464"/>
                    </a:lnTo>
                    <a:close/>
                    <a:moveTo>
                      <a:pt x="233" y="0"/>
                    </a:moveTo>
                    <a:cubicBezTo>
                      <a:pt x="112" y="0"/>
                      <a:pt x="1" y="112"/>
                      <a:pt x="1" y="232"/>
                    </a:cubicBezTo>
                    <a:lnTo>
                      <a:pt x="1" y="128865"/>
                    </a:lnTo>
                    <a:cubicBezTo>
                      <a:pt x="1" y="129097"/>
                      <a:pt x="112" y="129218"/>
                      <a:pt x="233" y="129218"/>
                    </a:cubicBezTo>
                    <a:lnTo>
                      <a:pt x="178510" y="129218"/>
                    </a:lnTo>
                    <a:cubicBezTo>
                      <a:pt x="178630" y="129218"/>
                      <a:pt x="178742" y="129097"/>
                      <a:pt x="178742" y="128865"/>
                    </a:cubicBezTo>
                    <a:lnTo>
                      <a:pt x="178742" y="232"/>
                    </a:lnTo>
                    <a:cubicBezTo>
                      <a:pt x="178742" y="112"/>
                      <a:pt x="178630" y="0"/>
                      <a:pt x="1785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62">
                <a:extLst>
                  <a:ext uri="{FF2B5EF4-FFF2-40B4-BE49-F238E27FC236}">
                    <a16:creationId xmlns:a16="http://schemas.microsoft.com/office/drawing/2014/main" id="{DC1609DE-91BA-302C-3E8A-D8968EAA62BA}"/>
                  </a:ext>
                </a:extLst>
              </p:cNvPr>
              <p:cNvSpPr/>
              <p:nvPr/>
            </p:nvSpPr>
            <p:spPr>
              <a:xfrm>
                <a:off x="5605827" y="2098224"/>
                <a:ext cx="280481" cy="42237"/>
              </a:xfrm>
              <a:custGeom>
                <a:avLst/>
                <a:gdLst/>
                <a:ahLst/>
                <a:cxnLst/>
                <a:rect l="l" t="t" r="r" b="b"/>
                <a:pathLst>
                  <a:path w="14616" h="2201" extrusionOk="0">
                    <a:moveTo>
                      <a:pt x="1039" y="1"/>
                    </a:moveTo>
                    <a:cubicBezTo>
                      <a:pt x="464" y="1"/>
                      <a:pt x="0" y="576"/>
                      <a:pt x="0" y="1161"/>
                    </a:cubicBezTo>
                    <a:cubicBezTo>
                      <a:pt x="0" y="1736"/>
                      <a:pt x="464" y="2200"/>
                      <a:pt x="1039" y="2200"/>
                    </a:cubicBezTo>
                    <a:lnTo>
                      <a:pt x="13567" y="2200"/>
                    </a:lnTo>
                    <a:cubicBezTo>
                      <a:pt x="14151" y="2200"/>
                      <a:pt x="14615" y="1736"/>
                      <a:pt x="14615" y="1161"/>
                    </a:cubicBezTo>
                    <a:cubicBezTo>
                      <a:pt x="14615" y="576"/>
                      <a:pt x="14151" y="1"/>
                      <a:pt x="13567"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62">
                <a:extLst>
                  <a:ext uri="{FF2B5EF4-FFF2-40B4-BE49-F238E27FC236}">
                    <a16:creationId xmlns:a16="http://schemas.microsoft.com/office/drawing/2014/main" id="{F4E688F4-A47A-D539-F5E4-A9467ED25F22}"/>
                  </a:ext>
                </a:extLst>
              </p:cNvPr>
              <p:cNvSpPr/>
              <p:nvPr/>
            </p:nvSpPr>
            <p:spPr>
              <a:xfrm>
                <a:off x="6084310" y="2098224"/>
                <a:ext cx="280481" cy="42237"/>
              </a:xfrm>
              <a:custGeom>
                <a:avLst/>
                <a:gdLst/>
                <a:ahLst/>
                <a:cxnLst/>
                <a:rect l="l" t="t" r="r" b="b"/>
                <a:pathLst>
                  <a:path w="14616" h="2201" extrusionOk="0">
                    <a:moveTo>
                      <a:pt x="1049" y="1"/>
                    </a:moveTo>
                    <a:cubicBezTo>
                      <a:pt x="464" y="1"/>
                      <a:pt x="0" y="576"/>
                      <a:pt x="0" y="1161"/>
                    </a:cubicBezTo>
                    <a:cubicBezTo>
                      <a:pt x="0" y="1736"/>
                      <a:pt x="464" y="2200"/>
                      <a:pt x="1049" y="2200"/>
                    </a:cubicBezTo>
                    <a:lnTo>
                      <a:pt x="13576" y="2200"/>
                    </a:lnTo>
                    <a:cubicBezTo>
                      <a:pt x="14151" y="2200"/>
                      <a:pt x="14615" y="1736"/>
                      <a:pt x="14615" y="1161"/>
                    </a:cubicBezTo>
                    <a:cubicBezTo>
                      <a:pt x="14615" y="576"/>
                      <a:pt x="14151" y="1"/>
                      <a:pt x="13576"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62">
                <a:extLst>
                  <a:ext uri="{FF2B5EF4-FFF2-40B4-BE49-F238E27FC236}">
                    <a16:creationId xmlns:a16="http://schemas.microsoft.com/office/drawing/2014/main" id="{22500939-5D0C-6E87-BEE1-648B4F4B0A3B}"/>
                  </a:ext>
                </a:extLst>
              </p:cNvPr>
              <p:cNvSpPr/>
              <p:nvPr/>
            </p:nvSpPr>
            <p:spPr>
              <a:xfrm>
                <a:off x="6562966" y="2098224"/>
                <a:ext cx="280481" cy="42237"/>
              </a:xfrm>
              <a:custGeom>
                <a:avLst/>
                <a:gdLst/>
                <a:ahLst/>
                <a:cxnLst/>
                <a:rect l="l" t="t" r="r" b="b"/>
                <a:pathLst>
                  <a:path w="14616" h="2201" extrusionOk="0">
                    <a:moveTo>
                      <a:pt x="1040" y="1"/>
                    </a:moveTo>
                    <a:cubicBezTo>
                      <a:pt x="464" y="1"/>
                      <a:pt x="0" y="576"/>
                      <a:pt x="0" y="1161"/>
                    </a:cubicBezTo>
                    <a:cubicBezTo>
                      <a:pt x="0" y="1736"/>
                      <a:pt x="464" y="2200"/>
                      <a:pt x="1040" y="2200"/>
                    </a:cubicBezTo>
                    <a:lnTo>
                      <a:pt x="13567" y="2200"/>
                    </a:lnTo>
                    <a:cubicBezTo>
                      <a:pt x="14151" y="2200"/>
                      <a:pt x="14615" y="1736"/>
                      <a:pt x="14615" y="1161"/>
                    </a:cubicBezTo>
                    <a:cubicBezTo>
                      <a:pt x="14615" y="576"/>
                      <a:pt x="14151" y="1"/>
                      <a:pt x="13567"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62">
                <a:extLst>
                  <a:ext uri="{FF2B5EF4-FFF2-40B4-BE49-F238E27FC236}">
                    <a16:creationId xmlns:a16="http://schemas.microsoft.com/office/drawing/2014/main" id="{35245303-FFA8-4525-8A82-A68F20AA7B45}"/>
                  </a:ext>
                </a:extLst>
              </p:cNvPr>
              <p:cNvSpPr/>
              <p:nvPr/>
            </p:nvSpPr>
            <p:spPr>
              <a:xfrm>
                <a:off x="7041450" y="2098224"/>
                <a:ext cx="280481" cy="42237"/>
              </a:xfrm>
              <a:custGeom>
                <a:avLst/>
                <a:gdLst/>
                <a:ahLst/>
                <a:cxnLst/>
                <a:rect l="l" t="t" r="r" b="b"/>
                <a:pathLst>
                  <a:path w="14616" h="2201" extrusionOk="0">
                    <a:moveTo>
                      <a:pt x="1049" y="1"/>
                    </a:moveTo>
                    <a:cubicBezTo>
                      <a:pt x="464" y="1"/>
                      <a:pt x="0" y="576"/>
                      <a:pt x="0" y="1161"/>
                    </a:cubicBezTo>
                    <a:cubicBezTo>
                      <a:pt x="0" y="1736"/>
                      <a:pt x="464" y="2200"/>
                      <a:pt x="1049" y="2200"/>
                    </a:cubicBezTo>
                    <a:lnTo>
                      <a:pt x="13576" y="2200"/>
                    </a:lnTo>
                    <a:cubicBezTo>
                      <a:pt x="14151" y="2200"/>
                      <a:pt x="14615" y="1736"/>
                      <a:pt x="14615" y="1161"/>
                    </a:cubicBezTo>
                    <a:cubicBezTo>
                      <a:pt x="14615" y="576"/>
                      <a:pt x="14151" y="1"/>
                      <a:pt x="13576"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62">
                <a:extLst>
                  <a:ext uri="{FF2B5EF4-FFF2-40B4-BE49-F238E27FC236}">
                    <a16:creationId xmlns:a16="http://schemas.microsoft.com/office/drawing/2014/main" id="{CFFB69A5-35B3-A432-08B2-14896CA6B65A}"/>
                  </a:ext>
                </a:extLst>
              </p:cNvPr>
              <p:cNvSpPr/>
              <p:nvPr/>
            </p:nvSpPr>
            <p:spPr>
              <a:xfrm>
                <a:off x="4174464" y="2242821"/>
                <a:ext cx="2045731" cy="1206475"/>
              </a:xfrm>
              <a:custGeom>
                <a:avLst/>
                <a:gdLst/>
                <a:ahLst/>
                <a:cxnLst/>
                <a:rect l="l" t="t" r="r" b="b"/>
                <a:pathLst>
                  <a:path w="106604" h="62870" extrusionOk="0">
                    <a:moveTo>
                      <a:pt x="106139" y="585"/>
                    </a:moveTo>
                    <a:lnTo>
                      <a:pt x="106139" y="62406"/>
                    </a:lnTo>
                    <a:lnTo>
                      <a:pt x="465" y="62406"/>
                    </a:lnTo>
                    <a:lnTo>
                      <a:pt x="465" y="585"/>
                    </a:lnTo>
                    <a:close/>
                    <a:moveTo>
                      <a:pt x="1" y="1"/>
                    </a:moveTo>
                    <a:lnTo>
                      <a:pt x="1" y="62869"/>
                    </a:lnTo>
                    <a:lnTo>
                      <a:pt x="106603" y="62869"/>
                    </a:lnTo>
                    <a:lnTo>
                      <a:pt x="1066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62">
                <a:extLst>
                  <a:ext uri="{FF2B5EF4-FFF2-40B4-BE49-F238E27FC236}">
                    <a16:creationId xmlns:a16="http://schemas.microsoft.com/office/drawing/2014/main" id="{F475A11D-C34D-AF72-ABCF-B6ADC8F68930}"/>
                  </a:ext>
                </a:extLst>
              </p:cNvPr>
              <p:cNvSpPr/>
              <p:nvPr/>
            </p:nvSpPr>
            <p:spPr>
              <a:xfrm>
                <a:off x="4190150" y="3562875"/>
                <a:ext cx="948807" cy="8923"/>
              </a:xfrm>
              <a:custGeom>
                <a:avLst/>
                <a:gdLst/>
                <a:ahLst/>
                <a:cxnLst/>
                <a:rect l="l" t="t" r="r" b="b"/>
                <a:pathLst>
                  <a:path w="30391" h="465" extrusionOk="0">
                    <a:moveTo>
                      <a:pt x="0" y="1"/>
                    </a:moveTo>
                    <a:lnTo>
                      <a:pt x="0" y="465"/>
                    </a:lnTo>
                    <a:lnTo>
                      <a:pt x="30391" y="465"/>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62">
                <a:extLst>
                  <a:ext uri="{FF2B5EF4-FFF2-40B4-BE49-F238E27FC236}">
                    <a16:creationId xmlns:a16="http://schemas.microsoft.com/office/drawing/2014/main" id="{2ADF7C50-47FD-CC41-4C51-5190AE59EA57}"/>
                  </a:ext>
                </a:extLst>
              </p:cNvPr>
              <p:cNvSpPr/>
              <p:nvPr/>
            </p:nvSpPr>
            <p:spPr>
              <a:xfrm>
                <a:off x="4190150" y="3687533"/>
                <a:ext cx="948807" cy="8923"/>
              </a:xfrm>
              <a:custGeom>
                <a:avLst/>
                <a:gdLst/>
                <a:ahLst/>
                <a:cxnLst/>
                <a:rect l="l" t="t" r="r" b="b"/>
                <a:pathLst>
                  <a:path w="30391" h="465" extrusionOk="0">
                    <a:moveTo>
                      <a:pt x="0" y="0"/>
                    </a:moveTo>
                    <a:lnTo>
                      <a:pt x="0" y="464"/>
                    </a:lnTo>
                    <a:lnTo>
                      <a:pt x="30391" y="464"/>
                    </a:lnTo>
                    <a:lnTo>
                      <a:pt x="303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62">
                <a:extLst>
                  <a:ext uri="{FF2B5EF4-FFF2-40B4-BE49-F238E27FC236}">
                    <a16:creationId xmlns:a16="http://schemas.microsoft.com/office/drawing/2014/main" id="{66C2313B-CC45-70E6-8719-BE8F0251831D}"/>
                  </a:ext>
                </a:extLst>
              </p:cNvPr>
              <p:cNvSpPr/>
              <p:nvPr/>
            </p:nvSpPr>
            <p:spPr>
              <a:xfrm>
                <a:off x="4190150" y="3809869"/>
                <a:ext cx="948807" cy="8923"/>
              </a:xfrm>
              <a:custGeom>
                <a:avLst/>
                <a:gdLst/>
                <a:ahLst/>
                <a:cxnLst/>
                <a:rect l="l" t="t" r="r" b="b"/>
                <a:pathLst>
                  <a:path w="30391" h="465" extrusionOk="0">
                    <a:moveTo>
                      <a:pt x="0" y="1"/>
                    </a:moveTo>
                    <a:lnTo>
                      <a:pt x="0" y="464"/>
                    </a:lnTo>
                    <a:lnTo>
                      <a:pt x="30391" y="464"/>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62">
                <a:extLst>
                  <a:ext uri="{FF2B5EF4-FFF2-40B4-BE49-F238E27FC236}">
                    <a16:creationId xmlns:a16="http://schemas.microsoft.com/office/drawing/2014/main" id="{BB580E59-D8BA-0C26-036B-6257AEA47FD8}"/>
                  </a:ext>
                </a:extLst>
              </p:cNvPr>
              <p:cNvSpPr/>
              <p:nvPr/>
            </p:nvSpPr>
            <p:spPr>
              <a:xfrm>
                <a:off x="4190150" y="3932377"/>
                <a:ext cx="948807" cy="11073"/>
              </a:xfrm>
              <a:custGeom>
                <a:avLst/>
                <a:gdLst/>
                <a:ahLst/>
                <a:cxnLst/>
                <a:rect l="l" t="t" r="r" b="b"/>
                <a:pathLst>
                  <a:path w="30391" h="577" extrusionOk="0">
                    <a:moveTo>
                      <a:pt x="0" y="1"/>
                    </a:moveTo>
                    <a:lnTo>
                      <a:pt x="0" y="576"/>
                    </a:lnTo>
                    <a:lnTo>
                      <a:pt x="30391" y="576"/>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62">
                <a:extLst>
                  <a:ext uri="{FF2B5EF4-FFF2-40B4-BE49-F238E27FC236}">
                    <a16:creationId xmlns:a16="http://schemas.microsoft.com/office/drawing/2014/main" id="{C26452B7-EBAB-F84D-A528-2D56C96989B5}"/>
                  </a:ext>
                </a:extLst>
              </p:cNvPr>
              <p:cNvSpPr/>
              <p:nvPr/>
            </p:nvSpPr>
            <p:spPr>
              <a:xfrm>
                <a:off x="5067152" y="2721494"/>
                <a:ext cx="260350" cy="260350"/>
              </a:xfrm>
              <a:custGeom>
                <a:avLst/>
                <a:gdLst/>
                <a:ahLst/>
                <a:cxnLst/>
                <a:rect l="l" t="t" r="r" b="b"/>
                <a:pathLst>
                  <a:path w="7536" h="7536" extrusionOk="0">
                    <a:moveTo>
                      <a:pt x="3016" y="2432"/>
                    </a:moveTo>
                    <a:lnTo>
                      <a:pt x="5215" y="3712"/>
                    </a:lnTo>
                    <a:lnTo>
                      <a:pt x="3016" y="4983"/>
                    </a:lnTo>
                    <a:lnTo>
                      <a:pt x="3016" y="2432"/>
                    </a:lnTo>
                    <a:close/>
                    <a:moveTo>
                      <a:pt x="2552" y="1504"/>
                    </a:moveTo>
                    <a:lnTo>
                      <a:pt x="2552" y="5911"/>
                    </a:lnTo>
                    <a:lnTo>
                      <a:pt x="6264" y="3712"/>
                    </a:lnTo>
                    <a:lnTo>
                      <a:pt x="2552" y="1504"/>
                    </a:lnTo>
                    <a:close/>
                    <a:moveTo>
                      <a:pt x="3823" y="464"/>
                    </a:moveTo>
                    <a:cubicBezTo>
                      <a:pt x="5568" y="464"/>
                      <a:pt x="7071" y="1968"/>
                      <a:pt x="7071" y="3712"/>
                    </a:cubicBezTo>
                    <a:cubicBezTo>
                      <a:pt x="7071" y="5568"/>
                      <a:pt x="5568" y="6960"/>
                      <a:pt x="3823" y="6960"/>
                    </a:cubicBezTo>
                    <a:cubicBezTo>
                      <a:pt x="1967" y="6960"/>
                      <a:pt x="464" y="5568"/>
                      <a:pt x="464" y="3712"/>
                    </a:cubicBezTo>
                    <a:cubicBezTo>
                      <a:pt x="464" y="1968"/>
                      <a:pt x="1967" y="464"/>
                      <a:pt x="3823" y="464"/>
                    </a:cubicBezTo>
                    <a:close/>
                    <a:moveTo>
                      <a:pt x="3823" y="0"/>
                    </a:moveTo>
                    <a:cubicBezTo>
                      <a:pt x="1735" y="0"/>
                      <a:pt x="0" y="1624"/>
                      <a:pt x="0" y="3712"/>
                    </a:cubicBezTo>
                    <a:cubicBezTo>
                      <a:pt x="0" y="5800"/>
                      <a:pt x="1735" y="7535"/>
                      <a:pt x="3823" y="7535"/>
                    </a:cubicBezTo>
                    <a:cubicBezTo>
                      <a:pt x="5800" y="7535"/>
                      <a:pt x="7535" y="5800"/>
                      <a:pt x="7535" y="3712"/>
                    </a:cubicBezTo>
                    <a:cubicBezTo>
                      <a:pt x="7535" y="1624"/>
                      <a:pt x="5800" y="0"/>
                      <a:pt x="3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62">
                <a:extLst>
                  <a:ext uri="{FF2B5EF4-FFF2-40B4-BE49-F238E27FC236}">
                    <a16:creationId xmlns:a16="http://schemas.microsoft.com/office/drawing/2014/main" id="{3B3FC668-F56D-FA1D-A407-F00678C325E3}"/>
                  </a:ext>
                </a:extLst>
              </p:cNvPr>
              <p:cNvSpPr/>
              <p:nvPr/>
            </p:nvSpPr>
            <p:spPr>
              <a:xfrm>
                <a:off x="6320251" y="2242821"/>
                <a:ext cx="914960" cy="734574"/>
              </a:xfrm>
              <a:custGeom>
                <a:avLst/>
                <a:gdLst/>
                <a:ahLst/>
                <a:cxnLst/>
                <a:rect l="l" t="t" r="r" b="b"/>
                <a:pathLst>
                  <a:path w="47679" h="38279" extrusionOk="0">
                    <a:moveTo>
                      <a:pt x="47214" y="585"/>
                    </a:moveTo>
                    <a:lnTo>
                      <a:pt x="47214" y="37815"/>
                    </a:lnTo>
                    <a:lnTo>
                      <a:pt x="464" y="37815"/>
                    </a:lnTo>
                    <a:lnTo>
                      <a:pt x="464" y="585"/>
                    </a:lnTo>
                    <a:close/>
                    <a:moveTo>
                      <a:pt x="0" y="1"/>
                    </a:moveTo>
                    <a:lnTo>
                      <a:pt x="0" y="38279"/>
                    </a:lnTo>
                    <a:lnTo>
                      <a:pt x="47678" y="38279"/>
                    </a:lnTo>
                    <a:lnTo>
                      <a:pt x="476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62">
                <a:extLst>
                  <a:ext uri="{FF2B5EF4-FFF2-40B4-BE49-F238E27FC236}">
                    <a16:creationId xmlns:a16="http://schemas.microsoft.com/office/drawing/2014/main" id="{FFA23227-5FD6-549C-63F5-A5198904B818}"/>
                  </a:ext>
                </a:extLst>
              </p:cNvPr>
              <p:cNvSpPr/>
              <p:nvPr/>
            </p:nvSpPr>
            <p:spPr>
              <a:xfrm>
                <a:off x="6320251" y="2423207"/>
                <a:ext cx="914960" cy="554188"/>
              </a:xfrm>
              <a:custGeom>
                <a:avLst/>
                <a:gdLst/>
                <a:ahLst/>
                <a:cxnLst/>
                <a:rect l="l" t="t" r="r" b="b"/>
                <a:pathLst>
                  <a:path w="47679" h="28879" extrusionOk="0">
                    <a:moveTo>
                      <a:pt x="14272" y="697"/>
                    </a:moveTo>
                    <a:lnTo>
                      <a:pt x="31087" y="14848"/>
                    </a:lnTo>
                    <a:lnTo>
                      <a:pt x="31207" y="14960"/>
                    </a:lnTo>
                    <a:lnTo>
                      <a:pt x="40255" y="10440"/>
                    </a:lnTo>
                    <a:lnTo>
                      <a:pt x="47214" y="17632"/>
                    </a:lnTo>
                    <a:lnTo>
                      <a:pt x="47214" y="28415"/>
                    </a:lnTo>
                    <a:lnTo>
                      <a:pt x="464" y="28415"/>
                    </a:lnTo>
                    <a:lnTo>
                      <a:pt x="464" y="15655"/>
                    </a:lnTo>
                    <a:lnTo>
                      <a:pt x="14272" y="697"/>
                    </a:lnTo>
                    <a:close/>
                    <a:moveTo>
                      <a:pt x="14152" y="1"/>
                    </a:moveTo>
                    <a:lnTo>
                      <a:pt x="0" y="15423"/>
                    </a:lnTo>
                    <a:lnTo>
                      <a:pt x="0" y="28879"/>
                    </a:lnTo>
                    <a:lnTo>
                      <a:pt x="47678" y="28879"/>
                    </a:lnTo>
                    <a:lnTo>
                      <a:pt x="47678" y="17400"/>
                    </a:lnTo>
                    <a:lnTo>
                      <a:pt x="40366" y="9856"/>
                    </a:lnTo>
                    <a:lnTo>
                      <a:pt x="31319" y="14384"/>
                    </a:lnTo>
                    <a:lnTo>
                      <a:pt x="141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62">
                <a:extLst>
                  <a:ext uri="{FF2B5EF4-FFF2-40B4-BE49-F238E27FC236}">
                    <a16:creationId xmlns:a16="http://schemas.microsoft.com/office/drawing/2014/main" id="{F644C189-7EA6-6024-04E4-6666B5B59853}"/>
                  </a:ext>
                </a:extLst>
              </p:cNvPr>
              <p:cNvSpPr/>
              <p:nvPr/>
            </p:nvSpPr>
            <p:spPr>
              <a:xfrm>
                <a:off x="6843428" y="2322958"/>
                <a:ext cx="175780" cy="175953"/>
              </a:xfrm>
              <a:custGeom>
                <a:avLst/>
                <a:gdLst/>
                <a:ahLst/>
                <a:cxnLst/>
                <a:rect l="l" t="t" r="r" b="b"/>
                <a:pathLst>
                  <a:path w="9160" h="9169" extrusionOk="0">
                    <a:moveTo>
                      <a:pt x="4520" y="465"/>
                    </a:moveTo>
                    <a:cubicBezTo>
                      <a:pt x="6839" y="465"/>
                      <a:pt x="8584" y="2320"/>
                      <a:pt x="8584" y="4640"/>
                    </a:cubicBezTo>
                    <a:cubicBezTo>
                      <a:pt x="8584" y="6849"/>
                      <a:pt x="6839" y="8705"/>
                      <a:pt x="4520" y="8705"/>
                    </a:cubicBezTo>
                    <a:cubicBezTo>
                      <a:pt x="2320" y="8705"/>
                      <a:pt x="464" y="6849"/>
                      <a:pt x="464" y="4640"/>
                    </a:cubicBezTo>
                    <a:cubicBezTo>
                      <a:pt x="464" y="2320"/>
                      <a:pt x="2320" y="465"/>
                      <a:pt x="4520" y="465"/>
                    </a:cubicBezTo>
                    <a:close/>
                    <a:moveTo>
                      <a:pt x="4520" y="1"/>
                    </a:moveTo>
                    <a:cubicBezTo>
                      <a:pt x="1968" y="1"/>
                      <a:pt x="0" y="2088"/>
                      <a:pt x="0" y="4640"/>
                    </a:cubicBezTo>
                    <a:cubicBezTo>
                      <a:pt x="0" y="7192"/>
                      <a:pt x="1968" y="9169"/>
                      <a:pt x="4520" y="9169"/>
                    </a:cubicBezTo>
                    <a:cubicBezTo>
                      <a:pt x="7071" y="9169"/>
                      <a:pt x="9159" y="7192"/>
                      <a:pt x="9159" y="4640"/>
                    </a:cubicBezTo>
                    <a:cubicBezTo>
                      <a:pt x="9159" y="2088"/>
                      <a:pt x="7071" y="1"/>
                      <a:pt x="4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62">
                <a:extLst>
                  <a:ext uri="{FF2B5EF4-FFF2-40B4-BE49-F238E27FC236}">
                    <a16:creationId xmlns:a16="http://schemas.microsoft.com/office/drawing/2014/main" id="{2539CA0B-E6AC-3679-0BCC-B81715DE4530}"/>
                  </a:ext>
                </a:extLst>
              </p:cNvPr>
              <p:cNvSpPr/>
              <p:nvPr/>
            </p:nvSpPr>
            <p:spPr>
              <a:xfrm>
                <a:off x="6320251" y="3122164"/>
                <a:ext cx="914960" cy="734574"/>
              </a:xfrm>
              <a:custGeom>
                <a:avLst/>
                <a:gdLst/>
                <a:ahLst/>
                <a:cxnLst/>
                <a:rect l="l" t="t" r="r" b="b"/>
                <a:pathLst>
                  <a:path w="47679" h="38279" extrusionOk="0">
                    <a:moveTo>
                      <a:pt x="47214" y="464"/>
                    </a:moveTo>
                    <a:lnTo>
                      <a:pt x="47214" y="37693"/>
                    </a:lnTo>
                    <a:lnTo>
                      <a:pt x="464" y="37693"/>
                    </a:lnTo>
                    <a:lnTo>
                      <a:pt x="464" y="464"/>
                    </a:lnTo>
                    <a:close/>
                    <a:moveTo>
                      <a:pt x="0" y="0"/>
                    </a:moveTo>
                    <a:lnTo>
                      <a:pt x="0" y="38278"/>
                    </a:lnTo>
                    <a:lnTo>
                      <a:pt x="47678" y="38278"/>
                    </a:lnTo>
                    <a:lnTo>
                      <a:pt x="476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62">
                <a:extLst>
                  <a:ext uri="{FF2B5EF4-FFF2-40B4-BE49-F238E27FC236}">
                    <a16:creationId xmlns:a16="http://schemas.microsoft.com/office/drawing/2014/main" id="{837395F3-3AB7-4750-4391-B3BF16A2BD98}"/>
                  </a:ext>
                </a:extLst>
              </p:cNvPr>
              <p:cNvSpPr/>
              <p:nvPr/>
            </p:nvSpPr>
            <p:spPr>
              <a:xfrm>
                <a:off x="6320251" y="3300228"/>
                <a:ext cx="914960" cy="554188"/>
              </a:xfrm>
              <a:custGeom>
                <a:avLst/>
                <a:gdLst/>
                <a:ahLst/>
                <a:cxnLst/>
                <a:rect l="l" t="t" r="r" b="b"/>
                <a:pathLst>
                  <a:path w="47679" h="28879" extrusionOk="0">
                    <a:moveTo>
                      <a:pt x="14272" y="697"/>
                    </a:moveTo>
                    <a:lnTo>
                      <a:pt x="31087" y="14848"/>
                    </a:lnTo>
                    <a:lnTo>
                      <a:pt x="31207" y="14959"/>
                    </a:lnTo>
                    <a:lnTo>
                      <a:pt x="40255" y="10440"/>
                    </a:lnTo>
                    <a:lnTo>
                      <a:pt x="47214" y="17632"/>
                    </a:lnTo>
                    <a:lnTo>
                      <a:pt x="47214" y="28414"/>
                    </a:lnTo>
                    <a:lnTo>
                      <a:pt x="464" y="28414"/>
                    </a:lnTo>
                    <a:lnTo>
                      <a:pt x="464" y="15655"/>
                    </a:lnTo>
                    <a:lnTo>
                      <a:pt x="14272" y="697"/>
                    </a:lnTo>
                    <a:close/>
                    <a:moveTo>
                      <a:pt x="14152" y="1"/>
                    </a:moveTo>
                    <a:lnTo>
                      <a:pt x="0" y="15423"/>
                    </a:lnTo>
                    <a:lnTo>
                      <a:pt x="0" y="28878"/>
                    </a:lnTo>
                    <a:lnTo>
                      <a:pt x="47678" y="28878"/>
                    </a:lnTo>
                    <a:lnTo>
                      <a:pt x="47678" y="17400"/>
                    </a:lnTo>
                    <a:lnTo>
                      <a:pt x="40366" y="9855"/>
                    </a:lnTo>
                    <a:lnTo>
                      <a:pt x="31319" y="14384"/>
                    </a:lnTo>
                    <a:lnTo>
                      <a:pt x="141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62">
                <a:extLst>
                  <a:ext uri="{FF2B5EF4-FFF2-40B4-BE49-F238E27FC236}">
                    <a16:creationId xmlns:a16="http://schemas.microsoft.com/office/drawing/2014/main" id="{96A8FDEC-929D-3C25-9429-1DEAD188D359}"/>
                  </a:ext>
                </a:extLst>
              </p:cNvPr>
              <p:cNvSpPr/>
              <p:nvPr/>
            </p:nvSpPr>
            <p:spPr>
              <a:xfrm>
                <a:off x="6843428" y="3188063"/>
                <a:ext cx="186987" cy="176644"/>
              </a:xfrm>
              <a:custGeom>
                <a:avLst/>
                <a:gdLst/>
                <a:ahLst/>
                <a:cxnLst/>
                <a:rect l="l" t="t" r="r" b="b"/>
                <a:pathLst>
                  <a:path w="9744" h="9205" extrusionOk="0">
                    <a:moveTo>
                      <a:pt x="4752" y="510"/>
                    </a:moveTo>
                    <a:cubicBezTo>
                      <a:pt x="4984" y="510"/>
                      <a:pt x="5215" y="510"/>
                      <a:pt x="5447" y="621"/>
                    </a:cubicBezTo>
                    <a:cubicBezTo>
                      <a:pt x="7656" y="974"/>
                      <a:pt x="9159" y="3062"/>
                      <a:pt x="8816" y="5261"/>
                    </a:cubicBezTo>
                    <a:cubicBezTo>
                      <a:pt x="8498" y="7355"/>
                      <a:pt x="6765" y="8792"/>
                      <a:pt x="4724" y="8792"/>
                    </a:cubicBezTo>
                    <a:cubicBezTo>
                      <a:pt x="4504" y="8792"/>
                      <a:pt x="4281" y="8775"/>
                      <a:pt x="4056" y="8741"/>
                    </a:cubicBezTo>
                    <a:cubicBezTo>
                      <a:pt x="3016" y="8509"/>
                      <a:pt x="2088" y="7933"/>
                      <a:pt x="1392" y="7005"/>
                    </a:cubicBezTo>
                    <a:cubicBezTo>
                      <a:pt x="808" y="6189"/>
                      <a:pt x="576" y="5029"/>
                      <a:pt x="696" y="3990"/>
                    </a:cubicBezTo>
                    <a:cubicBezTo>
                      <a:pt x="1040" y="2013"/>
                      <a:pt x="2784" y="510"/>
                      <a:pt x="4752" y="510"/>
                    </a:cubicBezTo>
                    <a:close/>
                    <a:moveTo>
                      <a:pt x="4817" y="1"/>
                    </a:moveTo>
                    <a:cubicBezTo>
                      <a:pt x="2609" y="1"/>
                      <a:pt x="546" y="1648"/>
                      <a:pt x="232" y="3869"/>
                    </a:cubicBezTo>
                    <a:cubicBezTo>
                      <a:pt x="0" y="5150"/>
                      <a:pt x="344" y="6310"/>
                      <a:pt x="1040" y="7349"/>
                    </a:cubicBezTo>
                    <a:cubicBezTo>
                      <a:pt x="1736" y="8277"/>
                      <a:pt x="2784" y="8973"/>
                      <a:pt x="4056" y="9205"/>
                    </a:cubicBezTo>
                    <a:lnTo>
                      <a:pt x="4752" y="9205"/>
                    </a:lnTo>
                    <a:cubicBezTo>
                      <a:pt x="6960" y="9205"/>
                      <a:pt x="8927" y="7581"/>
                      <a:pt x="9280" y="5382"/>
                    </a:cubicBezTo>
                    <a:cubicBezTo>
                      <a:pt x="9744" y="2830"/>
                      <a:pt x="7999" y="510"/>
                      <a:pt x="5447" y="46"/>
                    </a:cubicBezTo>
                    <a:cubicBezTo>
                      <a:pt x="5237" y="15"/>
                      <a:pt x="5026" y="1"/>
                      <a:pt x="48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62">
                <a:extLst>
                  <a:ext uri="{FF2B5EF4-FFF2-40B4-BE49-F238E27FC236}">
                    <a16:creationId xmlns:a16="http://schemas.microsoft.com/office/drawing/2014/main" id="{56601486-2F16-4F73-8278-4EC408AACFAA}"/>
                  </a:ext>
                </a:extLst>
              </p:cNvPr>
              <p:cNvSpPr/>
              <p:nvPr/>
            </p:nvSpPr>
            <p:spPr>
              <a:xfrm>
                <a:off x="5262455" y="3562875"/>
                <a:ext cx="948807" cy="8923"/>
              </a:xfrm>
              <a:custGeom>
                <a:avLst/>
                <a:gdLst/>
                <a:ahLst/>
                <a:cxnLst/>
                <a:rect l="l" t="t" r="r" b="b"/>
                <a:pathLst>
                  <a:path w="30391" h="465" extrusionOk="0">
                    <a:moveTo>
                      <a:pt x="0" y="1"/>
                    </a:moveTo>
                    <a:lnTo>
                      <a:pt x="0" y="465"/>
                    </a:lnTo>
                    <a:lnTo>
                      <a:pt x="30391" y="465"/>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62">
                <a:extLst>
                  <a:ext uri="{FF2B5EF4-FFF2-40B4-BE49-F238E27FC236}">
                    <a16:creationId xmlns:a16="http://schemas.microsoft.com/office/drawing/2014/main" id="{D6488D67-9F32-27EA-1D54-ACBAC8CACC88}"/>
                  </a:ext>
                </a:extLst>
              </p:cNvPr>
              <p:cNvSpPr/>
              <p:nvPr/>
            </p:nvSpPr>
            <p:spPr>
              <a:xfrm>
                <a:off x="5262455" y="3687533"/>
                <a:ext cx="948807" cy="8923"/>
              </a:xfrm>
              <a:custGeom>
                <a:avLst/>
                <a:gdLst/>
                <a:ahLst/>
                <a:cxnLst/>
                <a:rect l="l" t="t" r="r" b="b"/>
                <a:pathLst>
                  <a:path w="30391" h="465" extrusionOk="0">
                    <a:moveTo>
                      <a:pt x="0" y="0"/>
                    </a:moveTo>
                    <a:lnTo>
                      <a:pt x="0" y="464"/>
                    </a:lnTo>
                    <a:lnTo>
                      <a:pt x="30391" y="464"/>
                    </a:lnTo>
                    <a:lnTo>
                      <a:pt x="303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62">
                <a:extLst>
                  <a:ext uri="{FF2B5EF4-FFF2-40B4-BE49-F238E27FC236}">
                    <a16:creationId xmlns:a16="http://schemas.microsoft.com/office/drawing/2014/main" id="{B76A3D0E-56A1-0DE6-C865-D46855FF47C9}"/>
                  </a:ext>
                </a:extLst>
              </p:cNvPr>
              <p:cNvSpPr/>
              <p:nvPr/>
            </p:nvSpPr>
            <p:spPr>
              <a:xfrm>
                <a:off x="5262455" y="3809869"/>
                <a:ext cx="948807" cy="8923"/>
              </a:xfrm>
              <a:custGeom>
                <a:avLst/>
                <a:gdLst/>
                <a:ahLst/>
                <a:cxnLst/>
                <a:rect l="l" t="t" r="r" b="b"/>
                <a:pathLst>
                  <a:path w="30391" h="465" extrusionOk="0">
                    <a:moveTo>
                      <a:pt x="0" y="1"/>
                    </a:moveTo>
                    <a:lnTo>
                      <a:pt x="0" y="464"/>
                    </a:lnTo>
                    <a:lnTo>
                      <a:pt x="30391" y="464"/>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62">
                <a:extLst>
                  <a:ext uri="{FF2B5EF4-FFF2-40B4-BE49-F238E27FC236}">
                    <a16:creationId xmlns:a16="http://schemas.microsoft.com/office/drawing/2014/main" id="{0FCD344E-1544-7469-D443-E126079A32E1}"/>
                  </a:ext>
                </a:extLst>
              </p:cNvPr>
              <p:cNvSpPr/>
              <p:nvPr/>
            </p:nvSpPr>
            <p:spPr>
              <a:xfrm>
                <a:off x="5262455" y="3932377"/>
                <a:ext cx="948807" cy="11073"/>
              </a:xfrm>
              <a:custGeom>
                <a:avLst/>
                <a:gdLst/>
                <a:ahLst/>
                <a:cxnLst/>
                <a:rect l="l" t="t" r="r" b="b"/>
                <a:pathLst>
                  <a:path w="30391" h="577" extrusionOk="0">
                    <a:moveTo>
                      <a:pt x="0" y="1"/>
                    </a:moveTo>
                    <a:lnTo>
                      <a:pt x="0" y="576"/>
                    </a:lnTo>
                    <a:lnTo>
                      <a:pt x="30391" y="576"/>
                    </a:lnTo>
                    <a:lnTo>
                      <a:pt x="303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2" name="Google Shape;1472;p62">
              <a:extLst>
                <a:ext uri="{FF2B5EF4-FFF2-40B4-BE49-F238E27FC236}">
                  <a16:creationId xmlns:a16="http://schemas.microsoft.com/office/drawing/2014/main" id="{5F748644-CB73-BF38-7D27-1030F65E83C3}"/>
                </a:ext>
              </a:extLst>
            </p:cNvPr>
            <p:cNvGrpSpPr/>
            <p:nvPr/>
          </p:nvGrpSpPr>
          <p:grpSpPr>
            <a:xfrm>
              <a:off x="7689624" y="2845142"/>
              <a:ext cx="672245" cy="1457346"/>
              <a:chOff x="3936374" y="3973030"/>
              <a:chExt cx="672245" cy="1457346"/>
            </a:xfrm>
          </p:grpSpPr>
          <p:sp>
            <p:nvSpPr>
              <p:cNvPr id="1473" name="Google Shape;1473;p62">
                <a:extLst>
                  <a:ext uri="{FF2B5EF4-FFF2-40B4-BE49-F238E27FC236}">
                    <a16:creationId xmlns:a16="http://schemas.microsoft.com/office/drawing/2014/main" id="{1F0D32FF-D854-FC66-1F35-BF09FE93CDD9}"/>
                  </a:ext>
                </a:extLst>
              </p:cNvPr>
              <p:cNvSpPr/>
              <p:nvPr/>
            </p:nvSpPr>
            <p:spPr>
              <a:xfrm>
                <a:off x="3936374" y="3973030"/>
                <a:ext cx="672245" cy="1125762"/>
              </a:xfrm>
              <a:custGeom>
                <a:avLst/>
                <a:gdLst/>
                <a:ahLst/>
                <a:cxnLst/>
                <a:rect l="l" t="t" r="r" b="b"/>
                <a:pathLst>
                  <a:path w="35031" h="58664" extrusionOk="0">
                    <a:moveTo>
                      <a:pt x="14525" y="0"/>
                    </a:moveTo>
                    <a:cubicBezTo>
                      <a:pt x="13160" y="0"/>
                      <a:pt x="11794" y="1110"/>
                      <a:pt x="10672" y="3915"/>
                    </a:cubicBezTo>
                    <a:cubicBezTo>
                      <a:pt x="6961" y="13305"/>
                      <a:pt x="13688" y="34648"/>
                      <a:pt x="13688" y="34648"/>
                    </a:cubicBezTo>
                    <a:cubicBezTo>
                      <a:pt x="13688" y="34648"/>
                      <a:pt x="8978" y="28156"/>
                      <a:pt x="5491" y="28156"/>
                    </a:cubicBezTo>
                    <a:cubicBezTo>
                      <a:pt x="4533" y="28156"/>
                      <a:pt x="3667" y="28647"/>
                      <a:pt x="3017" y="29897"/>
                    </a:cubicBezTo>
                    <a:cubicBezTo>
                      <a:pt x="1" y="35808"/>
                      <a:pt x="12992" y="58664"/>
                      <a:pt x="12992" y="58664"/>
                    </a:cubicBezTo>
                    <a:lnTo>
                      <a:pt x="18328" y="57151"/>
                    </a:lnTo>
                    <a:cubicBezTo>
                      <a:pt x="18328" y="57151"/>
                      <a:pt x="29695" y="50887"/>
                      <a:pt x="30039" y="43928"/>
                    </a:cubicBezTo>
                    <a:cubicBezTo>
                      <a:pt x="30176" y="41218"/>
                      <a:pt x="28799" y="40390"/>
                      <a:pt x="27067" y="40390"/>
                    </a:cubicBezTo>
                    <a:cubicBezTo>
                      <a:pt x="24350" y="40390"/>
                      <a:pt x="20759" y="42424"/>
                      <a:pt x="20759" y="42424"/>
                    </a:cubicBezTo>
                    <a:cubicBezTo>
                      <a:pt x="20759" y="42424"/>
                      <a:pt x="35031" y="19105"/>
                      <a:pt x="28767" y="12145"/>
                    </a:cubicBezTo>
                    <a:cubicBezTo>
                      <a:pt x="27927" y="11214"/>
                      <a:pt x="27150" y="10810"/>
                      <a:pt x="26436" y="10810"/>
                    </a:cubicBezTo>
                    <a:cubicBezTo>
                      <a:pt x="22634" y="10810"/>
                      <a:pt x="20593" y="22269"/>
                      <a:pt x="19948" y="26681"/>
                    </a:cubicBezTo>
                    <a:lnTo>
                      <a:pt x="19948" y="26681"/>
                    </a:lnTo>
                    <a:cubicBezTo>
                      <a:pt x="20382" y="23284"/>
                      <a:pt x="21260" y="15560"/>
                      <a:pt x="20991" y="10522"/>
                    </a:cubicBezTo>
                    <a:cubicBezTo>
                      <a:pt x="20829" y="5912"/>
                      <a:pt x="17677" y="0"/>
                      <a:pt x="145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62">
                <a:extLst>
                  <a:ext uri="{FF2B5EF4-FFF2-40B4-BE49-F238E27FC236}">
                    <a16:creationId xmlns:a16="http://schemas.microsoft.com/office/drawing/2014/main" id="{D560B9D3-CF78-8CC9-2EB7-8A0CE1CC0285}"/>
                  </a:ext>
                </a:extLst>
              </p:cNvPr>
              <p:cNvSpPr/>
              <p:nvPr/>
            </p:nvSpPr>
            <p:spPr>
              <a:xfrm>
                <a:off x="4032017" y="4162781"/>
                <a:ext cx="507518" cy="858023"/>
              </a:xfrm>
              <a:custGeom>
                <a:avLst/>
                <a:gdLst/>
                <a:ahLst/>
                <a:cxnLst/>
                <a:rect l="l" t="t" r="r" b="b"/>
                <a:pathLst>
                  <a:path w="26447" h="44712" extrusionOk="0">
                    <a:moveTo>
                      <a:pt x="15700" y="0"/>
                    </a:moveTo>
                    <a:cubicBezTo>
                      <a:pt x="15463" y="0"/>
                      <a:pt x="15218" y="20"/>
                      <a:pt x="14968" y="58"/>
                    </a:cubicBezTo>
                    <a:cubicBezTo>
                      <a:pt x="13455" y="170"/>
                      <a:pt x="12295" y="986"/>
                      <a:pt x="11256" y="2257"/>
                    </a:cubicBezTo>
                    <a:cubicBezTo>
                      <a:pt x="9048" y="5394"/>
                      <a:pt x="8240" y="11537"/>
                      <a:pt x="8936" y="20816"/>
                    </a:cubicBezTo>
                    <a:cubicBezTo>
                      <a:pt x="9280" y="24992"/>
                      <a:pt x="9864" y="28825"/>
                      <a:pt x="10207" y="31145"/>
                    </a:cubicBezTo>
                    <a:cubicBezTo>
                      <a:pt x="9400" y="29400"/>
                      <a:pt x="8008" y="27312"/>
                      <a:pt x="6152" y="26737"/>
                    </a:cubicBezTo>
                    <a:cubicBezTo>
                      <a:pt x="5799" y="26619"/>
                      <a:pt x="5437" y="26561"/>
                      <a:pt x="5071" y="26561"/>
                    </a:cubicBezTo>
                    <a:cubicBezTo>
                      <a:pt x="3999" y="26561"/>
                      <a:pt x="2894" y="27060"/>
                      <a:pt x="1856" y="28008"/>
                    </a:cubicBezTo>
                    <a:cubicBezTo>
                      <a:pt x="696" y="28936"/>
                      <a:pt x="121" y="30217"/>
                      <a:pt x="121" y="31609"/>
                    </a:cubicBezTo>
                    <a:cubicBezTo>
                      <a:pt x="0" y="37176"/>
                      <a:pt x="7656" y="44368"/>
                      <a:pt x="8008" y="44711"/>
                    </a:cubicBezTo>
                    <a:lnTo>
                      <a:pt x="8352" y="44368"/>
                    </a:lnTo>
                    <a:cubicBezTo>
                      <a:pt x="8240" y="44247"/>
                      <a:pt x="464" y="36944"/>
                      <a:pt x="585" y="31609"/>
                    </a:cubicBezTo>
                    <a:cubicBezTo>
                      <a:pt x="585" y="30328"/>
                      <a:pt x="1160" y="29289"/>
                      <a:pt x="2088" y="28361"/>
                    </a:cubicBezTo>
                    <a:cubicBezTo>
                      <a:pt x="3138" y="27486"/>
                      <a:pt x="4125" y="27070"/>
                      <a:pt x="5044" y="27070"/>
                    </a:cubicBezTo>
                    <a:cubicBezTo>
                      <a:pt x="5343" y="27070"/>
                      <a:pt x="5635" y="27114"/>
                      <a:pt x="5920" y="27201"/>
                    </a:cubicBezTo>
                    <a:cubicBezTo>
                      <a:pt x="9048" y="28129"/>
                      <a:pt x="10671" y="33576"/>
                      <a:pt x="10671" y="33696"/>
                    </a:cubicBezTo>
                    <a:lnTo>
                      <a:pt x="11135" y="33576"/>
                    </a:lnTo>
                    <a:cubicBezTo>
                      <a:pt x="11135" y="33344"/>
                      <a:pt x="6384" y="9681"/>
                      <a:pt x="11720" y="2489"/>
                    </a:cubicBezTo>
                    <a:cubicBezTo>
                      <a:pt x="12527" y="1329"/>
                      <a:pt x="13687" y="634"/>
                      <a:pt x="14968" y="522"/>
                    </a:cubicBezTo>
                    <a:cubicBezTo>
                      <a:pt x="15143" y="507"/>
                      <a:pt x="15314" y="499"/>
                      <a:pt x="15482" y="499"/>
                    </a:cubicBezTo>
                    <a:cubicBezTo>
                      <a:pt x="16646" y="499"/>
                      <a:pt x="17621" y="871"/>
                      <a:pt x="18327" y="1682"/>
                    </a:cubicBezTo>
                    <a:cubicBezTo>
                      <a:pt x="22967" y="7129"/>
                      <a:pt x="17520" y="27897"/>
                      <a:pt x="17520" y="28129"/>
                    </a:cubicBezTo>
                    <a:lnTo>
                      <a:pt x="17167" y="29400"/>
                    </a:lnTo>
                    <a:lnTo>
                      <a:pt x="17863" y="28361"/>
                    </a:lnTo>
                    <a:cubicBezTo>
                      <a:pt x="19176" y="26496"/>
                      <a:pt x="22762" y="22160"/>
                      <a:pt x="24628" y="22160"/>
                    </a:cubicBezTo>
                    <a:cubicBezTo>
                      <a:pt x="24739" y="22160"/>
                      <a:pt x="24845" y="22176"/>
                      <a:pt x="24943" y="22208"/>
                    </a:cubicBezTo>
                    <a:cubicBezTo>
                      <a:pt x="25639" y="22440"/>
                      <a:pt x="25983" y="23721"/>
                      <a:pt x="25871" y="25809"/>
                    </a:cubicBezTo>
                    <a:cubicBezTo>
                      <a:pt x="25287" y="35664"/>
                      <a:pt x="12184" y="44247"/>
                      <a:pt x="12063" y="44247"/>
                    </a:cubicBezTo>
                    <a:lnTo>
                      <a:pt x="12295" y="44711"/>
                    </a:lnTo>
                    <a:cubicBezTo>
                      <a:pt x="12416" y="44600"/>
                      <a:pt x="25751" y="36016"/>
                      <a:pt x="26335" y="25920"/>
                    </a:cubicBezTo>
                    <a:cubicBezTo>
                      <a:pt x="26447" y="23489"/>
                      <a:pt x="26103" y="22097"/>
                      <a:pt x="25175" y="21744"/>
                    </a:cubicBezTo>
                    <a:cubicBezTo>
                      <a:pt x="25022" y="21691"/>
                      <a:pt x="24861" y="21665"/>
                      <a:pt x="24693" y="21665"/>
                    </a:cubicBezTo>
                    <a:cubicBezTo>
                      <a:pt x="22689" y="21665"/>
                      <a:pt x="19714" y="25265"/>
                      <a:pt x="18216" y="27080"/>
                    </a:cubicBezTo>
                    <a:cubicBezTo>
                      <a:pt x="18680" y="25224"/>
                      <a:pt x="19608" y="21280"/>
                      <a:pt x="20183" y="16993"/>
                    </a:cubicBezTo>
                    <a:cubicBezTo>
                      <a:pt x="21232" y="8985"/>
                      <a:pt x="20768" y="3770"/>
                      <a:pt x="18680" y="1450"/>
                    </a:cubicBezTo>
                    <a:cubicBezTo>
                      <a:pt x="17906" y="484"/>
                      <a:pt x="16888" y="0"/>
                      <a:pt x="157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62">
                <a:extLst>
                  <a:ext uri="{FF2B5EF4-FFF2-40B4-BE49-F238E27FC236}">
                    <a16:creationId xmlns:a16="http://schemas.microsoft.com/office/drawing/2014/main" id="{77DEF321-136B-A86A-78D7-87F2760E7B53}"/>
                  </a:ext>
                </a:extLst>
              </p:cNvPr>
              <p:cNvSpPr/>
              <p:nvPr/>
            </p:nvSpPr>
            <p:spPr>
              <a:xfrm>
                <a:off x="4141169" y="4804955"/>
                <a:ext cx="164727" cy="175780"/>
              </a:xfrm>
              <a:custGeom>
                <a:avLst/>
                <a:gdLst/>
                <a:ahLst/>
                <a:cxnLst/>
                <a:rect l="l" t="t" r="r" b="b"/>
                <a:pathLst>
                  <a:path w="8584" h="9160" extrusionOk="0">
                    <a:moveTo>
                      <a:pt x="464" y="0"/>
                    </a:moveTo>
                    <a:lnTo>
                      <a:pt x="0" y="344"/>
                    </a:lnTo>
                    <a:lnTo>
                      <a:pt x="8231" y="9159"/>
                    </a:lnTo>
                    <a:lnTo>
                      <a:pt x="8584" y="8816"/>
                    </a:lnTo>
                    <a:lnTo>
                      <a:pt x="46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62">
                <a:extLst>
                  <a:ext uri="{FF2B5EF4-FFF2-40B4-BE49-F238E27FC236}">
                    <a16:creationId xmlns:a16="http://schemas.microsoft.com/office/drawing/2014/main" id="{6FED708B-4067-1E1D-1642-A00B12873AE3}"/>
                  </a:ext>
                </a:extLst>
              </p:cNvPr>
              <p:cNvSpPr/>
              <p:nvPr/>
            </p:nvSpPr>
            <p:spPr>
              <a:xfrm>
                <a:off x="4265827" y="4495458"/>
                <a:ext cx="51122" cy="496484"/>
              </a:xfrm>
              <a:custGeom>
                <a:avLst/>
                <a:gdLst/>
                <a:ahLst/>
                <a:cxnLst/>
                <a:rect l="l" t="t" r="r" b="b"/>
                <a:pathLst>
                  <a:path w="2664" h="25872" extrusionOk="0">
                    <a:moveTo>
                      <a:pt x="2199" y="1"/>
                    </a:moveTo>
                    <a:lnTo>
                      <a:pt x="0" y="25751"/>
                    </a:lnTo>
                    <a:lnTo>
                      <a:pt x="464" y="25872"/>
                    </a:lnTo>
                    <a:lnTo>
                      <a:pt x="26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62">
                <a:extLst>
                  <a:ext uri="{FF2B5EF4-FFF2-40B4-BE49-F238E27FC236}">
                    <a16:creationId xmlns:a16="http://schemas.microsoft.com/office/drawing/2014/main" id="{508138ED-300A-C5A5-1F12-FF2276FAC9E7}"/>
                  </a:ext>
                </a:extLst>
              </p:cNvPr>
              <p:cNvSpPr/>
              <p:nvPr/>
            </p:nvSpPr>
            <p:spPr>
              <a:xfrm>
                <a:off x="4259053" y="4767016"/>
                <a:ext cx="146919" cy="191459"/>
              </a:xfrm>
              <a:custGeom>
                <a:avLst/>
                <a:gdLst/>
                <a:ahLst/>
                <a:cxnLst/>
                <a:rect l="l" t="t" r="r" b="b"/>
                <a:pathLst>
                  <a:path w="7656" h="9977" extrusionOk="0">
                    <a:moveTo>
                      <a:pt x="7313" y="1"/>
                    </a:moveTo>
                    <a:lnTo>
                      <a:pt x="0" y="9633"/>
                    </a:lnTo>
                    <a:lnTo>
                      <a:pt x="353" y="9976"/>
                    </a:lnTo>
                    <a:lnTo>
                      <a:pt x="7656" y="233"/>
                    </a:lnTo>
                    <a:lnTo>
                      <a:pt x="73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62">
                <a:extLst>
                  <a:ext uri="{FF2B5EF4-FFF2-40B4-BE49-F238E27FC236}">
                    <a16:creationId xmlns:a16="http://schemas.microsoft.com/office/drawing/2014/main" id="{4B25E09A-5EAC-8972-14EF-3F24D3850F96}"/>
                  </a:ext>
                </a:extLst>
              </p:cNvPr>
              <p:cNvSpPr/>
              <p:nvPr/>
            </p:nvSpPr>
            <p:spPr>
              <a:xfrm>
                <a:off x="4032017" y="4920709"/>
                <a:ext cx="434155" cy="509667"/>
              </a:xfrm>
              <a:custGeom>
                <a:avLst/>
                <a:gdLst/>
                <a:ahLst/>
                <a:cxnLst/>
                <a:rect l="l" t="t" r="r" b="b"/>
                <a:pathLst>
                  <a:path w="22624" h="26559" extrusionOk="0">
                    <a:moveTo>
                      <a:pt x="0" y="0"/>
                    </a:moveTo>
                    <a:lnTo>
                      <a:pt x="2320" y="26558"/>
                    </a:lnTo>
                    <a:lnTo>
                      <a:pt x="20304" y="26558"/>
                    </a:lnTo>
                    <a:lnTo>
                      <a:pt x="226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79" name="Google Shape;1479;p62">
            <a:extLst>
              <a:ext uri="{FF2B5EF4-FFF2-40B4-BE49-F238E27FC236}">
                <a16:creationId xmlns:a16="http://schemas.microsoft.com/office/drawing/2014/main" id="{75BAADAD-606C-FA7C-8BBA-B13D0EA53B80}"/>
              </a:ext>
            </a:extLst>
          </p:cNvPr>
          <p:cNvSpPr txBox="1">
            <a:spLocks noGrp="1"/>
          </p:cNvSpPr>
          <p:nvPr>
            <p:ph type="subTitle" idx="1"/>
          </p:nvPr>
        </p:nvSpPr>
        <p:spPr>
          <a:xfrm>
            <a:off x="189186" y="1135116"/>
            <a:ext cx="3932865" cy="3619899"/>
          </a:xfrm>
          <a:prstGeom prst="rect">
            <a:avLst/>
          </a:prstGeom>
        </p:spPr>
        <p:txBody>
          <a:bodyPr spcFirstLastPara="1" wrap="square" lIns="91425" tIns="91425" rIns="91425" bIns="91425" anchor="t" anchorCtr="0">
            <a:noAutofit/>
          </a:bodyPr>
          <a:lstStyle/>
          <a:p>
            <a:pPr marL="285750" lvl="0" indent="-285750" algn="l">
              <a:buClr>
                <a:schemeClr val="dk1"/>
              </a:buClr>
              <a:buSzPts val="11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l">
              <a:buClr>
                <a:schemeClr val="dk1"/>
              </a:buClr>
              <a:buSzPts val="11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Chennai’s premium after-sales service for smartphones and electronic devices (10 years experience).</a:t>
            </a:r>
          </a:p>
          <a:p>
            <a:pPr marL="285750" lvl="0" indent="-285750" algn="l">
              <a:buClr>
                <a:schemeClr val="dk1"/>
              </a:buClr>
              <a:buSzPts val="11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l">
              <a:buClr>
                <a:schemeClr val="dk1"/>
              </a:buClr>
              <a:buSzPts val="11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Services: micro-electronic repairs, smartphone repairs, technical after-sales support.</a:t>
            </a:r>
          </a:p>
          <a:p>
            <a:pPr marL="285750" lvl="0" indent="-285750" algn="l">
              <a:buClr>
                <a:schemeClr val="dk1"/>
              </a:buClr>
              <a:buSzPts val="11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l">
              <a:buClr>
                <a:schemeClr val="dk1"/>
              </a:buClr>
              <a:buSzPts val="11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USP: trained engineers, quick turnaround, honest &amp; cost-effective solutions for consumers and corporates.</a:t>
            </a: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95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443"/>
                                        </p:tgtEl>
                                        <p:attrNameLst>
                                          <p:attrName>style.visibility</p:attrName>
                                        </p:attrNameLst>
                                      </p:cBhvr>
                                      <p:to>
                                        <p:strVal val="visible"/>
                                      </p:to>
                                    </p:set>
                                    <p:anim calcmode="lin" valueType="num">
                                      <p:cBhvr additive="base">
                                        <p:cTn id="7" dur="600"/>
                                        <p:tgtEl>
                                          <p:spTgt spid="1443"/>
                                        </p:tgtEl>
                                        <p:attrNameLst>
                                          <p:attrName>ppt_w</p:attrName>
                                        </p:attrNameLst>
                                      </p:cBhvr>
                                      <p:tavLst>
                                        <p:tav tm="0">
                                          <p:val>
                                            <p:strVal val="0"/>
                                          </p:val>
                                        </p:tav>
                                        <p:tav tm="100000">
                                          <p:val>
                                            <p:strVal val="#ppt_w"/>
                                          </p:val>
                                        </p:tav>
                                      </p:tavLst>
                                    </p:anim>
                                    <p:anim calcmode="lin" valueType="num">
                                      <p:cBhvr additive="base">
                                        <p:cTn id="8" dur="600"/>
                                        <p:tgtEl>
                                          <p:spTgt spid="144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044"/>
        <p:cNvGrpSpPr/>
        <p:nvPr/>
      </p:nvGrpSpPr>
      <p:grpSpPr>
        <a:xfrm>
          <a:off x="0" y="0"/>
          <a:ext cx="0" cy="0"/>
          <a:chOff x="0" y="0"/>
          <a:chExt cx="0" cy="0"/>
        </a:xfrm>
      </p:grpSpPr>
      <p:sp>
        <p:nvSpPr>
          <p:cNvPr id="1045" name="Google Shape;1045;p59"/>
          <p:cNvSpPr/>
          <p:nvPr/>
        </p:nvSpPr>
        <p:spPr>
          <a:xfrm>
            <a:off x="3679832" y="1091991"/>
            <a:ext cx="1784320" cy="1418809"/>
          </a:xfrm>
          <a:custGeom>
            <a:avLst/>
            <a:gdLst/>
            <a:ahLst/>
            <a:cxnLst/>
            <a:rect l="l" t="t" r="r" b="b"/>
            <a:pathLst>
              <a:path w="237119" h="188546" extrusionOk="0">
                <a:moveTo>
                  <a:pt x="134694" y="1"/>
                </a:moveTo>
                <a:cubicBezTo>
                  <a:pt x="121175" y="1"/>
                  <a:pt x="103087" y="2692"/>
                  <a:pt x="85126" y="13546"/>
                </a:cubicBezTo>
                <a:cubicBezTo>
                  <a:pt x="49377" y="35063"/>
                  <a:pt x="31255" y="75189"/>
                  <a:pt x="15574" y="107416"/>
                </a:cubicBezTo>
                <a:cubicBezTo>
                  <a:pt x="1" y="139517"/>
                  <a:pt x="8639" y="171131"/>
                  <a:pt x="35759" y="184380"/>
                </a:cubicBezTo>
                <a:cubicBezTo>
                  <a:pt x="41840" y="187367"/>
                  <a:pt x="47495" y="188546"/>
                  <a:pt x="53043" y="188546"/>
                </a:cubicBezTo>
                <a:cubicBezTo>
                  <a:pt x="72121" y="188546"/>
                  <a:pt x="89927" y="174608"/>
                  <a:pt x="119415" y="172347"/>
                </a:cubicBezTo>
                <a:cubicBezTo>
                  <a:pt x="157469" y="169429"/>
                  <a:pt x="167683" y="174166"/>
                  <a:pt x="199424" y="151793"/>
                </a:cubicBezTo>
                <a:cubicBezTo>
                  <a:pt x="231155" y="129546"/>
                  <a:pt x="237118" y="80296"/>
                  <a:pt x="212556" y="45277"/>
                </a:cubicBezTo>
                <a:cubicBezTo>
                  <a:pt x="187868" y="10258"/>
                  <a:pt x="156866" y="2602"/>
                  <a:pt x="156866" y="2602"/>
                </a:cubicBezTo>
                <a:cubicBezTo>
                  <a:pt x="156866" y="2602"/>
                  <a:pt x="147988" y="1"/>
                  <a:pt x="134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9"/>
          <p:cNvSpPr txBox="1">
            <a:spLocks noGrp="1"/>
          </p:cNvSpPr>
          <p:nvPr>
            <p:ph type="title"/>
          </p:nvPr>
        </p:nvSpPr>
        <p:spPr>
          <a:xfrm>
            <a:off x="1951050" y="2536900"/>
            <a:ext cx="5241900" cy="836700"/>
          </a:xfrm>
          <a:prstGeom prst="rect">
            <a:avLst/>
          </a:prstGeom>
        </p:spPr>
        <p:txBody>
          <a:bodyPr spcFirstLastPara="1" wrap="square" lIns="91425" tIns="91425" rIns="91425" bIns="91425" anchor="ctr" anchorCtr="0">
            <a:noAutofit/>
          </a:bodyPr>
          <a:lstStyle/>
          <a:p>
            <a:pPr lvl="0">
              <a:buSzPts val="1100"/>
            </a:pPr>
            <a:r>
              <a:rPr lang="en-IN" sz="4000" dirty="0">
                <a:latin typeface="Calibri" panose="020F0502020204030204" pitchFamily="34" charset="0"/>
                <a:ea typeface="Calibri" panose="020F0502020204030204" pitchFamily="34" charset="0"/>
                <a:cs typeface="Calibri" panose="020F0502020204030204" pitchFamily="34" charset="0"/>
              </a:rPr>
              <a:t>Website Audit </a:t>
            </a:r>
            <a:endParaRPr sz="4000" dirty="0">
              <a:latin typeface="Calibri" panose="020F0502020204030204" pitchFamily="34" charset="0"/>
              <a:ea typeface="Calibri" panose="020F0502020204030204" pitchFamily="34" charset="0"/>
              <a:cs typeface="Calibri" panose="020F0502020204030204" pitchFamily="34" charset="0"/>
            </a:endParaRPr>
          </a:p>
        </p:txBody>
      </p:sp>
      <p:sp>
        <p:nvSpPr>
          <p:cNvPr id="1047" name="Google Shape;1047;p59"/>
          <p:cNvSpPr txBox="1">
            <a:spLocks noGrp="1"/>
          </p:cNvSpPr>
          <p:nvPr>
            <p:ph type="title" idx="2"/>
          </p:nvPr>
        </p:nvSpPr>
        <p:spPr>
          <a:xfrm>
            <a:off x="3270900" y="1254835"/>
            <a:ext cx="2602200" cy="101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02</a:t>
            </a:r>
            <a:endParaRPr dirty="0"/>
          </a:p>
        </p:txBody>
      </p:sp>
      <p:sp>
        <p:nvSpPr>
          <p:cNvPr id="1048" name="Google Shape;1048;p59"/>
          <p:cNvSpPr txBox="1">
            <a:spLocks noGrp="1"/>
          </p:cNvSpPr>
          <p:nvPr>
            <p:ph type="subTitle" idx="1"/>
          </p:nvPr>
        </p:nvSpPr>
        <p:spPr>
          <a:xfrm>
            <a:off x="3266669" y="3282848"/>
            <a:ext cx="2602200" cy="836699"/>
          </a:xfrm>
          <a:prstGeom prst="rect">
            <a:avLst/>
          </a:prstGeom>
        </p:spPr>
        <p:txBody>
          <a:bodyPr spcFirstLastPara="1" wrap="square" lIns="91425" tIns="91425" rIns="91425" bIns="91425" anchor="ctr" anchorCtr="0">
            <a:noAutofit/>
          </a:bodyPr>
          <a:lstStyle/>
          <a:p>
            <a:pPr marL="0" lvl="0" indent="0">
              <a:buClr>
                <a:srgbClr val="FFEED3"/>
              </a:buClr>
              <a:buSzPts val="1100"/>
            </a:pPr>
            <a:r>
              <a:rPr lang="en-US" dirty="0">
                <a:latin typeface="Calibri" panose="020F0502020204030204" pitchFamily="34" charset="0"/>
                <a:ea typeface="Calibri" panose="020F0502020204030204" pitchFamily="34" charset="0"/>
                <a:cs typeface="Calibri" panose="020F0502020204030204" pitchFamily="34" charset="0"/>
              </a:rPr>
              <a:t>Analyzing design, user experience, performance and SEO metrics</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1049" name="Google Shape;1049;p59"/>
          <p:cNvGrpSpPr/>
          <p:nvPr/>
        </p:nvGrpSpPr>
        <p:grpSpPr>
          <a:xfrm rot="1624084">
            <a:off x="7004130" y="2412113"/>
            <a:ext cx="3600069" cy="2225613"/>
            <a:chOff x="6999975" y="885875"/>
            <a:chExt cx="3349431" cy="2022525"/>
          </a:xfrm>
        </p:grpSpPr>
        <p:sp>
          <p:nvSpPr>
            <p:cNvPr id="1050" name="Google Shape;1050;p59"/>
            <p:cNvSpPr/>
            <p:nvPr/>
          </p:nvSpPr>
          <p:spPr>
            <a:xfrm>
              <a:off x="9065425" y="2760500"/>
              <a:ext cx="41250" cy="43200"/>
            </a:xfrm>
            <a:custGeom>
              <a:avLst/>
              <a:gdLst/>
              <a:ahLst/>
              <a:cxnLst/>
              <a:rect l="l" t="t" r="r" b="b"/>
              <a:pathLst>
                <a:path w="1650" h="1728" extrusionOk="0">
                  <a:moveTo>
                    <a:pt x="141" y="1"/>
                  </a:moveTo>
                  <a:cubicBezTo>
                    <a:pt x="85" y="1"/>
                    <a:pt x="0" y="79"/>
                    <a:pt x="0" y="79"/>
                  </a:cubicBezTo>
                  <a:lnTo>
                    <a:pt x="0" y="268"/>
                  </a:lnTo>
                  <a:cubicBezTo>
                    <a:pt x="555" y="633"/>
                    <a:pt x="920" y="998"/>
                    <a:pt x="1284" y="1538"/>
                  </a:cubicBezTo>
                  <a:cubicBezTo>
                    <a:pt x="1284" y="1727"/>
                    <a:pt x="1284" y="1727"/>
                    <a:pt x="1459" y="1727"/>
                  </a:cubicBezTo>
                  <a:cubicBezTo>
                    <a:pt x="1459" y="1538"/>
                    <a:pt x="1649" y="1538"/>
                    <a:pt x="1459" y="1538"/>
                  </a:cubicBezTo>
                  <a:cubicBezTo>
                    <a:pt x="1284" y="808"/>
                    <a:pt x="730" y="443"/>
                    <a:pt x="190" y="79"/>
                  </a:cubicBezTo>
                  <a:cubicBezTo>
                    <a:pt x="190" y="20"/>
                    <a:pt x="169" y="1"/>
                    <a:pt x="141"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1" name="Google Shape;1051;p59"/>
            <p:cNvSpPr/>
            <p:nvPr/>
          </p:nvSpPr>
          <p:spPr>
            <a:xfrm>
              <a:off x="7428600" y="2114950"/>
              <a:ext cx="1281175" cy="663650"/>
            </a:xfrm>
            <a:custGeom>
              <a:avLst/>
              <a:gdLst/>
              <a:ahLst/>
              <a:cxnLst/>
              <a:rect l="l" t="t" r="r" b="b"/>
              <a:pathLst>
                <a:path w="51247" h="26546" extrusionOk="0">
                  <a:moveTo>
                    <a:pt x="18415" y="1"/>
                  </a:moveTo>
                  <a:cubicBezTo>
                    <a:pt x="16416" y="190"/>
                    <a:pt x="1" y="2014"/>
                    <a:pt x="1" y="2014"/>
                  </a:cubicBezTo>
                  <a:lnTo>
                    <a:pt x="5283" y="22982"/>
                  </a:lnTo>
                  <a:cubicBezTo>
                    <a:pt x="5648" y="23902"/>
                    <a:pt x="6377" y="24631"/>
                    <a:pt x="7297" y="24996"/>
                  </a:cubicBezTo>
                  <a:cubicBezTo>
                    <a:pt x="8026" y="25361"/>
                    <a:pt x="8931" y="25171"/>
                    <a:pt x="10025" y="25901"/>
                  </a:cubicBezTo>
                  <a:cubicBezTo>
                    <a:pt x="11040" y="26411"/>
                    <a:pt x="12602" y="26545"/>
                    <a:pt x="14402" y="26545"/>
                  </a:cubicBezTo>
                  <a:cubicBezTo>
                    <a:pt x="16419" y="26545"/>
                    <a:pt x="18735" y="26376"/>
                    <a:pt x="20913" y="26376"/>
                  </a:cubicBezTo>
                  <a:cubicBezTo>
                    <a:pt x="21685" y="26376"/>
                    <a:pt x="22440" y="26398"/>
                    <a:pt x="23158" y="26455"/>
                  </a:cubicBezTo>
                  <a:cubicBezTo>
                    <a:pt x="23385" y="26483"/>
                    <a:pt x="23618" y="26497"/>
                    <a:pt x="23853" y="26497"/>
                  </a:cubicBezTo>
                  <a:cubicBezTo>
                    <a:pt x="28146" y="26497"/>
                    <a:pt x="33561" y="22078"/>
                    <a:pt x="33561" y="22078"/>
                  </a:cubicBezTo>
                  <a:lnTo>
                    <a:pt x="51247" y="22982"/>
                  </a:lnTo>
                  <a:lnTo>
                    <a:pt x="51247" y="5472"/>
                  </a:lnTo>
                  <a:cubicBezTo>
                    <a:pt x="51247" y="5472"/>
                    <a:pt x="46643" y="5655"/>
                    <a:pt x="41538" y="5655"/>
                  </a:cubicBezTo>
                  <a:cubicBezTo>
                    <a:pt x="36432" y="5655"/>
                    <a:pt x="30826" y="5472"/>
                    <a:pt x="28819" y="4743"/>
                  </a:cubicBezTo>
                  <a:cubicBezTo>
                    <a:pt x="24807" y="3109"/>
                    <a:pt x="20429" y="1"/>
                    <a:pt x="18415"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2" name="Google Shape;1052;p59"/>
            <p:cNvSpPr/>
            <p:nvPr/>
          </p:nvSpPr>
          <p:spPr>
            <a:xfrm>
              <a:off x="7419500" y="2110025"/>
              <a:ext cx="1299400" cy="676000"/>
            </a:xfrm>
            <a:custGeom>
              <a:avLst/>
              <a:gdLst/>
              <a:ahLst/>
              <a:cxnLst/>
              <a:rect l="l" t="t" r="r" b="b"/>
              <a:pathLst>
                <a:path w="51976" h="27040" extrusionOk="0">
                  <a:moveTo>
                    <a:pt x="18779" y="562"/>
                  </a:moveTo>
                  <a:cubicBezTo>
                    <a:pt x="19874" y="562"/>
                    <a:pt x="21887" y="1657"/>
                    <a:pt x="24076" y="2751"/>
                  </a:cubicBezTo>
                  <a:cubicBezTo>
                    <a:pt x="25710" y="3670"/>
                    <a:pt x="27359" y="4575"/>
                    <a:pt x="28994" y="5130"/>
                  </a:cubicBezTo>
                  <a:cubicBezTo>
                    <a:pt x="31174" y="5959"/>
                    <a:pt x="37236" y="6138"/>
                    <a:pt x="42533" y="6138"/>
                  </a:cubicBezTo>
                  <a:cubicBezTo>
                    <a:pt x="46559" y="6138"/>
                    <a:pt x="50143" y="6034"/>
                    <a:pt x="51246" y="6034"/>
                  </a:cubicBezTo>
                  <a:lnTo>
                    <a:pt x="51246" y="22815"/>
                  </a:lnTo>
                  <a:lnTo>
                    <a:pt x="33925" y="21910"/>
                  </a:lnTo>
                  <a:lnTo>
                    <a:pt x="33736" y="21910"/>
                  </a:lnTo>
                  <a:cubicBezTo>
                    <a:pt x="33736" y="22076"/>
                    <a:pt x="28354" y="26330"/>
                    <a:pt x="24214" y="26330"/>
                  </a:cubicBezTo>
                  <a:cubicBezTo>
                    <a:pt x="23979" y="26330"/>
                    <a:pt x="23748" y="26316"/>
                    <a:pt x="23522" y="26287"/>
                  </a:cubicBezTo>
                  <a:cubicBezTo>
                    <a:pt x="22914" y="26224"/>
                    <a:pt x="22286" y="26203"/>
                    <a:pt x="21645" y="26203"/>
                  </a:cubicBezTo>
                  <a:cubicBezTo>
                    <a:pt x="20363" y="26203"/>
                    <a:pt x="19027" y="26287"/>
                    <a:pt x="17685" y="26287"/>
                  </a:cubicBezTo>
                  <a:cubicBezTo>
                    <a:pt x="16494" y="26359"/>
                    <a:pt x="15335" y="26433"/>
                    <a:pt x="14281" y="26433"/>
                  </a:cubicBezTo>
                  <a:cubicBezTo>
                    <a:pt x="12752" y="26433"/>
                    <a:pt x="11443" y="26277"/>
                    <a:pt x="10579" y="25733"/>
                  </a:cubicBezTo>
                  <a:cubicBezTo>
                    <a:pt x="9849" y="25368"/>
                    <a:pt x="9120" y="25193"/>
                    <a:pt x="8565" y="25193"/>
                  </a:cubicBezTo>
                  <a:cubicBezTo>
                    <a:pt x="8390" y="25003"/>
                    <a:pt x="8025" y="25003"/>
                    <a:pt x="7836" y="25003"/>
                  </a:cubicBezTo>
                  <a:cubicBezTo>
                    <a:pt x="6931" y="24638"/>
                    <a:pt x="6377" y="23909"/>
                    <a:pt x="6012" y="23004"/>
                  </a:cubicBezTo>
                  <a:lnTo>
                    <a:pt x="730" y="2576"/>
                  </a:lnTo>
                  <a:cubicBezTo>
                    <a:pt x="3093" y="2211"/>
                    <a:pt x="16955" y="752"/>
                    <a:pt x="18779" y="562"/>
                  </a:cubicBezTo>
                  <a:close/>
                  <a:moveTo>
                    <a:pt x="19086" y="1"/>
                  </a:moveTo>
                  <a:cubicBezTo>
                    <a:pt x="18980" y="1"/>
                    <a:pt x="18877" y="8"/>
                    <a:pt x="18779" y="22"/>
                  </a:cubicBezTo>
                  <a:cubicBezTo>
                    <a:pt x="16780" y="198"/>
                    <a:pt x="365" y="2021"/>
                    <a:pt x="175" y="2021"/>
                  </a:cubicBezTo>
                  <a:lnTo>
                    <a:pt x="0" y="2021"/>
                  </a:lnTo>
                  <a:lnTo>
                    <a:pt x="0" y="2386"/>
                  </a:lnTo>
                  <a:lnTo>
                    <a:pt x="5282" y="23179"/>
                  </a:lnTo>
                  <a:cubicBezTo>
                    <a:pt x="5282" y="23369"/>
                    <a:pt x="5472" y="23369"/>
                    <a:pt x="5472" y="23369"/>
                  </a:cubicBezTo>
                  <a:cubicBezTo>
                    <a:pt x="5837" y="24274"/>
                    <a:pt x="6566" y="25193"/>
                    <a:pt x="7661" y="25558"/>
                  </a:cubicBezTo>
                  <a:cubicBezTo>
                    <a:pt x="7836" y="25558"/>
                    <a:pt x="8200" y="25733"/>
                    <a:pt x="8565" y="25733"/>
                  </a:cubicBezTo>
                  <a:cubicBezTo>
                    <a:pt x="9120" y="25923"/>
                    <a:pt x="9660" y="25923"/>
                    <a:pt x="10214" y="26287"/>
                  </a:cubicBezTo>
                  <a:cubicBezTo>
                    <a:pt x="11308" y="26827"/>
                    <a:pt x="12943" y="27017"/>
                    <a:pt x="14767" y="27017"/>
                  </a:cubicBezTo>
                  <a:lnTo>
                    <a:pt x="17685" y="27017"/>
                  </a:lnTo>
                  <a:cubicBezTo>
                    <a:pt x="18692" y="26922"/>
                    <a:pt x="19695" y="26875"/>
                    <a:pt x="20674" y="26875"/>
                  </a:cubicBezTo>
                  <a:cubicBezTo>
                    <a:pt x="21654" y="26875"/>
                    <a:pt x="22610" y="26922"/>
                    <a:pt x="23522" y="27017"/>
                  </a:cubicBezTo>
                  <a:cubicBezTo>
                    <a:pt x="23696" y="27032"/>
                    <a:pt x="23872" y="27039"/>
                    <a:pt x="24050" y="27039"/>
                  </a:cubicBezTo>
                  <a:cubicBezTo>
                    <a:pt x="28170" y="27039"/>
                    <a:pt x="33233" y="23149"/>
                    <a:pt x="34101" y="22450"/>
                  </a:cubicBezTo>
                  <a:lnTo>
                    <a:pt x="51611" y="23544"/>
                  </a:lnTo>
                  <a:cubicBezTo>
                    <a:pt x="51611" y="23544"/>
                    <a:pt x="51800" y="23544"/>
                    <a:pt x="51800" y="23369"/>
                  </a:cubicBezTo>
                  <a:cubicBezTo>
                    <a:pt x="51975" y="23369"/>
                    <a:pt x="51975" y="23369"/>
                    <a:pt x="51975" y="23179"/>
                  </a:cubicBezTo>
                  <a:lnTo>
                    <a:pt x="51975" y="5669"/>
                  </a:lnTo>
                  <a:cubicBezTo>
                    <a:pt x="51975" y="5494"/>
                    <a:pt x="51975" y="5494"/>
                    <a:pt x="51800" y="5494"/>
                  </a:cubicBezTo>
                  <a:cubicBezTo>
                    <a:pt x="51800" y="5305"/>
                    <a:pt x="51611" y="5305"/>
                    <a:pt x="51611" y="5305"/>
                  </a:cubicBezTo>
                  <a:cubicBezTo>
                    <a:pt x="51523" y="5305"/>
                    <a:pt x="46919" y="5487"/>
                    <a:pt x="41858" y="5487"/>
                  </a:cubicBezTo>
                  <a:cubicBezTo>
                    <a:pt x="36796" y="5487"/>
                    <a:pt x="31277" y="5305"/>
                    <a:pt x="29358" y="4575"/>
                  </a:cubicBezTo>
                  <a:cubicBezTo>
                    <a:pt x="27724" y="4035"/>
                    <a:pt x="26075" y="3116"/>
                    <a:pt x="24441" y="2211"/>
                  </a:cubicBezTo>
                  <a:cubicBezTo>
                    <a:pt x="22244" y="1025"/>
                    <a:pt x="20371" y="1"/>
                    <a:pt x="19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3" name="Google Shape;1053;p59"/>
            <p:cNvSpPr/>
            <p:nvPr/>
          </p:nvSpPr>
          <p:spPr>
            <a:xfrm>
              <a:off x="7009100" y="917550"/>
              <a:ext cx="980225" cy="931300"/>
            </a:xfrm>
            <a:custGeom>
              <a:avLst/>
              <a:gdLst/>
              <a:ahLst/>
              <a:cxnLst/>
              <a:rect l="l" t="t" r="r" b="b"/>
              <a:pathLst>
                <a:path w="39209" h="37252" extrusionOk="0">
                  <a:moveTo>
                    <a:pt x="19509" y="3667"/>
                  </a:moveTo>
                  <a:cubicBezTo>
                    <a:pt x="27025" y="3667"/>
                    <a:pt x="33433" y="9402"/>
                    <a:pt x="34291" y="16889"/>
                  </a:cubicBezTo>
                  <a:cubicBezTo>
                    <a:pt x="35195" y="25104"/>
                    <a:pt x="29359" y="32575"/>
                    <a:pt x="21158" y="33495"/>
                  </a:cubicBezTo>
                  <a:cubicBezTo>
                    <a:pt x="20608" y="33555"/>
                    <a:pt x="20062" y="33585"/>
                    <a:pt x="19521" y="33585"/>
                  </a:cubicBezTo>
                  <a:cubicBezTo>
                    <a:pt x="11994" y="33585"/>
                    <a:pt x="5587" y="27850"/>
                    <a:pt x="4743" y="20362"/>
                  </a:cubicBezTo>
                  <a:cubicBezTo>
                    <a:pt x="3823" y="12147"/>
                    <a:pt x="9660" y="4676"/>
                    <a:pt x="17875" y="3757"/>
                  </a:cubicBezTo>
                  <a:cubicBezTo>
                    <a:pt x="18425" y="3696"/>
                    <a:pt x="18970" y="3667"/>
                    <a:pt x="19509" y="3667"/>
                  </a:cubicBezTo>
                  <a:close/>
                  <a:moveTo>
                    <a:pt x="19537" y="0"/>
                  </a:moveTo>
                  <a:cubicBezTo>
                    <a:pt x="18867" y="0"/>
                    <a:pt x="18191" y="36"/>
                    <a:pt x="17510" y="109"/>
                  </a:cubicBezTo>
                  <a:cubicBezTo>
                    <a:pt x="7296" y="1393"/>
                    <a:pt x="0" y="10513"/>
                    <a:pt x="1095" y="20727"/>
                  </a:cubicBezTo>
                  <a:cubicBezTo>
                    <a:pt x="2116" y="30260"/>
                    <a:pt x="10281" y="37251"/>
                    <a:pt x="19527" y="37251"/>
                  </a:cubicBezTo>
                  <a:cubicBezTo>
                    <a:pt x="20188" y="37251"/>
                    <a:pt x="20854" y="37215"/>
                    <a:pt x="21523" y="37143"/>
                  </a:cubicBezTo>
                  <a:cubicBezTo>
                    <a:pt x="31737" y="35858"/>
                    <a:pt x="39208" y="26739"/>
                    <a:pt x="37939" y="16525"/>
                  </a:cubicBezTo>
                  <a:cubicBezTo>
                    <a:pt x="36917" y="6991"/>
                    <a:pt x="28905" y="0"/>
                    <a:pt x="19537"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4" name="Google Shape;1054;p59"/>
            <p:cNvSpPr/>
            <p:nvPr/>
          </p:nvSpPr>
          <p:spPr>
            <a:xfrm>
              <a:off x="6999975" y="912775"/>
              <a:ext cx="994075" cy="942475"/>
            </a:xfrm>
            <a:custGeom>
              <a:avLst/>
              <a:gdLst/>
              <a:ahLst/>
              <a:cxnLst/>
              <a:rect l="l" t="t" r="r" b="b"/>
              <a:pathLst>
                <a:path w="39763" h="37699" extrusionOk="0">
                  <a:moveTo>
                    <a:pt x="19874" y="4313"/>
                  </a:moveTo>
                  <a:cubicBezTo>
                    <a:pt x="27170" y="4313"/>
                    <a:pt x="33561" y="9785"/>
                    <a:pt x="34466" y="17270"/>
                  </a:cubicBezTo>
                  <a:cubicBezTo>
                    <a:pt x="34831" y="21093"/>
                    <a:pt x="33736" y="24931"/>
                    <a:pt x="31373" y="27849"/>
                  </a:cubicBezTo>
                  <a:cubicBezTo>
                    <a:pt x="28819" y="30942"/>
                    <a:pt x="25346" y="32956"/>
                    <a:pt x="21523" y="33321"/>
                  </a:cubicBezTo>
                  <a:cubicBezTo>
                    <a:pt x="20972" y="33383"/>
                    <a:pt x="20425" y="33413"/>
                    <a:pt x="19884" y="33413"/>
                  </a:cubicBezTo>
                  <a:cubicBezTo>
                    <a:pt x="12549" y="33413"/>
                    <a:pt x="6315" y="27838"/>
                    <a:pt x="5473" y="20363"/>
                  </a:cubicBezTo>
                  <a:cubicBezTo>
                    <a:pt x="4553" y="12528"/>
                    <a:pt x="10390" y="5232"/>
                    <a:pt x="18240" y="4313"/>
                  </a:cubicBezTo>
                  <a:close/>
                  <a:moveTo>
                    <a:pt x="19931" y="3680"/>
                  </a:moveTo>
                  <a:cubicBezTo>
                    <a:pt x="19373" y="3680"/>
                    <a:pt x="18809" y="3711"/>
                    <a:pt x="18240" y="3773"/>
                  </a:cubicBezTo>
                  <a:cubicBezTo>
                    <a:pt x="9850" y="4678"/>
                    <a:pt x="3824" y="12163"/>
                    <a:pt x="4743" y="20553"/>
                  </a:cubicBezTo>
                  <a:cubicBezTo>
                    <a:pt x="5648" y="28214"/>
                    <a:pt x="12214" y="34050"/>
                    <a:pt x="19874" y="34050"/>
                  </a:cubicBezTo>
                  <a:cubicBezTo>
                    <a:pt x="20429" y="34050"/>
                    <a:pt x="20969" y="34050"/>
                    <a:pt x="21523" y="33861"/>
                  </a:cubicBezTo>
                  <a:cubicBezTo>
                    <a:pt x="25711" y="33496"/>
                    <a:pt x="29184" y="31497"/>
                    <a:pt x="31737" y="28389"/>
                  </a:cubicBezTo>
                  <a:cubicBezTo>
                    <a:pt x="34291" y="25106"/>
                    <a:pt x="35560" y="21093"/>
                    <a:pt x="35021" y="17080"/>
                  </a:cubicBezTo>
                  <a:cubicBezTo>
                    <a:pt x="34164" y="9436"/>
                    <a:pt x="27613" y="3680"/>
                    <a:pt x="19931" y="3680"/>
                  </a:cubicBezTo>
                  <a:close/>
                  <a:moveTo>
                    <a:pt x="19893" y="554"/>
                  </a:moveTo>
                  <a:cubicBezTo>
                    <a:pt x="24081" y="554"/>
                    <a:pt x="28063" y="1986"/>
                    <a:pt x="31373" y="4502"/>
                  </a:cubicBezTo>
                  <a:cubicBezTo>
                    <a:pt x="35196" y="7596"/>
                    <a:pt x="37574" y="11973"/>
                    <a:pt x="38114" y="16716"/>
                  </a:cubicBezTo>
                  <a:cubicBezTo>
                    <a:pt x="39208" y="26755"/>
                    <a:pt x="31912" y="35874"/>
                    <a:pt x="21888" y="36969"/>
                  </a:cubicBezTo>
                  <a:cubicBezTo>
                    <a:pt x="21334" y="36969"/>
                    <a:pt x="20604" y="37144"/>
                    <a:pt x="19874" y="37144"/>
                  </a:cubicBezTo>
                  <a:cubicBezTo>
                    <a:pt x="10755" y="37144"/>
                    <a:pt x="2729" y="30213"/>
                    <a:pt x="1825" y="20918"/>
                  </a:cubicBezTo>
                  <a:cubicBezTo>
                    <a:pt x="730" y="10879"/>
                    <a:pt x="7836" y="1759"/>
                    <a:pt x="17875" y="665"/>
                  </a:cubicBezTo>
                  <a:cubicBezTo>
                    <a:pt x="18552" y="591"/>
                    <a:pt x="19225" y="554"/>
                    <a:pt x="19893" y="554"/>
                  </a:cubicBezTo>
                  <a:close/>
                  <a:moveTo>
                    <a:pt x="20083" y="0"/>
                  </a:moveTo>
                  <a:cubicBezTo>
                    <a:pt x="19349" y="0"/>
                    <a:pt x="18612" y="42"/>
                    <a:pt x="17875" y="125"/>
                  </a:cubicBezTo>
                  <a:cubicBezTo>
                    <a:pt x="7472" y="1219"/>
                    <a:pt x="1" y="10514"/>
                    <a:pt x="1095" y="20918"/>
                  </a:cubicBezTo>
                  <a:cubicBezTo>
                    <a:pt x="2189" y="30578"/>
                    <a:pt x="10390" y="37698"/>
                    <a:pt x="19874" y="37698"/>
                  </a:cubicBezTo>
                  <a:cubicBezTo>
                    <a:pt x="20604" y="37698"/>
                    <a:pt x="21334" y="37698"/>
                    <a:pt x="22063" y="37509"/>
                  </a:cubicBezTo>
                  <a:cubicBezTo>
                    <a:pt x="32277" y="36414"/>
                    <a:pt x="39763" y="27119"/>
                    <a:pt x="38668" y="16716"/>
                  </a:cubicBezTo>
                  <a:cubicBezTo>
                    <a:pt x="38114" y="11798"/>
                    <a:pt x="35750" y="7231"/>
                    <a:pt x="31737" y="4138"/>
                  </a:cubicBezTo>
                  <a:cubicBezTo>
                    <a:pt x="28326" y="1346"/>
                    <a:pt x="24250" y="0"/>
                    <a:pt x="200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5" name="Google Shape;1055;p59"/>
            <p:cNvSpPr/>
            <p:nvPr/>
          </p:nvSpPr>
          <p:spPr>
            <a:xfrm>
              <a:off x="7004350" y="894050"/>
              <a:ext cx="980575" cy="927425"/>
            </a:xfrm>
            <a:custGeom>
              <a:avLst/>
              <a:gdLst/>
              <a:ahLst/>
              <a:cxnLst/>
              <a:rect l="l" t="t" r="r" b="b"/>
              <a:pathLst>
                <a:path w="39223" h="37097" extrusionOk="0">
                  <a:moveTo>
                    <a:pt x="19731" y="3697"/>
                  </a:moveTo>
                  <a:cubicBezTo>
                    <a:pt x="27099" y="3697"/>
                    <a:pt x="33625" y="9281"/>
                    <a:pt x="34481" y="16925"/>
                  </a:cubicBezTo>
                  <a:cubicBezTo>
                    <a:pt x="35385" y="24950"/>
                    <a:pt x="29549" y="32421"/>
                    <a:pt x="21348" y="33340"/>
                  </a:cubicBezTo>
                  <a:cubicBezTo>
                    <a:pt x="20784" y="33402"/>
                    <a:pt x="20225" y="33433"/>
                    <a:pt x="19672" y="33433"/>
                  </a:cubicBezTo>
                  <a:cubicBezTo>
                    <a:pt x="12162" y="33433"/>
                    <a:pt x="5775" y="27846"/>
                    <a:pt x="4933" y="20208"/>
                  </a:cubicBezTo>
                  <a:cubicBezTo>
                    <a:pt x="4013" y="11993"/>
                    <a:pt x="9850" y="4697"/>
                    <a:pt x="18065" y="3792"/>
                  </a:cubicBezTo>
                  <a:cubicBezTo>
                    <a:pt x="18624" y="3728"/>
                    <a:pt x="19180" y="3697"/>
                    <a:pt x="19731" y="3697"/>
                  </a:cubicBezTo>
                  <a:close/>
                  <a:moveTo>
                    <a:pt x="19947" y="1"/>
                  </a:moveTo>
                  <a:cubicBezTo>
                    <a:pt x="19204" y="1"/>
                    <a:pt x="18454" y="48"/>
                    <a:pt x="17700" y="144"/>
                  </a:cubicBezTo>
                  <a:cubicBezTo>
                    <a:pt x="7486" y="1239"/>
                    <a:pt x="1" y="10358"/>
                    <a:pt x="1285" y="20573"/>
                  </a:cubicBezTo>
                  <a:cubicBezTo>
                    <a:pt x="2306" y="30106"/>
                    <a:pt x="10319" y="37097"/>
                    <a:pt x="19687" y="37097"/>
                  </a:cubicBezTo>
                  <a:cubicBezTo>
                    <a:pt x="20356" y="37097"/>
                    <a:pt x="21032" y="37061"/>
                    <a:pt x="21713" y="36988"/>
                  </a:cubicBezTo>
                  <a:cubicBezTo>
                    <a:pt x="31927" y="35894"/>
                    <a:pt x="39223" y="26584"/>
                    <a:pt x="38129" y="16370"/>
                  </a:cubicBezTo>
                  <a:cubicBezTo>
                    <a:pt x="37117" y="7100"/>
                    <a:pt x="29079" y="1"/>
                    <a:pt x="1994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6" name="Google Shape;1056;p59"/>
            <p:cNvSpPr/>
            <p:nvPr/>
          </p:nvSpPr>
          <p:spPr>
            <a:xfrm>
              <a:off x="6999975" y="885875"/>
              <a:ext cx="980225" cy="942000"/>
            </a:xfrm>
            <a:custGeom>
              <a:avLst/>
              <a:gdLst/>
              <a:ahLst/>
              <a:cxnLst/>
              <a:rect l="l" t="t" r="r" b="b"/>
              <a:pathLst>
                <a:path w="39209" h="37680" extrusionOk="0">
                  <a:moveTo>
                    <a:pt x="19874" y="4294"/>
                  </a:moveTo>
                  <a:cubicBezTo>
                    <a:pt x="23158" y="4294"/>
                    <a:pt x="26266" y="5389"/>
                    <a:pt x="28994" y="7402"/>
                  </a:cubicBezTo>
                  <a:cubicBezTo>
                    <a:pt x="31912" y="9956"/>
                    <a:pt x="33926" y="13414"/>
                    <a:pt x="34291" y="17252"/>
                  </a:cubicBezTo>
                  <a:cubicBezTo>
                    <a:pt x="34656" y="21075"/>
                    <a:pt x="33561" y="24912"/>
                    <a:pt x="31183" y="28006"/>
                  </a:cubicBezTo>
                  <a:cubicBezTo>
                    <a:pt x="28819" y="30924"/>
                    <a:pt x="25346" y="32938"/>
                    <a:pt x="21523" y="33302"/>
                  </a:cubicBezTo>
                  <a:cubicBezTo>
                    <a:pt x="21018" y="33348"/>
                    <a:pt x="20515" y="33371"/>
                    <a:pt x="20017" y="33371"/>
                  </a:cubicBezTo>
                  <a:cubicBezTo>
                    <a:pt x="16558" y="33371"/>
                    <a:pt x="13305" y="32273"/>
                    <a:pt x="10755" y="30194"/>
                  </a:cubicBezTo>
                  <a:cubicBezTo>
                    <a:pt x="7661" y="27831"/>
                    <a:pt x="5837" y="24358"/>
                    <a:pt x="5283" y="20535"/>
                  </a:cubicBezTo>
                  <a:cubicBezTo>
                    <a:pt x="4378" y="12509"/>
                    <a:pt x="10215" y="5214"/>
                    <a:pt x="18240" y="4294"/>
                  </a:cubicBezTo>
                  <a:close/>
                  <a:moveTo>
                    <a:pt x="19970" y="3627"/>
                  </a:moveTo>
                  <a:cubicBezTo>
                    <a:pt x="19340" y="3627"/>
                    <a:pt x="18700" y="3669"/>
                    <a:pt x="18050" y="3754"/>
                  </a:cubicBezTo>
                  <a:cubicBezTo>
                    <a:pt x="9850" y="4659"/>
                    <a:pt x="3824" y="12145"/>
                    <a:pt x="4743" y="20535"/>
                  </a:cubicBezTo>
                  <a:cubicBezTo>
                    <a:pt x="5108" y="24548"/>
                    <a:pt x="7107" y="28195"/>
                    <a:pt x="10390" y="30749"/>
                  </a:cubicBezTo>
                  <a:cubicBezTo>
                    <a:pt x="13133" y="32938"/>
                    <a:pt x="16416" y="34032"/>
                    <a:pt x="19874" y="34032"/>
                  </a:cubicBezTo>
                  <a:lnTo>
                    <a:pt x="21523" y="34032"/>
                  </a:lnTo>
                  <a:cubicBezTo>
                    <a:pt x="25536" y="33478"/>
                    <a:pt x="29184" y="31479"/>
                    <a:pt x="31737" y="28371"/>
                  </a:cubicBezTo>
                  <a:cubicBezTo>
                    <a:pt x="34291" y="25087"/>
                    <a:pt x="35385" y="21264"/>
                    <a:pt x="35021" y="17252"/>
                  </a:cubicBezTo>
                  <a:cubicBezTo>
                    <a:pt x="34466" y="13049"/>
                    <a:pt x="32467" y="9591"/>
                    <a:pt x="29359" y="7038"/>
                  </a:cubicBezTo>
                  <a:cubicBezTo>
                    <a:pt x="26583" y="4879"/>
                    <a:pt x="23421" y="3627"/>
                    <a:pt x="19970" y="3627"/>
                  </a:cubicBezTo>
                  <a:close/>
                  <a:moveTo>
                    <a:pt x="19865" y="538"/>
                  </a:moveTo>
                  <a:cubicBezTo>
                    <a:pt x="29058" y="538"/>
                    <a:pt x="36917" y="7518"/>
                    <a:pt x="37939" y="16887"/>
                  </a:cubicBezTo>
                  <a:cubicBezTo>
                    <a:pt x="38479" y="21629"/>
                    <a:pt x="37209" y="26371"/>
                    <a:pt x="34101" y="30194"/>
                  </a:cubicBezTo>
                  <a:cubicBezTo>
                    <a:pt x="31008" y="34032"/>
                    <a:pt x="26630" y="36396"/>
                    <a:pt x="21888" y="36950"/>
                  </a:cubicBezTo>
                  <a:cubicBezTo>
                    <a:pt x="21204" y="37025"/>
                    <a:pt x="20525" y="37061"/>
                    <a:pt x="19852" y="37061"/>
                  </a:cubicBezTo>
                  <a:cubicBezTo>
                    <a:pt x="10644" y="37061"/>
                    <a:pt x="2655" y="30241"/>
                    <a:pt x="1635" y="20900"/>
                  </a:cubicBezTo>
                  <a:cubicBezTo>
                    <a:pt x="541" y="10861"/>
                    <a:pt x="7836" y="1741"/>
                    <a:pt x="17875" y="646"/>
                  </a:cubicBezTo>
                  <a:cubicBezTo>
                    <a:pt x="18544" y="573"/>
                    <a:pt x="19208" y="538"/>
                    <a:pt x="19865" y="538"/>
                  </a:cubicBezTo>
                  <a:close/>
                  <a:moveTo>
                    <a:pt x="19709" y="0"/>
                  </a:moveTo>
                  <a:cubicBezTo>
                    <a:pt x="19040" y="0"/>
                    <a:pt x="18365" y="35"/>
                    <a:pt x="17686" y="107"/>
                  </a:cubicBezTo>
                  <a:cubicBezTo>
                    <a:pt x="7472" y="1201"/>
                    <a:pt x="1" y="10496"/>
                    <a:pt x="1095" y="20900"/>
                  </a:cubicBezTo>
                  <a:cubicBezTo>
                    <a:pt x="1635" y="26007"/>
                    <a:pt x="4013" y="30384"/>
                    <a:pt x="8026" y="33478"/>
                  </a:cubicBezTo>
                  <a:cubicBezTo>
                    <a:pt x="11484" y="36221"/>
                    <a:pt x="15497" y="37680"/>
                    <a:pt x="19874" y="37680"/>
                  </a:cubicBezTo>
                  <a:lnTo>
                    <a:pt x="21888" y="37680"/>
                  </a:lnTo>
                  <a:cubicBezTo>
                    <a:pt x="26995" y="36950"/>
                    <a:pt x="31373" y="34572"/>
                    <a:pt x="34466" y="30559"/>
                  </a:cubicBezTo>
                  <a:cubicBezTo>
                    <a:pt x="37749" y="26736"/>
                    <a:pt x="39208" y="21804"/>
                    <a:pt x="38668" y="16697"/>
                  </a:cubicBezTo>
                  <a:cubicBezTo>
                    <a:pt x="37468" y="7150"/>
                    <a:pt x="29270" y="0"/>
                    <a:pt x="19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7" name="Google Shape;1057;p59"/>
            <p:cNvSpPr/>
            <p:nvPr/>
          </p:nvSpPr>
          <p:spPr>
            <a:xfrm>
              <a:off x="7496825" y="1827100"/>
              <a:ext cx="155050" cy="411825"/>
            </a:xfrm>
            <a:custGeom>
              <a:avLst/>
              <a:gdLst/>
              <a:ahLst/>
              <a:cxnLst/>
              <a:rect l="l" t="t" r="r" b="b"/>
              <a:pathLst>
                <a:path w="6202" h="16473" extrusionOk="0">
                  <a:moveTo>
                    <a:pt x="2901" y="1"/>
                  </a:moveTo>
                  <a:cubicBezTo>
                    <a:pt x="2788" y="1"/>
                    <a:pt x="2672" y="11"/>
                    <a:pt x="2554" y="31"/>
                  </a:cubicBezTo>
                  <a:lnTo>
                    <a:pt x="1649" y="31"/>
                  </a:lnTo>
                  <a:cubicBezTo>
                    <a:pt x="730" y="206"/>
                    <a:pt x="0" y="1125"/>
                    <a:pt x="190" y="2030"/>
                  </a:cubicBezTo>
                  <a:lnTo>
                    <a:pt x="1649" y="14987"/>
                  </a:lnTo>
                  <a:cubicBezTo>
                    <a:pt x="1649" y="15801"/>
                    <a:pt x="2381" y="16473"/>
                    <a:pt x="3196" y="16473"/>
                  </a:cubicBezTo>
                  <a:cubicBezTo>
                    <a:pt x="3288" y="16473"/>
                    <a:pt x="3380" y="16464"/>
                    <a:pt x="3473" y="16447"/>
                  </a:cubicBezTo>
                  <a:lnTo>
                    <a:pt x="4378" y="16447"/>
                  </a:lnTo>
                  <a:cubicBezTo>
                    <a:pt x="5472" y="16257"/>
                    <a:pt x="6202" y="15352"/>
                    <a:pt x="6027" y="14433"/>
                  </a:cubicBezTo>
                  <a:lnTo>
                    <a:pt x="4568" y="1490"/>
                  </a:lnTo>
                  <a:cubicBezTo>
                    <a:pt x="4568" y="670"/>
                    <a:pt x="3836" y="1"/>
                    <a:pt x="2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8" name="Google Shape;1058;p59"/>
            <p:cNvSpPr/>
            <p:nvPr/>
          </p:nvSpPr>
          <p:spPr>
            <a:xfrm>
              <a:off x="7492450" y="1818125"/>
              <a:ext cx="164175" cy="429275"/>
            </a:xfrm>
            <a:custGeom>
              <a:avLst/>
              <a:gdLst/>
              <a:ahLst/>
              <a:cxnLst/>
              <a:rect l="l" t="t" r="r" b="b"/>
              <a:pathLst>
                <a:path w="6567" h="17171" extrusionOk="0">
                  <a:moveTo>
                    <a:pt x="2919" y="565"/>
                  </a:moveTo>
                  <a:cubicBezTo>
                    <a:pt x="3648" y="565"/>
                    <a:pt x="4378" y="1120"/>
                    <a:pt x="4378" y="2024"/>
                  </a:cubicBezTo>
                  <a:lnTo>
                    <a:pt x="5837" y="14792"/>
                  </a:lnTo>
                  <a:cubicBezTo>
                    <a:pt x="6012" y="15711"/>
                    <a:pt x="5472" y="16441"/>
                    <a:pt x="4553" y="16441"/>
                  </a:cubicBezTo>
                  <a:lnTo>
                    <a:pt x="3648" y="16616"/>
                  </a:lnTo>
                  <a:cubicBezTo>
                    <a:pt x="3283" y="16616"/>
                    <a:pt x="2919" y="16441"/>
                    <a:pt x="2554" y="16251"/>
                  </a:cubicBezTo>
                  <a:cubicBezTo>
                    <a:pt x="2364" y="16076"/>
                    <a:pt x="1999" y="15711"/>
                    <a:pt x="1999" y="15157"/>
                  </a:cubicBezTo>
                  <a:lnTo>
                    <a:pt x="540" y="2389"/>
                  </a:lnTo>
                  <a:cubicBezTo>
                    <a:pt x="540" y="2024"/>
                    <a:pt x="730" y="1659"/>
                    <a:pt x="905" y="1295"/>
                  </a:cubicBezTo>
                  <a:cubicBezTo>
                    <a:pt x="1270" y="930"/>
                    <a:pt x="1459" y="755"/>
                    <a:pt x="1999" y="755"/>
                  </a:cubicBezTo>
                  <a:lnTo>
                    <a:pt x="2729" y="565"/>
                  </a:lnTo>
                  <a:close/>
                  <a:moveTo>
                    <a:pt x="3020" y="0"/>
                  </a:moveTo>
                  <a:cubicBezTo>
                    <a:pt x="2923" y="0"/>
                    <a:pt x="2826" y="8"/>
                    <a:pt x="2729" y="25"/>
                  </a:cubicBezTo>
                  <a:lnTo>
                    <a:pt x="1824" y="200"/>
                  </a:lnTo>
                  <a:cubicBezTo>
                    <a:pt x="1270" y="200"/>
                    <a:pt x="730" y="390"/>
                    <a:pt x="365" y="930"/>
                  </a:cubicBezTo>
                  <a:cubicBezTo>
                    <a:pt x="175" y="1295"/>
                    <a:pt x="0" y="1849"/>
                    <a:pt x="0" y="2389"/>
                  </a:cubicBezTo>
                  <a:lnTo>
                    <a:pt x="1459" y="15346"/>
                  </a:lnTo>
                  <a:cubicBezTo>
                    <a:pt x="1459" y="15886"/>
                    <a:pt x="1824" y="16441"/>
                    <a:pt x="2189" y="16806"/>
                  </a:cubicBezTo>
                  <a:cubicBezTo>
                    <a:pt x="2554" y="16981"/>
                    <a:pt x="3094" y="17170"/>
                    <a:pt x="3459" y="17170"/>
                  </a:cubicBezTo>
                  <a:lnTo>
                    <a:pt x="4553" y="17170"/>
                  </a:lnTo>
                  <a:cubicBezTo>
                    <a:pt x="5837" y="16981"/>
                    <a:pt x="6567" y="15886"/>
                    <a:pt x="6567" y="14792"/>
                  </a:cubicBezTo>
                  <a:lnTo>
                    <a:pt x="5107" y="1849"/>
                  </a:lnTo>
                  <a:cubicBezTo>
                    <a:pt x="4935" y="852"/>
                    <a:pt x="4011" y="0"/>
                    <a:pt x="3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9" name="Google Shape;1059;p59"/>
            <p:cNvSpPr/>
            <p:nvPr/>
          </p:nvSpPr>
          <p:spPr>
            <a:xfrm>
              <a:off x="7483325" y="2087200"/>
              <a:ext cx="278000" cy="817150"/>
            </a:xfrm>
            <a:custGeom>
              <a:avLst/>
              <a:gdLst/>
              <a:ahLst/>
              <a:cxnLst/>
              <a:rect l="l" t="t" r="r" b="b"/>
              <a:pathLst>
                <a:path w="11120" h="32686" extrusionOk="0">
                  <a:moveTo>
                    <a:pt x="5047" y="0"/>
                  </a:moveTo>
                  <a:cubicBezTo>
                    <a:pt x="4946" y="0"/>
                    <a:pt x="4844" y="5"/>
                    <a:pt x="4743" y="16"/>
                  </a:cubicBezTo>
                  <a:lnTo>
                    <a:pt x="2919" y="381"/>
                  </a:lnTo>
                  <a:lnTo>
                    <a:pt x="2919" y="206"/>
                  </a:lnTo>
                  <a:cubicBezTo>
                    <a:pt x="1270" y="381"/>
                    <a:pt x="1" y="2030"/>
                    <a:pt x="176" y="3664"/>
                  </a:cubicBezTo>
                  <a:lnTo>
                    <a:pt x="2919" y="29199"/>
                  </a:lnTo>
                  <a:cubicBezTo>
                    <a:pt x="3266" y="31114"/>
                    <a:pt x="4931" y="32685"/>
                    <a:pt x="6975" y="32685"/>
                  </a:cubicBezTo>
                  <a:cubicBezTo>
                    <a:pt x="7081" y="32685"/>
                    <a:pt x="7188" y="32681"/>
                    <a:pt x="7296" y="32672"/>
                  </a:cubicBezTo>
                  <a:lnTo>
                    <a:pt x="7471" y="32672"/>
                  </a:lnTo>
                  <a:cubicBezTo>
                    <a:pt x="9660" y="32307"/>
                    <a:pt x="11119" y="30483"/>
                    <a:pt x="10944" y="28295"/>
                  </a:cubicBezTo>
                  <a:lnTo>
                    <a:pt x="8201" y="2759"/>
                  </a:lnTo>
                  <a:cubicBezTo>
                    <a:pt x="8037" y="1213"/>
                    <a:pt x="6576" y="0"/>
                    <a:pt x="50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0" name="Google Shape;1060;p59"/>
            <p:cNvSpPr/>
            <p:nvPr/>
          </p:nvSpPr>
          <p:spPr>
            <a:xfrm>
              <a:off x="7478575" y="2082750"/>
              <a:ext cx="291875" cy="825650"/>
            </a:xfrm>
            <a:custGeom>
              <a:avLst/>
              <a:gdLst/>
              <a:ahLst/>
              <a:cxnLst/>
              <a:rect l="l" t="t" r="r" b="b"/>
              <a:pathLst>
                <a:path w="11675" h="33026" extrusionOk="0">
                  <a:moveTo>
                    <a:pt x="5242" y="541"/>
                  </a:moveTo>
                  <a:cubicBezTo>
                    <a:pt x="6592" y="541"/>
                    <a:pt x="7864" y="1581"/>
                    <a:pt x="8026" y="2937"/>
                  </a:cubicBezTo>
                  <a:lnTo>
                    <a:pt x="10769" y="28473"/>
                  </a:lnTo>
                  <a:cubicBezTo>
                    <a:pt x="11134" y="30472"/>
                    <a:pt x="9675" y="32296"/>
                    <a:pt x="7661" y="32485"/>
                  </a:cubicBezTo>
                  <a:lnTo>
                    <a:pt x="7486" y="32485"/>
                  </a:lnTo>
                  <a:cubicBezTo>
                    <a:pt x="7328" y="32516"/>
                    <a:pt x="7170" y="32530"/>
                    <a:pt x="7013" y="32530"/>
                  </a:cubicBezTo>
                  <a:cubicBezTo>
                    <a:pt x="6255" y="32530"/>
                    <a:pt x="5504" y="32203"/>
                    <a:pt x="4743" y="31756"/>
                  </a:cubicBezTo>
                  <a:cubicBezTo>
                    <a:pt x="4014" y="31026"/>
                    <a:pt x="3649" y="30297"/>
                    <a:pt x="3474" y="29202"/>
                  </a:cubicBezTo>
                  <a:lnTo>
                    <a:pt x="730" y="3842"/>
                  </a:lnTo>
                  <a:cubicBezTo>
                    <a:pt x="555" y="3112"/>
                    <a:pt x="730" y="2383"/>
                    <a:pt x="1285" y="1843"/>
                  </a:cubicBezTo>
                  <a:cubicBezTo>
                    <a:pt x="1650" y="1289"/>
                    <a:pt x="2379" y="924"/>
                    <a:pt x="2919" y="749"/>
                  </a:cubicBezTo>
                  <a:lnTo>
                    <a:pt x="3109" y="749"/>
                  </a:lnTo>
                  <a:lnTo>
                    <a:pt x="4933" y="559"/>
                  </a:lnTo>
                  <a:cubicBezTo>
                    <a:pt x="5036" y="547"/>
                    <a:pt x="5139" y="541"/>
                    <a:pt x="5242" y="541"/>
                  </a:cubicBezTo>
                  <a:close/>
                  <a:moveTo>
                    <a:pt x="5290" y="1"/>
                  </a:moveTo>
                  <a:cubicBezTo>
                    <a:pt x="5172" y="1"/>
                    <a:pt x="5053" y="7"/>
                    <a:pt x="4933" y="19"/>
                  </a:cubicBezTo>
                  <a:lnTo>
                    <a:pt x="3109" y="194"/>
                  </a:lnTo>
                  <a:cubicBezTo>
                    <a:pt x="2190" y="194"/>
                    <a:pt x="1285" y="749"/>
                    <a:pt x="730" y="1478"/>
                  </a:cubicBezTo>
                  <a:cubicBezTo>
                    <a:pt x="191" y="2018"/>
                    <a:pt x="1" y="2937"/>
                    <a:pt x="1" y="3842"/>
                  </a:cubicBezTo>
                  <a:lnTo>
                    <a:pt x="2919" y="29377"/>
                  </a:lnTo>
                  <a:cubicBezTo>
                    <a:pt x="2919" y="30472"/>
                    <a:pt x="3474" y="31391"/>
                    <a:pt x="4378" y="32121"/>
                  </a:cubicBezTo>
                  <a:cubicBezTo>
                    <a:pt x="5108" y="32850"/>
                    <a:pt x="6202" y="33025"/>
                    <a:pt x="7122" y="33025"/>
                  </a:cubicBezTo>
                  <a:lnTo>
                    <a:pt x="7661" y="33025"/>
                  </a:lnTo>
                  <a:cubicBezTo>
                    <a:pt x="10040" y="32850"/>
                    <a:pt x="11674" y="30661"/>
                    <a:pt x="11499" y="28473"/>
                  </a:cubicBezTo>
                  <a:lnTo>
                    <a:pt x="8581" y="2937"/>
                  </a:lnTo>
                  <a:cubicBezTo>
                    <a:pt x="8403" y="1233"/>
                    <a:pt x="6965" y="1"/>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1" name="Google Shape;1061;p59"/>
            <p:cNvSpPr/>
            <p:nvPr/>
          </p:nvSpPr>
          <p:spPr>
            <a:xfrm>
              <a:off x="7478575" y="2625650"/>
              <a:ext cx="300975" cy="127425"/>
            </a:xfrm>
            <a:custGeom>
              <a:avLst/>
              <a:gdLst/>
              <a:ahLst/>
              <a:cxnLst/>
              <a:rect l="l" t="t" r="r" b="b"/>
              <a:pathLst>
                <a:path w="12039" h="5097" extrusionOk="0">
                  <a:moveTo>
                    <a:pt x="5837" y="1"/>
                  </a:moveTo>
                  <a:cubicBezTo>
                    <a:pt x="5837" y="1"/>
                    <a:pt x="1285" y="190"/>
                    <a:pt x="730" y="920"/>
                  </a:cubicBezTo>
                  <a:cubicBezTo>
                    <a:pt x="1" y="1650"/>
                    <a:pt x="191" y="4378"/>
                    <a:pt x="1460" y="4743"/>
                  </a:cubicBezTo>
                  <a:cubicBezTo>
                    <a:pt x="2538" y="4996"/>
                    <a:pt x="4009" y="5096"/>
                    <a:pt x="5486" y="5096"/>
                  </a:cubicBezTo>
                  <a:cubicBezTo>
                    <a:pt x="8268" y="5096"/>
                    <a:pt x="11071" y="4740"/>
                    <a:pt x="11309" y="4378"/>
                  </a:cubicBezTo>
                  <a:cubicBezTo>
                    <a:pt x="11499" y="3838"/>
                    <a:pt x="12039" y="730"/>
                    <a:pt x="10769" y="366"/>
                  </a:cubicBezTo>
                  <a:cubicBezTo>
                    <a:pt x="9121" y="1"/>
                    <a:pt x="7486" y="1"/>
                    <a:pt x="583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2" name="Google Shape;1062;p59"/>
            <p:cNvSpPr/>
            <p:nvPr/>
          </p:nvSpPr>
          <p:spPr>
            <a:xfrm>
              <a:off x="7474200" y="2616525"/>
              <a:ext cx="310100" cy="145950"/>
            </a:xfrm>
            <a:custGeom>
              <a:avLst/>
              <a:gdLst/>
              <a:ahLst/>
              <a:cxnLst/>
              <a:rect l="l" t="t" r="r" b="b"/>
              <a:pathLst>
                <a:path w="12404" h="5838" extrusionOk="0">
                  <a:moveTo>
                    <a:pt x="6012" y="555"/>
                  </a:moveTo>
                  <a:cubicBezTo>
                    <a:pt x="7661" y="555"/>
                    <a:pt x="9296" y="731"/>
                    <a:pt x="10755" y="1095"/>
                  </a:cubicBezTo>
                  <a:cubicBezTo>
                    <a:pt x="10944" y="1095"/>
                    <a:pt x="11120" y="1285"/>
                    <a:pt x="11309" y="1460"/>
                  </a:cubicBezTo>
                  <a:cubicBezTo>
                    <a:pt x="11674" y="2379"/>
                    <a:pt x="11309" y="4203"/>
                    <a:pt x="11120" y="4568"/>
                  </a:cubicBezTo>
                  <a:cubicBezTo>
                    <a:pt x="10796" y="4892"/>
                    <a:pt x="8503" y="5152"/>
                    <a:pt x="6089" y="5152"/>
                  </a:cubicBezTo>
                  <a:cubicBezTo>
                    <a:pt x="4474" y="5152"/>
                    <a:pt x="2805" y="5036"/>
                    <a:pt x="1635" y="4743"/>
                  </a:cubicBezTo>
                  <a:cubicBezTo>
                    <a:pt x="1270" y="4568"/>
                    <a:pt x="1095" y="4203"/>
                    <a:pt x="905" y="3839"/>
                  </a:cubicBezTo>
                  <a:cubicBezTo>
                    <a:pt x="730" y="2919"/>
                    <a:pt x="730" y="1825"/>
                    <a:pt x="1095" y="1460"/>
                  </a:cubicBezTo>
                  <a:cubicBezTo>
                    <a:pt x="1460" y="1095"/>
                    <a:pt x="3824" y="731"/>
                    <a:pt x="6012" y="555"/>
                  </a:cubicBezTo>
                  <a:close/>
                  <a:moveTo>
                    <a:pt x="6012" y="1"/>
                  </a:moveTo>
                  <a:cubicBezTo>
                    <a:pt x="5108" y="1"/>
                    <a:pt x="1270" y="191"/>
                    <a:pt x="541" y="1095"/>
                  </a:cubicBezTo>
                  <a:cubicBezTo>
                    <a:pt x="176" y="1650"/>
                    <a:pt x="1" y="3109"/>
                    <a:pt x="366" y="4014"/>
                  </a:cubicBezTo>
                  <a:cubicBezTo>
                    <a:pt x="541" y="4743"/>
                    <a:pt x="905" y="5108"/>
                    <a:pt x="1460" y="5298"/>
                  </a:cubicBezTo>
                  <a:cubicBezTo>
                    <a:pt x="2554" y="5663"/>
                    <a:pt x="4378" y="5838"/>
                    <a:pt x="6202" y="5838"/>
                  </a:cubicBezTo>
                  <a:cubicBezTo>
                    <a:pt x="8931" y="5838"/>
                    <a:pt x="11484" y="5473"/>
                    <a:pt x="11674" y="4933"/>
                  </a:cubicBezTo>
                  <a:cubicBezTo>
                    <a:pt x="12039" y="4378"/>
                    <a:pt x="12404" y="2379"/>
                    <a:pt x="11849" y="1095"/>
                  </a:cubicBezTo>
                  <a:cubicBezTo>
                    <a:pt x="11674" y="731"/>
                    <a:pt x="11309" y="555"/>
                    <a:pt x="10944" y="366"/>
                  </a:cubicBezTo>
                  <a:cubicBezTo>
                    <a:pt x="9296" y="191"/>
                    <a:pt x="7661" y="1"/>
                    <a:pt x="6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3" name="Google Shape;1063;p59"/>
            <p:cNvSpPr/>
            <p:nvPr/>
          </p:nvSpPr>
          <p:spPr>
            <a:xfrm>
              <a:off x="7419500" y="2470275"/>
              <a:ext cx="350950" cy="161375"/>
            </a:xfrm>
            <a:custGeom>
              <a:avLst/>
              <a:gdLst/>
              <a:ahLst/>
              <a:cxnLst/>
              <a:rect l="l" t="t" r="r" b="b"/>
              <a:pathLst>
                <a:path w="14038" h="6455" extrusionOk="0">
                  <a:moveTo>
                    <a:pt x="5908" y="1"/>
                  </a:moveTo>
                  <a:cubicBezTo>
                    <a:pt x="4330" y="1"/>
                    <a:pt x="1431" y="92"/>
                    <a:pt x="905" y="744"/>
                  </a:cubicBezTo>
                  <a:cubicBezTo>
                    <a:pt x="0" y="1663"/>
                    <a:pt x="0" y="5121"/>
                    <a:pt x="1269" y="5676"/>
                  </a:cubicBezTo>
                  <a:cubicBezTo>
                    <a:pt x="2840" y="6250"/>
                    <a:pt x="5303" y="6454"/>
                    <a:pt x="7564" y="6454"/>
                  </a:cubicBezTo>
                  <a:cubicBezTo>
                    <a:pt x="10302" y="6454"/>
                    <a:pt x="12743" y="6155"/>
                    <a:pt x="12943" y="5851"/>
                  </a:cubicBezTo>
                  <a:cubicBezTo>
                    <a:pt x="13308" y="5121"/>
                    <a:pt x="14037" y="1474"/>
                    <a:pt x="12578" y="934"/>
                  </a:cubicBezTo>
                  <a:cubicBezTo>
                    <a:pt x="10944" y="379"/>
                    <a:pt x="6931" y="14"/>
                    <a:pt x="6931" y="14"/>
                  </a:cubicBezTo>
                  <a:cubicBezTo>
                    <a:pt x="6931" y="14"/>
                    <a:pt x="6519" y="1"/>
                    <a:pt x="5908"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4" name="Google Shape;1064;p59"/>
            <p:cNvSpPr/>
            <p:nvPr/>
          </p:nvSpPr>
          <p:spPr>
            <a:xfrm>
              <a:off x="7414750" y="2461250"/>
              <a:ext cx="355700" cy="178300"/>
            </a:xfrm>
            <a:custGeom>
              <a:avLst/>
              <a:gdLst/>
              <a:ahLst/>
              <a:cxnLst/>
              <a:rect l="l" t="t" r="r" b="b"/>
              <a:pathLst>
                <a:path w="14228" h="7132" extrusionOk="0">
                  <a:moveTo>
                    <a:pt x="7121" y="565"/>
                  </a:moveTo>
                  <a:cubicBezTo>
                    <a:pt x="7296" y="740"/>
                    <a:pt x="11134" y="1105"/>
                    <a:pt x="12593" y="1659"/>
                  </a:cubicBezTo>
                  <a:cubicBezTo>
                    <a:pt x="12958" y="1659"/>
                    <a:pt x="12958" y="1835"/>
                    <a:pt x="13133" y="2199"/>
                  </a:cubicBezTo>
                  <a:cubicBezTo>
                    <a:pt x="13687" y="3294"/>
                    <a:pt x="13133" y="5482"/>
                    <a:pt x="12958" y="6037"/>
                  </a:cubicBezTo>
                  <a:cubicBezTo>
                    <a:pt x="12666" y="6229"/>
                    <a:pt x="10461" y="6469"/>
                    <a:pt x="7958" y="6469"/>
                  </a:cubicBezTo>
                  <a:cubicBezTo>
                    <a:pt x="5703" y="6469"/>
                    <a:pt x="3205" y="6274"/>
                    <a:pt x="1649" y="5672"/>
                  </a:cubicBezTo>
                  <a:cubicBezTo>
                    <a:pt x="1095" y="5482"/>
                    <a:pt x="920" y="5118"/>
                    <a:pt x="920" y="4753"/>
                  </a:cubicBezTo>
                  <a:cubicBezTo>
                    <a:pt x="555" y="3483"/>
                    <a:pt x="920" y="1835"/>
                    <a:pt x="1284" y="1295"/>
                  </a:cubicBezTo>
                  <a:cubicBezTo>
                    <a:pt x="1649" y="740"/>
                    <a:pt x="4013" y="565"/>
                    <a:pt x="6027" y="565"/>
                  </a:cubicBezTo>
                  <a:close/>
                  <a:moveTo>
                    <a:pt x="5918" y="0"/>
                  </a:moveTo>
                  <a:cubicBezTo>
                    <a:pt x="4219" y="0"/>
                    <a:pt x="1472" y="101"/>
                    <a:pt x="920" y="930"/>
                  </a:cubicBezTo>
                  <a:cubicBezTo>
                    <a:pt x="190" y="1659"/>
                    <a:pt x="0" y="3483"/>
                    <a:pt x="365" y="4753"/>
                  </a:cubicBezTo>
                  <a:cubicBezTo>
                    <a:pt x="555" y="5672"/>
                    <a:pt x="920" y="6037"/>
                    <a:pt x="1284" y="6402"/>
                  </a:cubicBezTo>
                  <a:cubicBezTo>
                    <a:pt x="2919" y="6942"/>
                    <a:pt x="5472" y="7131"/>
                    <a:pt x="8026" y="7131"/>
                  </a:cubicBezTo>
                  <a:cubicBezTo>
                    <a:pt x="10769" y="7131"/>
                    <a:pt x="13133" y="6766"/>
                    <a:pt x="13498" y="6212"/>
                  </a:cubicBezTo>
                  <a:cubicBezTo>
                    <a:pt x="13687" y="5672"/>
                    <a:pt x="14227" y="3294"/>
                    <a:pt x="13687" y="2024"/>
                  </a:cubicBezTo>
                  <a:cubicBezTo>
                    <a:pt x="13498" y="1470"/>
                    <a:pt x="13322" y="1105"/>
                    <a:pt x="12768" y="930"/>
                  </a:cubicBezTo>
                  <a:cubicBezTo>
                    <a:pt x="11309" y="375"/>
                    <a:pt x="7296" y="11"/>
                    <a:pt x="7121" y="11"/>
                  </a:cubicBezTo>
                  <a:cubicBezTo>
                    <a:pt x="6898" y="11"/>
                    <a:pt x="6462" y="0"/>
                    <a:pt x="5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5" name="Google Shape;1065;p59"/>
            <p:cNvSpPr/>
            <p:nvPr/>
          </p:nvSpPr>
          <p:spPr>
            <a:xfrm>
              <a:off x="7387375" y="2292650"/>
              <a:ext cx="378700" cy="181225"/>
            </a:xfrm>
            <a:custGeom>
              <a:avLst/>
              <a:gdLst/>
              <a:ahLst/>
              <a:cxnLst/>
              <a:rect l="l" t="t" r="r" b="b"/>
              <a:pathLst>
                <a:path w="15148" h="7249" extrusionOk="0">
                  <a:moveTo>
                    <a:pt x="6539" y="1"/>
                  </a:moveTo>
                  <a:cubicBezTo>
                    <a:pt x="4887" y="1"/>
                    <a:pt x="1592" y="105"/>
                    <a:pt x="920" y="918"/>
                  </a:cubicBezTo>
                  <a:cubicBezTo>
                    <a:pt x="191" y="1837"/>
                    <a:pt x="1" y="5485"/>
                    <a:pt x="1460" y="6215"/>
                  </a:cubicBezTo>
                  <a:cubicBezTo>
                    <a:pt x="3535" y="6937"/>
                    <a:pt x="7088" y="7248"/>
                    <a:pt x="9833" y="7248"/>
                  </a:cubicBezTo>
                  <a:cubicBezTo>
                    <a:pt x="11914" y="7248"/>
                    <a:pt x="13531" y="7069"/>
                    <a:pt x="13688" y="6755"/>
                  </a:cubicBezTo>
                  <a:cubicBezTo>
                    <a:pt x="14053" y="6025"/>
                    <a:pt x="15147" y="1648"/>
                    <a:pt x="13498" y="1108"/>
                  </a:cubicBezTo>
                  <a:cubicBezTo>
                    <a:pt x="11864" y="553"/>
                    <a:pt x="7486" y="13"/>
                    <a:pt x="7486" y="13"/>
                  </a:cubicBezTo>
                  <a:cubicBezTo>
                    <a:pt x="7486" y="13"/>
                    <a:pt x="7111" y="1"/>
                    <a:pt x="6539"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6" name="Google Shape;1066;p59"/>
            <p:cNvSpPr/>
            <p:nvPr/>
          </p:nvSpPr>
          <p:spPr>
            <a:xfrm>
              <a:off x="7383000" y="2285950"/>
              <a:ext cx="383075" cy="198550"/>
            </a:xfrm>
            <a:custGeom>
              <a:avLst/>
              <a:gdLst/>
              <a:ahLst/>
              <a:cxnLst/>
              <a:rect l="l" t="t" r="r" b="b"/>
              <a:pathLst>
                <a:path w="15323" h="7942" extrusionOk="0">
                  <a:moveTo>
                    <a:pt x="7472" y="646"/>
                  </a:moveTo>
                  <a:cubicBezTo>
                    <a:pt x="7837" y="646"/>
                    <a:pt x="12039" y="1011"/>
                    <a:pt x="13498" y="1740"/>
                  </a:cubicBezTo>
                  <a:cubicBezTo>
                    <a:pt x="13673" y="1740"/>
                    <a:pt x="13863" y="1916"/>
                    <a:pt x="14038" y="2280"/>
                  </a:cubicBezTo>
                  <a:cubicBezTo>
                    <a:pt x="14592" y="3564"/>
                    <a:pt x="13863" y="6483"/>
                    <a:pt x="13673" y="6847"/>
                  </a:cubicBezTo>
                  <a:cubicBezTo>
                    <a:pt x="13360" y="7079"/>
                    <a:pt x="11805" y="7246"/>
                    <a:pt x="9828" y="7246"/>
                  </a:cubicBezTo>
                  <a:cubicBezTo>
                    <a:pt x="7200" y="7246"/>
                    <a:pt x="3825" y="6951"/>
                    <a:pt x="1635" y="6118"/>
                  </a:cubicBezTo>
                  <a:cubicBezTo>
                    <a:pt x="1270" y="5928"/>
                    <a:pt x="1095" y="5388"/>
                    <a:pt x="906" y="5024"/>
                  </a:cubicBezTo>
                  <a:cubicBezTo>
                    <a:pt x="730" y="3739"/>
                    <a:pt x="906" y="1916"/>
                    <a:pt x="1460" y="1376"/>
                  </a:cubicBezTo>
                  <a:cubicBezTo>
                    <a:pt x="1825" y="821"/>
                    <a:pt x="4378" y="646"/>
                    <a:pt x="6377" y="646"/>
                  </a:cubicBezTo>
                  <a:close/>
                  <a:moveTo>
                    <a:pt x="5850" y="1"/>
                  </a:moveTo>
                  <a:cubicBezTo>
                    <a:pt x="4026" y="1"/>
                    <a:pt x="1544" y="193"/>
                    <a:pt x="906" y="821"/>
                  </a:cubicBezTo>
                  <a:cubicBezTo>
                    <a:pt x="366" y="1740"/>
                    <a:pt x="1" y="3739"/>
                    <a:pt x="366" y="5199"/>
                  </a:cubicBezTo>
                  <a:cubicBezTo>
                    <a:pt x="541" y="5928"/>
                    <a:pt x="906" y="6483"/>
                    <a:pt x="1460" y="6658"/>
                  </a:cubicBezTo>
                  <a:cubicBezTo>
                    <a:pt x="3459" y="7387"/>
                    <a:pt x="7297" y="7942"/>
                    <a:pt x="10390" y="7942"/>
                  </a:cubicBezTo>
                  <a:cubicBezTo>
                    <a:pt x="12404" y="7942"/>
                    <a:pt x="13863" y="7752"/>
                    <a:pt x="14228" y="7212"/>
                  </a:cubicBezTo>
                  <a:cubicBezTo>
                    <a:pt x="14592" y="6483"/>
                    <a:pt x="15322" y="3564"/>
                    <a:pt x="14592" y="2105"/>
                  </a:cubicBezTo>
                  <a:cubicBezTo>
                    <a:pt x="14403" y="1551"/>
                    <a:pt x="14228" y="1186"/>
                    <a:pt x="13673" y="1011"/>
                  </a:cubicBezTo>
                  <a:cubicBezTo>
                    <a:pt x="12039" y="456"/>
                    <a:pt x="7837" y="92"/>
                    <a:pt x="7661" y="92"/>
                  </a:cubicBezTo>
                  <a:cubicBezTo>
                    <a:pt x="7327" y="38"/>
                    <a:pt x="6652" y="1"/>
                    <a:pt x="58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7" name="Google Shape;1067;p59"/>
            <p:cNvSpPr/>
            <p:nvPr/>
          </p:nvSpPr>
          <p:spPr>
            <a:xfrm>
              <a:off x="7305300" y="2128500"/>
              <a:ext cx="378675" cy="175775"/>
            </a:xfrm>
            <a:custGeom>
              <a:avLst/>
              <a:gdLst/>
              <a:ahLst/>
              <a:cxnLst/>
              <a:rect l="l" t="t" r="r" b="b"/>
              <a:pathLst>
                <a:path w="15147" h="7031" extrusionOk="0">
                  <a:moveTo>
                    <a:pt x="6570" y="0"/>
                  </a:moveTo>
                  <a:cubicBezTo>
                    <a:pt x="4971" y="0"/>
                    <a:pt x="1778" y="105"/>
                    <a:pt x="1095" y="918"/>
                  </a:cubicBezTo>
                  <a:cubicBezTo>
                    <a:pt x="191" y="1837"/>
                    <a:pt x="1" y="5660"/>
                    <a:pt x="1460" y="6214"/>
                  </a:cubicBezTo>
                  <a:cubicBezTo>
                    <a:pt x="2521" y="6480"/>
                    <a:pt x="8407" y="7031"/>
                    <a:pt x="11678" y="7031"/>
                  </a:cubicBezTo>
                  <a:cubicBezTo>
                    <a:pt x="12905" y="7031"/>
                    <a:pt x="13763" y="6953"/>
                    <a:pt x="13863" y="6754"/>
                  </a:cubicBezTo>
                  <a:cubicBezTo>
                    <a:pt x="14228" y="6025"/>
                    <a:pt x="15147" y="1647"/>
                    <a:pt x="13498" y="1107"/>
                  </a:cubicBezTo>
                  <a:cubicBezTo>
                    <a:pt x="11864" y="553"/>
                    <a:pt x="7486" y="13"/>
                    <a:pt x="7486" y="13"/>
                  </a:cubicBezTo>
                  <a:cubicBezTo>
                    <a:pt x="7486" y="13"/>
                    <a:pt x="7124" y="0"/>
                    <a:pt x="6570"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8" name="Google Shape;1068;p59"/>
            <p:cNvSpPr/>
            <p:nvPr/>
          </p:nvSpPr>
          <p:spPr>
            <a:xfrm>
              <a:off x="7300925" y="2121800"/>
              <a:ext cx="383050" cy="193800"/>
            </a:xfrm>
            <a:custGeom>
              <a:avLst/>
              <a:gdLst/>
              <a:ahLst/>
              <a:cxnLst/>
              <a:rect l="l" t="t" r="r" b="b"/>
              <a:pathLst>
                <a:path w="15322" h="7752" extrusionOk="0">
                  <a:moveTo>
                    <a:pt x="7661" y="646"/>
                  </a:moveTo>
                  <a:cubicBezTo>
                    <a:pt x="7836" y="646"/>
                    <a:pt x="12039" y="1011"/>
                    <a:pt x="13673" y="1740"/>
                  </a:cubicBezTo>
                  <a:cubicBezTo>
                    <a:pt x="13863" y="1740"/>
                    <a:pt x="14038" y="1915"/>
                    <a:pt x="14228" y="2280"/>
                  </a:cubicBezTo>
                  <a:cubicBezTo>
                    <a:pt x="14592" y="3564"/>
                    <a:pt x="14038" y="6293"/>
                    <a:pt x="13673" y="6847"/>
                  </a:cubicBezTo>
                  <a:cubicBezTo>
                    <a:pt x="13449" y="6981"/>
                    <a:pt x="12707" y="7037"/>
                    <a:pt x="11695" y="7037"/>
                  </a:cubicBezTo>
                  <a:cubicBezTo>
                    <a:pt x="8623" y="7037"/>
                    <a:pt x="3054" y="6524"/>
                    <a:pt x="1825" y="6118"/>
                  </a:cubicBezTo>
                  <a:cubicBezTo>
                    <a:pt x="1460" y="5928"/>
                    <a:pt x="1095" y="5563"/>
                    <a:pt x="1095" y="5198"/>
                  </a:cubicBezTo>
                  <a:cubicBezTo>
                    <a:pt x="730" y="3929"/>
                    <a:pt x="905" y="1915"/>
                    <a:pt x="1460" y="1375"/>
                  </a:cubicBezTo>
                  <a:cubicBezTo>
                    <a:pt x="2000" y="821"/>
                    <a:pt x="4378" y="646"/>
                    <a:pt x="6377" y="646"/>
                  </a:cubicBezTo>
                  <a:close/>
                  <a:moveTo>
                    <a:pt x="5967" y="1"/>
                  </a:moveTo>
                  <a:cubicBezTo>
                    <a:pt x="4202" y="1"/>
                    <a:pt x="1723" y="193"/>
                    <a:pt x="1095" y="821"/>
                  </a:cubicBezTo>
                  <a:cubicBezTo>
                    <a:pt x="366" y="1740"/>
                    <a:pt x="1" y="3929"/>
                    <a:pt x="541" y="5388"/>
                  </a:cubicBezTo>
                  <a:cubicBezTo>
                    <a:pt x="730" y="6118"/>
                    <a:pt x="1095" y="6482"/>
                    <a:pt x="1635" y="6658"/>
                  </a:cubicBezTo>
                  <a:cubicBezTo>
                    <a:pt x="2365" y="6847"/>
                    <a:pt x="8201" y="7752"/>
                    <a:pt x="11674" y="7752"/>
                  </a:cubicBezTo>
                  <a:cubicBezTo>
                    <a:pt x="13133" y="7752"/>
                    <a:pt x="14038" y="7577"/>
                    <a:pt x="14228" y="7212"/>
                  </a:cubicBezTo>
                  <a:cubicBezTo>
                    <a:pt x="14592" y="6658"/>
                    <a:pt x="15322" y="3564"/>
                    <a:pt x="14767" y="2105"/>
                  </a:cubicBezTo>
                  <a:cubicBezTo>
                    <a:pt x="14592" y="1550"/>
                    <a:pt x="14228" y="1186"/>
                    <a:pt x="13863" y="1011"/>
                  </a:cubicBezTo>
                  <a:cubicBezTo>
                    <a:pt x="12214" y="456"/>
                    <a:pt x="7836" y="91"/>
                    <a:pt x="7661" y="91"/>
                  </a:cubicBezTo>
                  <a:cubicBezTo>
                    <a:pt x="7380" y="38"/>
                    <a:pt x="6743" y="1"/>
                    <a:pt x="5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9" name="Google Shape;1069;p59"/>
            <p:cNvSpPr/>
            <p:nvPr/>
          </p:nvSpPr>
          <p:spPr>
            <a:xfrm>
              <a:off x="7483325" y="2083225"/>
              <a:ext cx="501600" cy="505975"/>
            </a:xfrm>
            <a:custGeom>
              <a:avLst/>
              <a:gdLst/>
              <a:ahLst/>
              <a:cxnLst/>
              <a:rect l="l" t="t" r="r" b="b"/>
              <a:pathLst>
                <a:path w="20064" h="20239" extrusionOk="0">
                  <a:moveTo>
                    <a:pt x="4188" y="0"/>
                  </a:moveTo>
                  <a:cubicBezTo>
                    <a:pt x="1635" y="365"/>
                    <a:pt x="1" y="1999"/>
                    <a:pt x="1" y="3093"/>
                  </a:cubicBezTo>
                  <a:cubicBezTo>
                    <a:pt x="176" y="4188"/>
                    <a:pt x="2554" y="11484"/>
                    <a:pt x="2919" y="13308"/>
                  </a:cubicBezTo>
                  <a:cubicBezTo>
                    <a:pt x="3372" y="14838"/>
                    <a:pt x="3835" y="14961"/>
                    <a:pt x="4834" y="14961"/>
                  </a:cubicBezTo>
                  <a:cubicBezTo>
                    <a:pt x="5026" y="14961"/>
                    <a:pt x="5237" y="14956"/>
                    <a:pt x="5472" y="14956"/>
                  </a:cubicBezTo>
                  <a:cubicBezTo>
                    <a:pt x="7107" y="14767"/>
                    <a:pt x="8391" y="13308"/>
                    <a:pt x="8566" y="11673"/>
                  </a:cubicBezTo>
                  <a:cubicBezTo>
                    <a:pt x="8391" y="10214"/>
                    <a:pt x="8201" y="8565"/>
                    <a:pt x="7836" y="7106"/>
                  </a:cubicBezTo>
                  <a:lnTo>
                    <a:pt x="7836" y="7106"/>
                  </a:lnTo>
                  <a:cubicBezTo>
                    <a:pt x="8566" y="7836"/>
                    <a:pt x="9485" y="8201"/>
                    <a:pt x="10390" y="8565"/>
                  </a:cubicBezTo>
                  <a:lnTo>
                    <a:pt x="11484" y="8930"/>
                  </a:lnTo>
                  <a:cubicBezTo>
                    <a:pt x="11484" y="8930"/>
                    <a:pt x="11309" y="15861"/>
                    <a:pt x="15687" y="18969"/>
                  </a:cubicBezTo>
                  <a:cubicBezTo>
                    <a:pt x="16591" y="19509"/>
                    <a:pt x="17510" y="20064"/>
                    <a:pt x="18415" y="20239"/>
                  </a:cubicBezTo>
                  <a:lnTo>
                    <a:pt x="20064" y="2729"/>
                  </a:lnTo>
                  <a:cubicBezTo>
                    <a:pt x="18970" y="1999"/>
                    <a:pt x="17686" y="1459"/>
                    <a:pt x="16226" y="1270"/>
                  </a:cubicBezTo>
                  <a:cubicBezTo>
                    <a:pt x="12214" y="1270"/>
                    <a:pt x="8201" y="175"/>
                    <a:pt x="4188"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0" name="Google Shape;1070;p59"/>
            <p:cNvSpPr/>
            <p:nvPr/>
          </p:nvSpPr>
          <p:spPr>
            <a:xfrm>
              <a:off x="7474200" y="2074100"/>
              <a:ext cx="519850" cy="524225"/>
            </a:xfrm>
            <a:custGeom>
              <a:avLst/>
              <a:gdLst/>
              <a:ahLst/>
              <a:cxnLst/>
              <a:rect l="l" t="t" r="r" b="b"/>
              <a:pathLst>
                <a:path w="20794" h="20969" extrusionOk="0">
                  <a:moveTo>
                    <a:pt x="4553" y="0"/>
                  </a:moveTo>
                  <a:cubicBezTo>
                    <a:pt x="1825" y="365"/>
                    <a:pt x="1" y="2189"/>
                    <a:pt x="176" y="3458"/>
                  </a:cubicBezTo>
                  <a:cubicBezTo>
                    <a:pt x="176" y="4188"/>
                    <a:pt x="1095" y="6931"/>
                    <a:pt x="1825" y="9485"/>
                  </a:cubicBezTo>
                  <a:cubicBezTo>
                    <a:pt x="2365" y="11309"/>
                    <a:pt x="2919" y="12943"/>
                    <a:pt x="3094" y="13862"/>
                  </a:cubicBezTo>
                  <a:cubicBezTo>
                    <a:pt x="3370" y="15241"/>
                    <a:pt x="3854" y="15578"/>
                    <a:pt x="4705" y="15578"/>
                  </a:cubicBezTo>
                  <a:cubicBezTo>
                    <a:pt x="4979" y="15578"/>
                    <a:pt x="5292" y="15543"/>
                    <a:pt x="5648" y="15497"/>
                  </a:cubicBezTo>
                  <a:lnTo>
                    <a:pt x="5837" y="15497"/>
                  </a:lnTo>
                  <a:cubicBezTo>
                    <a:pt x="7661" y="15321"/>
                    <a:pt x="9120" y="13862"/>
                    <a:pt x="9120" y="12038"/>
                  </a:cubicBezTo>
                  <a:cubicBezTo>
                    <a:pt x="9120" y="10754"/>
                    <a:pt x="8931" y="9485"/>
                    <a:pt x="8756" y="8201"/>
                  </a:cubicBezTo>
                  <a:lnTo>
                    <a:pt x="8756" y="8201"/>
                  </a:lnTo>
                  <a:cubicBezTo>
                    <a:pt x="9296" y="8566"/>
                    <a:pt x="10025" y="8930"/>
                    <a:pt x="10580" y="9295"/>
                  </a:cubicBezTo>
                  <a:lnTo>
                    <a:pt x="11484" y="9485"/>
                  </a:lnTo>
                  <a:cubicBezTo>
                    <a:pt x="11484" y="10754"/>
                    <a:pt x="11849" y="16781"/>
                    <a:pt x="15862" y="19699"/>
                  </a:cubicBezTo>
                  <a:cubicBezTo>
                    <a:pt x="16781" y="20239"/>
                    <a:pt x="17686" y="20604"/>
                    <a:pt x="18780" y="20968"/>
                  </a:cubicBezTo>
                  <a:cubicBezTo>
                    <a:pt x="18970" y="20968"/>
                    <a:pt x="19145" y="20793"/>
                    <a:pt x="19145" y="20793"/>
                  </a:cubicBezTo>
                  <a:cubicBezTo>
                    <a:pt x="19145" y="20604"/>
                    <a:pt x="19145" y="20429"/>
                    <a:pt x="18970" y="20429"/>
                  </a:cubicBezTo>
                  <a:cubicBezTo>
                    <a:pt x="18051" y="20064"/>
                    <a:pt x="17146" y="19699"/>
                    <a:pt x="16227" y="19144"/>
                  </a:cubicBezTo>
                  <a:cubicBezTo>
                    <a:pt x="12039" y="16226"/>
                    <a:pt x="12039" y="9295"/>
                    <a:pt x="12039" y="9295"/>
                  </a:cubicBezTo>
                  <a:cubicBezTo>
                    <a:pt x="12039" y="9120"/>
                    <a:pt x="12039" y="8930"/>
                    <a:pt x="11849" y="8930"/>
                  </a:cubicBezTo>
                  <a:lnTo>
                    <a:pt x="10755" y="8566"/>
                  </a:lnTo>
                  <a:cubicBezTo>
                    <a:pt x="10025" y="8390"/>
                    <a:pt x="9120" y="7836"/>
                    <a:pt x="8391" y="7296"/>
                  </a:cubicBezTo>
                  <a:cubicBezTo>
                    <a:pt x="8391" y="7296"/>
                    <a:pt x="8307" y="7212"/>
                    <a:pt x="8199" y="7212"/>
                  </a:cubicBezTo>
                  <a:cubicBezTo>
                    <a:pt x="8144" y="7212"/>
                    <a:pt x="8084" y="7233"/>
                    <a:pt x="8026" y="7296"/>
                  </a:cubicBezTo>
                  <a:cubicBezTo>
                    <a:pt x="8026" y="7296"/>
                    <a:pt x="7836" y="7471"/>
                    <a:pt x="8026" y="7661"/>
                  </a:cubicBezTo>
                  <a:cubicBezTo>
                    <a:pt x="8201" y="9120"/>
                    <a:pt x="8566" y="10579"/>
                    <a:pt x="8566" y="12038"/>
                  </a:cubicBezTo>
                  <a:cubicBezTo>
                    <a:pt x="8566" y="13498"/>
                    <a:pt x="7297" y="14767"/>
                    <a:pt x="5837" y="14957"/>
                  </a:cubicBezTo>
                  <a:lnTo>
                    <a:pt x="5648" y="14957"/>
                  </a:lnTo>
                  <a:cubicBezTo>
                    <a:pt x="5321" y="15002"/>
                    <a:pt x="5054" y="15035"/>
                    <a:pt x="4832" y="15035"/>
                  </a:cubicBezTo>
                  <a:cubicBezTo>
                    <a:pt x="4191" y="15035"/>
                    <a:pt x="3920" y="14756"/>
                    <a:pt x="3649" y="13673"/>
                  </a:cubicBezTo>
                  <a:cubicBezTo>
                    <a:pt x="3459" y="12943"/>
                    <a:pt x="2919" y="11119"/>
                    <a:pt x="2365" y="9295"/>
                  </a:cubicBezTo>
                  <a:cubicBezTo>
                    <a:pt x="1635" y="6742"/>
                    <a:pt x="905" y="4013"/>
                    <a:pt x="730" y="3283"/>
                  </a:cubicBezTo>
                  <a:cubicBezTo>
                    <a:pt x="541" y="2554"/>
                    <a:pt x="2000" y="1095"/>
                    <a:pt x="4553" y="540"/>
                  </a:cubicBezTo>
                  <a:cubicBezTo>
                    <a:pt x="6202" y="730"/>
                    <a:pt x="7836" y="905"/>
                    <a:pt x="9485" y="1270"/>
                  </a:cubicBezTo>
                  <a:cubicBezTo>
                    <a:pt x="11849" y="1635"/>
                    <a:pt x="14228" y="1999"/>
                    <a:pt x="16591" y="1999"/>
                  </a:cubicBezTo>
                  <a:cubicBezTo>
                    <a:pt x="17875" y="2189"/>
                    <a:pt x="19145" y="2554"/>
                    <a:pt x="20239" y="3458"/>
                  </a:cubicBezTo>
                  <a:cubicBezTo>
                    <a:pt x="20429" y="3458"/>
                    <a:pt x="20604" y="3458"/>
                    <a:pt x="20794" y="3283"/>
                  </a:cubicBezTo>
                  <a:cubicBezTo>
                    <a:pt x="20794" y="3283"/>
                    <a:pt x="20794" y="2919"/>
                    <a:pt x="20604" y="2919"/>
                  </a:cubicBezTo>
                  <a:cubicBezTo>
                    <a:pt x="19510" y="1999"/>
                    <a:pt x="18051" y="1459"/>
                    <a:pt x="16591" y="1459"/>
                  </a:cubicBezTo>
                  <a:cubicBezTo>
                    <a:pt x="14228" y="1459"/>
                    <a:pt x="11849" y="1095"/>
                    <a:pt x="9485" y="730"/>
                  </a:cubicBezTo>
                  <a:cubicBezTo>
                    <a:pt x="8026" y="365"/>
                    <a:pt x="6202" y="175"/>
                    <a:pt x="4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1" name="Google Shape;1071;p59"/>
            <p:cNvSpPr/>
            <p:nvPr/>
          </p:nvSpPr>
          <p:spPr>
            <a:xfrm>
              <a:off x="8016650" y="2598300"/>
              <a:ext cx="36500" cy="3575"/>
            </a:xfrm>
            <a:custGeom>
              <a:avLst/>
              <a:gdLst/>
              <a:ahLst/>
              <a:cxnLst/>
              <a:rect l="l" t="t" r="r" b="b"/>
              <a:pathLst>
                <a:path w="1460" h="143" extrusionOk="0">
                  <a:moveTo>
                    <a:pt x="0" y="0"/>
                  </a:moveTo>
                  <a:cubicBezTo>
                    <a:pt x="183" y="95"/>
                    <a:pt x="413" y="143"/>
                    <a:pt x="664" y="143"/>
                  </a:cubicBezTo>
                  <a:cubicBezTo>
                    <a:pt x="916" y="143"/>
                    <a:pt x="1190" y="95"/>
                    <a:pt x="1460"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2" name="Google Shape;1072;p59"/>
            <p:cNvSpPr/>
            <p:nvPr/>
          </p:nvSpPr>
          <p:spPr>
            <a:xfrm>
              <a:off x="8007525" y="2593925"/>
              <a:ext cx="50375" cy="13525"/>
            </a:xfrm>
            <a:custGeom>
              <a:avLst/>
              <a:gdLst/>
              <a:ahLst/>
              <a:cxnLst/>
              <a:rect l="l" t="t" r="r" b="b"/>
              <a:pathLst>
                <a:path w="2015" h="541" extrusionOk="0">
                  <a:moveTo>
                    <a:pt x="365" y="0"/>
                  </a:moveTo>
                  <a:cubicBezTo>
                    <a:pt x="190" y="0"/>
                    <a:pt x="1" y="0"/>
                    <a:pt x="1" y="175"/>
                  </a:cubicBezTo>
                  <a:cubicBezTo>
                    <a:pt x="1" y="365"/>
                    <a:pt x="190" y="540"/>
                    <a:pt x="365" y="540"/>
                  </a:cubicBezTo>
                  <a:lnTo>
                    <a:pt x="1825" y="540"/>
                  </a:lnTo>
                  <a:cubicBezTo>
                    <a:pt x="2014" y="540"/>
                    <a:pt x="2014" y="365"/>
                    <a:pt x="2014" y="175"/>
                  </a:cubicBezTo>
                  <a:cubicBezTo>
                    <a:pt x="2014" y="0"/>
                    <a:pt x="2014" y="0"/>
                    <a:pt x="1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3" name="Google Shape;1073;p59"/>
            <p:cNvSpPr/>
            <p:nvPr/>
          </p:nvSpPr>
          <p:spPr>
            <a:xfrm>
              <a:off x="8053125" y="2584800"/>
              <a:ext cx="82100" cy="13525"/>
            </a:xfrm>
            <a:custGeom>
              <a:avLst/>
              <a:gdLst/>
              <a:ahLst/>
              <a:cxnLst/>
              <a:rect l="l" t="t" r="r" b="b"/>
              <a:pathLst>
                <a:path w="3284" h="541" extrusionOk="0">
                  <a:moveTo>
                    <a:pt x="3284" y="1"/>
                  </a:moveTo>
                  <a:lnTo>
                    <a:pt x="1" y="540"/>
                  </a:lnTo>
                  <a:cubicBezTo>
                    <a:pt x="1095" y="540"/>
                    <a:pt x="2189" y="365"/>
                    <a:pt x="3284"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4" name="Google Shape;1074;p59"/>
            <p:cNvSpPr/>
            <p:nvPr/>
          </p:nvSpPr>
          <p:spPr>
            <a:xfrm>
              <a:off x="8044000" y="2575675"/>
              <a:ext cx="100350" cy="31775"/>
            </a:xfrm>
            <a:custGeom>
              <a:avLst/>
              <a:gdLst/>
              <a:ahLst/>
              <a:cxnLst/>
              <a:rect l="l" t="t" r="r" b="b"/>
              <a:pathLst>
                <a:path w="4014" h="1271" extrusionOk="0">
                  <a:moveTo>
                    <a:pt x="3474" y="1"/>
                  </a:moveTo>
                  <a:cubicBezTo>
                    <a:pt x="2379" y="366"/>
                    <a:pt x="1285" y="541"/>
                    <a:pt x="366" y="730"/>
                  </a:cubicBezTo>
                  <a:cubicBezTo>
                    <a:pt x="191" y="730"/>
                    <a:pt x="1" y="905"/>
                    <a:pt x="1" y="1095"/>
                  </a:cubicBezTo>
                  <a:cubicBezTo>
                    <a:pt x="1" y="1270"/>
                    <a:pt x="191" y="1270"/>
                    <a:pt x="366" y="1270"/>
                  </a:cubicBezTo>
                  <a:cubicBezTo>
                    <a:pt x="1460" y="1270"/>
                    <a:pt x="2554" y="1095"/>
                    <a:pt x="3649" y="730"/>
                  </a:cubicBezTo>
                  <a:cubicBezTo>
                    <a:pt x="3838" y="541"/>
                    <a:pt x="4014" y="366"/>
                    <a:pt x="3838" y="366"/>
                  </a:cubicBezTo>
                  <a:cubicBezTo>
                    <a:pt x="3838" y="176"/>
                    <a:pt x="3649" y="1"/>
                    <a:pt x="3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5" name="Google Shape;1075;p59"/>
            <p:cNvSpPr/>
            <p:nvPr/>
          </p:nvSpPr>
          <p:spPr>
            <a:xfrm>
              <a:off x="8262875" y="2525350"/>
              <a:ext cx="155075" cy="18250"/>
            </a:xfrm>
            <a:custGeom>
              <a:avLst/>
              <a:gdLst/>
              <a:ahLst/>
              <a:cxnLst/>
              <a:rect l="l" t="t" r="r" b="b"/>
              <a:pathLst>
                <a:path w="6203" h="730" extrusionOk="0">
                  <a:moveTo>
                    <a:pt x="366" y="0"/>
                  </a:moveTo>
                  <a:cubicBezTo>
                    <a:pt x="190" y="0"/>
                    <a:pt x="1" y="190"/>
                    <a:pt x="1" y="365"/>
                  </a:cubicBezTo>
                  <a:cubicBezTo>
                    <a:pt x="1" y="555"/>
                    <a:pt x="190" y="730"/>
                    <a:pt x="366" y="730"/>
                  </a:cubicBezTo>
                  <a:lnTo>
                    <a:pt x="5837" y="730"/>
                  </a:lnTo>
                  <a:cubicBezTo>
                    <a:pt x="6027" y="730"/>
                    <a:pt x="6202" y="555"/>
                    <a:pt x="6202" y="365"/>
                  </a:cubicBezTo>
                  <a:cubicBezTo>
                    <a:pt x="6202" y="190"/>
                    <a:pt x="6027" y="0"/>
                    <a:pt x="58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6" name="Google Shape;1076;p59"/>
            <p:cNvSpPr/>
            <p:nvPr/>
          </p:nvSpPr>
          <p:spPr>
            <a:xfrm>
              <a:off x="8276750" y="2566550"/>
              <a:ext cx="72975" cy="13525"/>
            </a:xfrm>
            <a:custGeom>
              <a:avLst/>
              <a:gdLst/>
              <a:ahLst/>
              <a:cxnLst/>
              <a:rect l="l" t="t" r="r" b="b"/>
              <a:pathLst>
                <a:path w="2919" h="541" extrusionOk="0">
                  <a:moveTo>
                    <a:pt x="175" y="1"/>
                  </a:moveTo>
                  <a:cubicBezTo>
                    <a:pt x="175" y="1"/>
                    <a:pt x="0" y="176"/>
                    <a:pt x="0" y="366"/>
                  </a:cubicBezTo>
                  <a:cubicBezTo>
                    <a:pt x="0" y="541"/>
                    <a:pt x="175" y="541"/>
                    <a:pt x="175" y="541"/>
                  </a:cubicBezTo>
                  <a:lnTo>
                    <a:pt x="2554" y="541"/>
                  </a:lnTo>
                  <a:cubicBezTo>
                    <a:pt x="2729" y="541"/>
                    <a:pt x="2919" y="541"/>
                    <a:pt x="2919" y="366"/>
                  </a:cubicBezTo>
                  <a:cubicBezTo>
                    <a:pt x="2919" y="176"/>
                    <a:pt x="2729" y="1"/>
                    <a:pt x="2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7" name="Google Shape;1077;p59"/>
            <p:cNvSpPr/>
            <p:nvPr/>
          </p:nvSpPr>
          <p:spPr>
            <a:xfrm>
              <a:off x="7761300" y="2251750"/>
              <a:ext cx="141550" cy="59475"/>
            </a:xfrm>
            <a:custGeom>
              <a:avLst/>
              <a:gdLst/>
              <a:ahLst/>
              <a:cxnLst/>
              <a:rect l="l" t="t" r="r" b="b"/>
              <a:pathLst>
                <a:path w="5662" h="2379" extrusionOk="0">
                  <a:moveTo>
                    <a:pt x="5107" y="0"/>
                  </a:moveTo>
                  <a:cubicBezTo>
                    <a:pt x="3283" y="1824"/>
                    <a:pt x="365" y="1824"/>
                    <a:pt x="365" y="1824"/>
                  </a:cubicBezTo>
                  <a:cubicBezTo>
                    <a:pt x="190" y="1824"/>
                    <a:pt x="0" y="2014"/>
                    <a:pt x="0" y="2189"/>
                  </a:cubicBezTo>
                  <a:cubicBezTo>
                    <a:pt x="0" y="2379"/>
                    <a:pt x="190" y="2379"/>
                    <a:pt x="365" y="2379"/>
                  </a:cubicBezTo>
                  <a:cubicBezTo>
                    <a:pt x="365" y="2379"/>
                    <a:pt x="3473" y="2379"/>
                    <a:pt x="5472" y="555"/>
                  </a:cubicBezTo>
                  <a:cubicBezTo>
                    <a:pt x="5662" y="365"/>
                    <a:pt x="5662" y="190"/>
                    <a:pt x="56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8" name="Google Shape;1078;p59"/>
            <p:cNvSpPr/>
            <p:nvPr/>
          </p:nvSpPr>
          <p:spPr>
            <a:xfrm>
              <a:off x="7656600" y="2187900"/>
              <a:ext cx="31775" cy="77725"/>
            </a:xfrm>
            <a:custGeom>
              <a:avLst/>
              <a:gdLst/>
              <a:ahLst/>
              <a:cxnLst/>
              <a:rect l="l" t="t" r="r" b="b"/>
              <a:pathLst>
                <a:path w="1271" h="3109" extrusionOk="0">
                  <a:moveTo>
                    <a:pt x="176" y="1"/>
                  </a:moveTo>
                  <a:cubicBezTo>
                    <a:pt x="176" y="1"/>
                    <a:pt x="1" y="191"/>
                    <a:pt x="1" y="366"/>
                  </a:cubicBezTo>
                  <a:cubicBezTo>
                    <a:pt x="365" y="1285"/>
                    <a:pt x="540" y="2015"/>
                    <a:pt x="540" y="2744"/>
                  </a:cubicBezTo>
                  <a:cubicBezTo>
                    <a:pt x="540" y="2919"/>
                    <a:pt x="730" y="3109"/>
                    <a:pt x="905" y="3109"/>
                  </a:cubicBezTo>
                  <a:cubicBezTo>
                    <a:pt x="1095" y="3109"/>
                    <a:pt x="1270" y="2919"/>
                    <a:pt x="1270" y="2744"/>
                  </a:cubicBezTo>
                  <a:cubicBezTo>
                    <a:pt x="1095" y="1825"/>
                    <a:pt x="905" y="1095"/>
                    <a:pt x="730" y="191"/>
                  </a:cubicBezTo>
                  <a:cubicBezTo>
                    <a:pt x="540" y="1"/>
                    <a:pt x="36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9" name="Google Shape;1079;p59"/>
            <p:cNvSpPr/>
            <p:nvPr/>
          </p:nvSpPr>
          <p:spPr>
            <a:xfrm>
              <a:off x="7538050" y="2311200"/>
              <a:ext cx="122950" cy="132075"/>
            </a:xfrm>
            <a:custGeom>
              <a:avLst/>
              <a:gdLst/>
              <a:ahLst/>
              <a:cxnLst/>
              <a:rect l="l" t="t" r="r" b="b"/>
              <a:pathLst>
                <a:path w="4918" h="5283" extrusionOk="0">
                  <a:moveTo>
                    <a:pt x="3458" y="1"/>
                  </a:moveTo>
                  <a:cubicBezTo>
                    <a:pt x="2729" y="1"/>
                    <a:pt x="1459" y="541"/>
                    <a:pt x="730" y="1095"/>
                  </a:cubicBezTo>
                  <a:cubicBezTo>
                    <a:pt x="0" y="1825"/>
                    <a:pt x="540" y="3459"/>
                    <a:pt x="540" y="3459"/>
                  </a:cubicBezTo>
                  <a:lnTo>
                    <a:pt x="730" y="3649"/>
                  </a:lnTo>
                  <a:cubicBezTo>
                    <a:pt x="905" y="3459"/>
                    <a:pt x="905" y="3459"/>
                    <a:pt x="905" y="3284"/>
                  </a:cubicBezTo>
                  <a:cubicBezTo>
                    <a:pt x="730" y="2919"/>
                    <a:pt x="540" y="1825"/>
                    <a:pt x="905" y="1270"/>
                  </a:cubicBezTo>
                  <a:cubicBezTo>
                    <a:pt x="1397" y="946"/>
                    <a:pt x="2603" y="335"/>
                    <a:pt x="3245" y="335"/>
                  </a:cubicBezTo>
                  <a:cubicBezTo>
                    <a:pt x="3326" y="335"/>
                    <a:pt x="3398" y="344"/>
                    <a:pt x="3458" y="366"/>
                  </a:cubicBezTo>
                  <a:cubicBezTo>
                    <a:pt x="3648" y="366"/>
                    <a:pt x="3648" y="541"/>
                    <a:pt x="3648" y="541"/>
                  </a:cubicBezTo>
                  <a:cubicBezTo>
                    <a:pt x="4013" y="1095"/>
                    <a:pt x="4553" y="4014"/>
                    <a:pt x="4553" y="4553"/>
                  </a:cubicBezTo>
                  <a:lnTo>
                    <a:pt x="4188" y="5108"/>
                  </a:lnTo>
                  <a:cubicBezTo>
                    <a:pt x="4188" y="5283"/>
                    <a:pt x="4378" y="5283"/>
                    <a:pt x="4378" y="5283"/>
                  </a:cubicBezTo>
                  <a:lnTo>
                    <a:pt x="4553" y="5283"/>
                  </a:lnTo>
                  <a:lnTo>
                    <a:pt x="4743" y="4743"/>
                  </a:lnTo>
                  <a:cubicBezTo>
                    <a:pt x="4918" y="4014"/>
                    <a:pt x="4188" y="1095"/>
                    <a:pt x="4013" y="366"/>
                  </a:cubicBezTo>
                  <a:cubicBezTo>
                    <a:pt x="3823" y="176"/>
                    <a:pt x="3823" y="176"/>
                    <a:pt x="34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0" name="Google Shape;1080;p59"/>
            <p:cNvSpPr/>
            <p:nvPr/>
          </p:nvSpPr>
          <p:spPr>
            <a:xfrm>
              <a:off x="8354074" y="2233504"/>
              <a:ext cx="1995332" cy="652275"/>
            </a:xfrm>
            <a:custGeom>
              <a:avLst/>
              <a:gdLst/>
              <a:ahLst/>
              <a:cxnLst/>
              <a:rect l="l" t="t" r="r" b="b"/>
              <a:pathLst>
                <a:path w="53085" h="26091" extrusionOk="0">
                  <a:moveTo>
                    <a:pt x="1" y="1"/>
                  </a:moveTo>
                  <a:lnTo>
                    <a:pt x="1" y="26091"/>
                  </a:lnTo>
                  <a:lnTo>
                    <a:pt x="53085" y="26091"/>
                  </a:lnTo>
                  <a:lnTo>
                    <a:pt x="53085" y="1"/>
                  </a:ln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1" name="Google Shape;1081;p59"/>
            <p:cNvSpPr/>
            <p:nvPr/>
          </p:nvSpPr>
          <p:spPr>
            <a:xfrm>
              <a:off x="8349700" y="2229113"/>
              <a:ext cx="1999442" cy="665775"/>
            </a:xfrm>
            <a:custGeom>
              <a:avLst/>
              <a:gdLst/>
              <a:ahLst/>
              <a:cxnLst/>
              <a:rect l="l" t="t" r="r" b="b"/>
              <a:pathLst>
                <a:path w="53436" h="26631" extrusionOk="0">
                  <a:moveTo>
                    <a:pt x="176" y="1"/>
                  </a:moveTo>
                  <a:cubicBezTo>
                    <a:pt x="1" y="1"/>
                    <a:pt x="1" y="1"/>
                    <a:pt x="1" y="176"/>
                  </a:cubicBezTo>
                  <a:lnTo>
                    <a:pt x="1" y="26266"/>
                  </a:lnTo>
                  <a:cubicBezTo>
                    <a:pt x="1" y="26441"/>
                    <a:pt x="1" y="26630"/>
                    <a:pt x="176" y="26630"/>
                  </a:cubicBezTo>
                  <a:lnTo>
                    <a:pt x="53260" y="26630"/>
                  </a:lnTo>
                  <a:cubicBezTo>
                    <a:pt x="53435" y="26630"/>
                    <a:pt x="53435" y="26441"/>
                    <a:pt x="53435" y="26266"/>
                  </a:cubicBezTo>
                  <a:cubicBezTo>
                    <a:pt x="53435" y="26076"/>
                    <a:pt x="53435" y="25901"/>
                    <a:pt x="53260" y="25901"/>
                  </a:cubicBezTo>
                  <a:lnTo>
                    <a:pt x="540" y="25901"/>
                  </a:lnTo>
                  <a:lnTo>
                    <a:pt x="540" y="541"/>
                  </a:lnTo>
                  <a:lnTo>
                    <a:pt x="53260" y="541"/>
                  </a:lnTo>
                  <a:cubicBezTo>
                    <a:pt x="53435" y="541"/>
                    <a:pt x="53435" y="366"/>
                    <a:pt x="53435" y="176"/>
                  </a:cubicBezTo>
                  <a:cubicBezTo>
                    <a:pt x="53435" y="1"/>
                    <a:pt x="53435" y="1"/>
                    <a:pt x="53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2" name="Google Shape;1082;p59"/>
            <p:cNvSpPr/>
            <p:nvPr/>
          </p:nvSpPr>
          <p:spPr>
            <a:xfrm>
              <a:off x="8422650" y="2785425"/>
              <a:ext cx="59125" cy="59125"/>
            </a:xfrm>
            <a:custGeom>
              <a:avLst/>
              <a:gdLst/>
              <a:ahLst/>
              <a:cxnLst/>
              <a:rect l="l" t="t" r="r" b="b"/>
              <a:pathLst>
                <a:path w="2365" h="2365" extrusionOk="0">
                  <a:moveTo>
                    <a:pt x="1270" y="1"/>
                  </a:moveTo>
                  <a:cubicBezTo>
                    <a:pt x="541" y="1"/>
                    <a:pt x="1" y="366"/>
                    <a:pt x="1" y="1095"/>
                  </a:cubicBezTo>
                  <a:cubicBezTo>
                    <a:pt x="1" y="1825"/>
                    <a:pt x="541" y="2365"/>
                    <a:pt x="1270" y="2365"/>
                  </a:cubicBezTo>
                  <a:cubicBezTo>
                    <a:pt x="1825" y="2365"/>
                    <a:pt x="2365" y="1825"/>
                    <a:pt x="2365" y="1095"/>
                  </a:cubicBezTo>
                  <a:cubicBezTo>
                    <a:pt x="2365" y="366"/>
                    <a:pt x="1825" y="1"/>
                    <a:pt x="1270"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3" name="Google Shape;1083;p59"/>
            <p:cNvSpPr/>
            <p:nvPr/>
          </p:nvSpPr>
          <p:spPr>
            <a:xfrm>
              <a:off x="8413550" y="2776325"/>
              <a:ext cx="77350" cy="72975"/>
            </a:xfrm>
            <a:custGeom>
              <a:avLst/>
              <a:gdLst/>
              <a:ahLst/>
              <a:cxnLst/>
              <a:rect l="l" t="t" r="r" b="b"/>
              <a:pathLst>
                <a:path w="3094" h="2919" extrusionOk="0">
                  <a:moveTo>
                    <a:pt x="1634" y="540"/>
                  </a:moveTo>
                  <a:cubicBezTo>
                    <a:pt x="1999" y="540"/>
                    <a:pt x="2364" y="905"/>
                    <a:pt x="2364" y="1459"/>
                  </a:cubicBezTo>
                  <a:cubicBezTo>
                    <a:pt x="2364" y="1999"/>
                    <a:pt x="1999" y="2364"/>
                    <a:pt x="1634" y="2364"/>
                  </a:cubicBezTo>
                  <a:cubicBezTo>
                    <a:pt x="1094" y="2364"/>
                    <a:pt x="730" y="1999"/>
                    <a:pt x="730" y="1459"/>
                  </a:cubicBezTo>
                  <a:cubicBezTo>
                    <a:pt x="730" y="905"/>
                    <a:pt x="1094" y="540"/>
                    <a:pt x="1634" y="540"/>
                  </a:cubicBezTo>
                  <a:close/>
                  <a:moveTo>
                    <a:pt x="1634" y="0"/>
                  </a:moveTo>
                  <a:cubicBezTo>
                    <a:pt x="730" y="0"/>
                    <a:pt x="0" y="730"/>
                    <a:pt x="0" y="1459"/>
                  </a:cubicBezTo>
                  <a:cubicBezTo>
                    <a:pt x="0" y="2364"/>
                    <a:pt x="730" y="2918"/>
                    <a:pt x="1634" y="2918"/>
                  </a:cubicBezTo>
                  <a:cubicBezTo>
                    <a:pt x="2364" y="2918"/>
                    <a:pt x="3094" y="2364"/>
                    <a:pt x="3094" y="1459"/>
                  </a:cubicBezTo>
                  <a:cubicBezTo>
                    <a:pt x="3094" y="730"/>
                    <a:pt x="2364" y="0"/>
                    <a:pt x="1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084" name="Google Shape;1084;p59"/>
          <p:cNvGrpSpPr/>
          <p:nvPr/>
        </p:nvGrpSpPr>
        <p:grpSpPr>
          <a:xfrm rot="1410844" flipH="1">
            <a:off x="-148588" y="112517"/>
            <a:ext cx="2850043" cy="2205491"/>
            <a:chOff x="6999975" y="885875"/>
            <a:chExt cx="2685625" cy="2022525"/>
          </a:xfrm>
        </p:grpSpPr>
        <p:sp>
          <p:nvSpPr>
            <p:cNvPr id="1085" name="Google Shape;1085;p59"/>
            <p:cNvSpPr/>
            <p:nvPr/>
          </p:nvSpPr>
          <p:spPr>
            <a:xfrm>
              <a:off x="9065425" y="2760500"/>
              <a:ext cx="41250" cy="43200"/>
            </a:xfrm>
            <a:custGeom>
              <a:avLst/>
              <a:gdLst/>
              <a:ahLst/>
              <a:cxnLst/>
              <a:rect l="l" t="t" r="r" b="b"/>
              <a:pathLst>
                <a:path w="1650" h="1728" extrusionOk="0">
                  <a:moveTo>
                    <a:pt x="141" y="1"/>
                  </a:moveTo>
                  <a:cubicBezTo>
                    <a:pt x="85" y="1"/>
                    <a:pt x="0" y="79"/>
                    <a:pt x="0" y="79"/>
                  </a:cubicBezTo>
                  <a:lnTo>
                    <a:pt x="0" y="268"/>
                  </a:lnTo>
                  <a:cubicBezTo>
                    <a:pt x="555" y="633"/>
                    <a:pt x="920" y="998"/>
                    <a:pt x="1284" y="1538"/>
                  </a:cubicBezTo>
                  <a:cubicBezTo>
                    <a:pt x="1284" y="1727"/>
                    <a:pt x="1284" y="1727"/>
                    <a:pt x="1459" y="1727"/>
                  </a:cubicBezTo>
                  <a:cubicBezTo>
                    <a:pt x="1459" y="1538"/>
                    <a:pt x="1649" y="1538"/>
                    <a:pt x="1459" y="1538"/>
                  </a:cubicBezTo>
                  <a:cubicBezTo>
                    <a:pt x="1284" y="808"/>
                    <a:pt x="730" y="443"/>
                    <a:pt x="190" y="79"/>
                  </a:cubicBezTo>
                  <a:cubicBezTo>
                    <a:pt x="190" y="20"/>
                    <a:pt x="169" y="1"/>
                    <a:pt x="1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9"/>
            <p:cNvSpPr/>
            <p:nvPr/>
          </p:nvSpPr>
          <p:spPr>
            <a:xfrm>
              <a:off x="7428600" y="2114950"/>
              <a:ext cx="1281175" cy="663650"/>
            </a:xfrm>
            <a:custGeom>
              <a:avLst/>
              <a:gdLst/>
              <a:ahLst/>
              <a:cxnLst/>
              <a:rect l="l" t="t" r="r" b="b"/>
              <a:pathLst>
                <a:path w="51247" h="26546" extrusionOk="0">
                  <a:moveTo>
                    <a:pt x="18415" y="1"/>
                  </a:moveTo>
                  <a:cubicBezTo>
                    <a:pt x="16416" y="190"/>
                    <a:pt x="1" y="2014"/>
                    <a:pt x="1" y="2014"/>
                  </a:cubicBezTo>
                  <a:lnTo>
                    <a:pt x="5283" y="22982"/>
                  </a:lnTo>
                  <a:cubicBezTo>
                    <a:pt x="5648" y="23902"/>
                    <a:pt x="6377" y="24631"/>
                    <a:pt x="7297" y="24996"/>
                  </a:cubicBezTo>
                  <a:cubicBezTo>
                    <a:pt x="8026" y="25361"/>
                    <a:pt x="8931" y="25171"/>
                    <a:pt x="10025" y="25901"/>
                  </a:cubicBezTo>
                  <a:cubicBezTo>
                    <a:pt x="11040" y="26411"/>
                    <a:pt x="12602" y="26545"/>
                    <a:pt x="14402" y="26545"/>
                  </a:cubicBezTo>
                  <a:cubicBezTo>
                    <a:pt x="16419" y="26545"/>
                    <a:pt x="18735" y="26376"/>
                    <a:pt x="20913" y="26376"/>
                  </a:cubicBezTo>
                  <a:cubicBezTo>
                    <a:pt x="21685" y="26376"/>
                    <a:pt x="22440" y="26398"/>
                    <a:pt x="23158" y="26455"/>
                  </a:cubicBezTo>
                  <a:cubicBezTo>
                    <a:pt x="23385" y="26483"/>
                    <a:pt x="23618" y="26497"/>
                    <a:pt x="23853" y="26497"/>
                  </a:cubicBezTo>
                  <a:cubicBezTo>
                    <a:pt x="28146" y="26497"/>
                    <a:pt x="33561" y="22078"/>
                    <a:pt x="33561" y="22078"/>
                  </a:cubicBezTo>
                  <a:lnTo>
                    <a:pt x="51247" y="22982"/>
                  </a:lnTo>
                  <a:lnTo>
                    <a:pt x="51247" y="5472"/>
                  </a:lnTo>
                  <a:cubicBezTo>
                    <a:pt x="51247" y="5472"/>
                    <a:pt x="46643" y="5655"/>
                    <a:pt x="41538" y="5655"/>
                  </a:cubicBezTo>
                  <a:cubicBezTo>
                    <a:pt x="36432" y="5655"/>
                    <a:pt x="30826" y="5472"/>
                    <a:pt x="28819" y="4743"/>
                  </a:cubicBezTo>
                  <a:cubicBezTo>
                    <a:pt x="24807" y="3109"/>
                    <a:pt x="20429" y="1"/>
                    <a:pt x="184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9"/>
            <p:cNvSpPr/>
            <p:nvPr/>
          </p:nvSpPr>
          <p:spPr>
            <a:xfrm>
              <a:off x="7419500" y="2110025"/>
              <a:ext cx="1299400" cy="676000"/>
            </a:xfrm>
            <a:custGeom>
              <a:avLst/>
              <a:gdLst/>
              <a:ahLst/>
              <a:cxnLst/>
              <a:rect l="l" t="t" r="r" b="b"/>
              <a:pathLst>
                <a:path w="51976" h="27040" extrusionOk="0">
                  <a:moveTo>
                    <a:pt x="18779" y="562"/>
                  </a:moveTo>
                  <a:cubicBezTo>
                    <a:pt x="19874" y="562"/>
                    <a:pt x="21887" y="1657"/>
                    <a:pt x="24076" y="2751"/>
                  </a:cubicBezTo>
                  <a:cubicBezTo>
                    <a:pt x="25710" y="3670"/>
                    <a:pt x="27359" y="4575"/>
                    <a:pt x="28994" y="5130"/>
                  </a:cubicBezTo>
                  <a:cubicBezTo>
                    <a:pt x="31174" y="5959"/>
                    <a:pt x="37236" y="6138"/>
                    <a:pt x="42533" y="6138"/>
                  </a:cubicBezTo>
                  <a:cubicBezTo>
                    <a:pt x="46559" y="6138"/>
                    <a:pt x="50143" y="6034"/>
                    <a:pt x="51246" y="6034"/>
                  </a:cubicBezTo>
                  <a:lnTo>
                    <a:pt x="51246" y="22815"/>
                  </a:lnTo>
                  <a:lnTo>
                    <a:pt x="33925" y="21910"/>
                  </a:lnTo>
                  <a:lnTo>
                    <a:pt x="33736" y="21910"/>
                  </a:lnTo>
                  <a:cubicBezTo>
                    <a:pt x="33736" y="22076"/>
                    <a:pt x="28354" y="26330"/>
                    <a:pt x="24214" y="26330"/>
                  </a:cubicBezTo>
                  <a:cubicBezTo>
                    <a:pt x="23979" y="26330"/>
                    <a:pt x="23748" y="26316"/>
                    <a:pt x="23522" y="26287"/>
                  </a:cubicBezTo>
                  <a:cubicBezTo>
                    <a:pt x="22914" y="26224"/>
                    <a:pt x="22286" y="26203"/>
                    <a:pt x="21645" y="26203"/>
                  </a:cubicBezTo>
                  <a:cubicBezTo>
                    <a:pt x="20363" y="26203"/>
                    <a:pt x="19027" y="26287"/>
                    <a:pt x="17685" y="26287"/>
                  </a:cubicBezTo>
                  <a:cubicBezTo>
                    <a:pt x="16494" y="26359"/>
                    <a:pt x="15335" y="26433"/>
                    <a:pt x="14281" y="26433"/>
                  </a:cubicBezTo>
                  <a:cubicBezTo>
                    <a:pt x="12752" y="26433"/>
                    <a:pt x="11443" y="26277"/>
                    <a:pt x="10579" y="25733"/>
                  </a:cubicBezTo>
                  <a:cubicBezTo>
                    <a:pt x="9849" y="25368"/>
                    <a:pt x="9120" y="25193"/>
                    <a:pt x="8565" y="25193"/>
                  </a:cubicBezTo>
                  <a:cubicBezTo>
                    <a:pt x="8390" y="25003"/>
                    <a:pt x="8025" y="25003"/>
                    <a:pt x="7836" y="25003"/>
                  </a:cubicBezTo>
                  <a:cubicBezTo>
                    <a:pt x="6931" y="24638"/>
                    <a:pt x="6377" y="23909"/>
                    <a:pt x="6012" y="23004"/>
                  </a:cubicBezTo>
                  <a:lnTo>
                    <a:pt x="730" y="2576"/>
                  </a:lnTo>
                  <a:cubicBezTo>
                    <a:pt x="3093" y="2211"/>
                    <a:pt x="16955" y="752"/>
                    <a:pt x="18779" y="562"/>
                  </a:cubicBezTo>
                  <a:close/>
                  <a:moveTo>
                    <a:pt x="19086" y="1"/>
                  </a:moveTo>
                  <a:cubicBezTo>
                    <a:pt x="18980" y="1"/>
                    <a:pt x="18877" y="8"/>
                    <a:pt x="18779" y="22"/>
                  </a:cubicBezTo>
                  <a:cubicBezTo>
                    <a:pt x="16780" y="198"/>
                    <a:pt x="365" y="2021"/>
                    <a:pt x="175" y="2021"/>
                  </a:cubicBezTo>
                  <a:lnTo>
                    <a:pt x="0" y="2021"/>
                  </a:lnTo>
                  <a:lnTo>
                    <a:pt x="0" y="2386"/>
                  </a:lnTo>
                  <a:lnTo>
                    <a:pt x="5282" y="23179"/>
                  </a:lnTo>
                  <a:cubicBezTo>
                    <a:pt x="5282" y="23369"/>
                    <a:pt x="5472" y="23369"/>
                    <a:pt x="5472" y="23369"/>
                  </a:cubicBezTo>
                  <a:cubicBezTo>
                    <a:pt x="5837" y="24274"/>
                    <a:pt x="6566" y="25193"/>
                    <a:pt x="7661" y="25558"/>
                  </a:cubicBezTo>
                  <a:cubicBezTo>
                    <a:pt x="7836" y="25558"/>
                    <a:pt x="8200" y="25733"/>
                    <a:pt x="8565" y="25733"/>
                  </a:cubicBezTo>
                  <a:cubicBezTo>
                    <a:pt x="9120" y="25923"/>
                    <a:pt x="9660" y="25923"/>
                    <a:pt x="10214" y="26287"/>
                  </a:cubicBezTo>
                  <a:cubicBezTo>
                    <a:pt x="11308" y="26827"/>
                    <a:pt x="12943" y="27017"/>
                    <a:pt x="14767" y="27017"/>
                  </a:cubicBezTo>
                  <a:lnTo>
                    <a:pt x="17685" y="27017"/>
                  </a:lnTo>
                  <a:cubicBezTo>
                    <a:pt x="18692" y="26922"/>
                    <a:pt x="19695" y="26875"/>
                    <a:pt x="20674" y="26875"/>
                  </a:cubicBezTo>
                  <a:cubicBezTo>
                    <a:pt x="21654" y="26875"/>
                    <a:pt x="22610" y="26922"/>
                    <a:pt x="23522" y="27017"/>
                  </a:cubicBezTo>
                  <a:cubicBezTo>
                    <a:pt x="23696" y="27032"/>
                    <a:pt x="23872" y="27039"/>
                    <a:pt x="24050" y="27039"/>
                  </a:cubicBezTo>
                  <a:cubicBezTo>
                    <a:pt x="28170" y="27039"/>
                    <a:pt x="33233" y="23149"/>
                    <a:pt x="34101" y="22450"/>
                  </a:cubicBezTo>
                  <a:lnTo>
                    <a:pt x="51611" y="23544"/>
                  </a:lnTo>
                  <a:cubicBezTo>
                    <a:pt x="51611" y="23544"/>
                    <a:pt x="51800" y="23544"/>
                    <a:pt x="51800" y="23369"/>
                  </a:cubicBezTo>
                  <a:cubicBezTo>
                    <a:pt x="51975" y="23369"/>
                    <a:pt x="51975" y="23369"/>
                    <a:pt x="51975" y="23179"/>
                  </a:cubicBezTo>
                  <a:lnTo>
                    <a:pt x="51975" y="5669"/>
                  </a:lnTo>
                  <a:cubicBezTo>
                    <a:pt x="51975" y="5494"/>
                    <a:pt x="51975" y="5494"/>
                    <a:pt x="51800" y="5494"/>
                  </a:cubicBezTo>
                  <a:cubicBezTo>
                    <a:pt x="51800" y="5305"/>
                    <a:pt x="51611" y="5305"/>
                    <a:pt x="51611" y="5305"/>
                  </a:cubicBezTo>
                  <a:cubicBezTo>
                    <a:pt x="51523" y="5305"/>
                    <a:pt x="46919" y="5487"/>
                    <a:pt x="41858" y="5487"/>
                  </a:cubicBezTo>
                  <a:cubicBezTo>
                    <a:pt x="36796" y="5487"/>
                    <a:pt x="31277" y="5305"/>
                    <a:pt x="29358" y="4575"/>
                  </a:cubicBezTo>
                  <a:cubicBezTo>
                    <a:pt x="27724" y="4035"/>
                    <a:pt x="26075" y="3116"/>
                    <a:pt x="24441" y="2211"/>
                  </a:cubicBezTo>
                  <a:cubicBezTo>
                    <a:pt x="22244" y="1025"/>
                    <a:pt x="20371" y="1"/>
                    <a:pt x="19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9"/>
            <p:cNvSpPr/>
            <p:nvPr/>
          </p:nvSpPr>
          <p:spPr>
            <a:xfrm>
              <a:off x="7009100" y="917550"/>
              <a:ext cx="980225" cy="931300"/>
            </a:xfrm>
            <a:custGeom>
              <a:avLst/>
              <a:gdLst/>
              <a:ahLst/>
              <a:cxnLst/>
              <a:rect l="l" t="t" r="r" b="b"/>
              <a:pathLst>
                <a:path w="39209" h="37252" extrusionOk="0">
                  <a:moveTo>
                    <a:pt x="19509" y="3667"/>
                  </a:moveTo>
                  <a:cubicBezTo>
                    <a:pt x="27025" y="3667"/>
                    <a:pt x="33433" y="9402"/>
                    <a:pt x="34291" y="16889"/>
                  </a:cubicBezTo>
                  <a:cubicBezTo>
                    <a:pt x="35195" y="25104"/>
                    <a:pt x="29359" y="32575"/>
                    <a:pt x="21158" y="33495"/>
                  </a:cubicBezTo>
                  <a:cubicBezTo>
                    <a:pt x="20608" y="33555"/>
                    <a:pt x="20062" y="33585"/>
                    <a:pt x="19521" y="33585"/>
                  </a:cubicBezTo>
                  <a:cubicBezTo>
                    <a:pt x="11994" y="33585"/>
                    <a:pt x="5587" y="27850"/>
                    <a:pt x="4743" y="20362"/>
                  </a:cubicBezTo>
                  <a:cubicBezTo>
                    <a:pt x="3823" y="12147"/>
                    <a:pt x="9660" y="4676"/>
                    <a:pt x="17875" y="3757"/>
                  </a:cubicBezTo>
                  <a:cubicBezTo>
                    <a:pt x="18425" y="3696"/>
                    <a:pt x="18970" y="3667"/>
                    <a:pt x="19509" y="3667"/>
                  </a:cubicBezTo>
                  <a:close/>
                  <a:moveTo>
                    <a:pt x="19537" y="0"/>
                  </a:moveTo>
                  <a:cubicBezTo>
                    <a:pt x="18867" y="0"/>
                    <a:pt x="18191" y="36"/>
                    <a:pt x="17510" y="109"/>
                  </a:cubicBezTo>
                  <a:cubicBezTo>
                    <a:pt x="7296" y="1393"/>
                    <a:pt x="0" y="10513"/>
                    <a:pt x="1095" y="20727"/>
                  </a:cubicBezTo>
                  <a:cubicBezTo>
                    <a:pt x="2116" y="30260"/>
                    <a:pt x="10281" y="37251"/>
                    <a:pt x="19527" y="37251"/>
                  </a:cubicBezTo>
                  <a:cubicBezTo>
                    <a:pt x="20188" y="37251"/>
                    <a:pt x="20854" y="37215"/>
                    <a:pt x="21523" y="37143"/>
                  </a:cubicBezTo>
                  <a:cubicBezTo>
                    <a:pt x="31737" y="35858"/>
                    <a:pt x="39208" y="26739"/>
                    <a:pt x="37939" y="16525"/>
                  </a:cubicBezTo>
                  <a:cubicBezTo>
                    <a:pt x="36917" y="6991"/>
                    <a:pt x="28905" y="0"/>
                    <a:pt x="195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9"/>
            <p:cNvSpPr/>
            <p:nvPr/>
          </p:nvSpPr>
          <p:spPr>
            <a:xfrm>
              <a:off x="6999975" y="912775"/>
              <a:ext cx="994075" cy="942475"/>
            </a:xfrm>
            <a:custGeom>
              <a:avLst/>
              <a:gdLst/>
              <a:ahLst/>
              <a:cxnLst/>
              <a:rect l="l" t="t" r="r" b="b"/>
              <a:pathLst>
                <a:path w="39763" h="37699" extrusionOk="0">
                  <a:moveTo>
                    <a:pt x="19874" y="4313"/>
                  </a:moveTo>
                  <a:cubicBezTo>
                    <a:pt x="27170" y="4313"/>
                    <a:pt x="33561" y="9785"/>
                    <a:pt x="34466" y="17270"/>
                  </a:cubicBezTo>
                  <a:cubicBezTo>
                    <a:pt x="34831" y="21093"/>
                    <a:pt x="33736" y="24931"/>
                    <a:pt x="31373" y="27849"/>
                  </a:cubicBezTo>
                  <a:cubicBezTo>
                    <a:pt x="28819" y="30942"/>
                    <a:pt x="25346" y="32956"/>
                    <a:pt x="21523" y="33321"/>
                  </a:cubicBezTo>
                  <a:cubicBezTo>
                    <a:pt x="20972" y="33383"/>
                    <a:pt x="20425" y="33413"/>
                    <a:pt x="19884" y="33413"/>
                  </a:cubicBezTo>
                  <a:cubicBezTo>
                    <a:pt x="12549" y="33413"/>
                    <a:pt x="6315" y="27838"/>
                    <a:pt x="5473" y="20363"/>
                  </a:cubicBezTo>
                  <a:cubicBezTo>
                    <a:pt x="4553" y="12528"/>
                    <a:pt x="10390" y="5232"/>
                    <a:pt x="18240" y="4313"/>
                  </a:cubicBezTo>
                  <a:close/>
                  <a:moveTo>
                    <a:pt x="19931" y="3680"/>
                  </a:moveTo>
                  <a:cubicBezTo>
                    <a:pt x="19373" y="3680"/>
                    <a:pt x="18809" y="3711"/>
                    <a:pt x="18240" y="3773"/>
                  </a:cubicBezTo>
                  <a:cubicBezTo>
                    <a:pt x="9850" y="4678"/>
                    <a:pt x="3824" y="12163"/>
                    <a:pt x="4743" y="20553"/>
                  </a:cubicBezTo>
                  <a:cubicBezTo>
                    <a:pt x="5648" y="28214"/>
                    <a:pt x="12214" y="34050"/>
                    <a:pt x="19874" y="34050"/>
                  </a:cubicBezTo>
                  <a:cubicBezTo>
                    <a:pt x="20429" y="34050"/>
                    <a:pt x="20969" y="34050"/>
                    <a:pt x="21523" y="33861"/>
                  </a:cubicBezTo>
                  <a:cubicBezTo>
                    <a:pt x="25711" y="33496"/>
                    <a:pt x="29184" y="31497"/>
                    <a:pt x="31737" y="28389"/>
                  </a:cubicBezTo>
                  <a:cubicBezTo>
                    <a:pt x="34291" y="25106"/>
                    <a:pt x="35560" y="21093"/>
                    <a:pt x="35021" y="17080"/>
                  </a:cubicBezTo>
                  <a:cubicBezTo>
                    <a:pt x="34164" y="9436"/>
                    <a:pt x="27613" y="3680"/>
                    <a:pt x="19931" y="3680"/>
                  </a:cubicBezTo>
                  <a:close/>
                  <a:moveTo>
                    <a:pt x="19893" y="554"/>
                  </a:moveTo>
                  <a:cubicBezTo>
                    <a:pt x="24081" y="554"/>
                    <a:pt x="28063" y="1986"/>
                    <a:pt x="31373" y="4502"/>
                  </a:cubicBezTo>
                  <a:cubicBezTo>
                    <a:pt x="35196" y="7596"/>
                    <a:pt x="37574" y="11973"/>
                    <a:pt x="38114" y="16716"/>
                  </a:cubicBezTo>
                  <a:cubicBezTo>
                    <a:pt x="39208" y="26755"/>
                    <a:pt x="31912" y="35874"/>
                    <a:pt x="21888" y="36969"/>
                  </a:cubicBezTo>
                  <a:cubicBezTo>
                    <a:pt x="21334" y="36969"/>
                    <a:pt x="20604" y="37144"/>
                    <a:pt x="19874" y="37144"/>
                  </a:cubicBezTo>
                  <a:cubicBezTo>
                    <a:pt x="10755" y="37144"/>
                    <a:pt x="2729" y="30213"/>
                    <a:pt x="1825" y="20918"/>
                  </a:cubicBezTo>
                  <a:cubicBezTo>
                    <a:pt x="730" y="10879"/>
                    <a:pt x="7836" y="1759"/>
                    <a:pt x="17875" y="665"/>
                  </a:cubicBezTo>
                  <a:cubicBezTo>
                    <a:pt x="18552" y="591"/>
                    <a:pt x="19225" y="554"/>
                    <a:pt x="19893" y="554"/>
                  </a:cubicBezTo>
                  <a:close/>
                  <a:moveTo>
                    <a:pt x="20083" y="0"/>
                  </a:moveTo>
                  <a:cubicBezTo>
                    <a:pt x="19349" y="0"/>
                    <a:pt x="18612" y="42"/>
                    <a:pt x="17875" y="125"/>
                  </a:cubicBezTo>
                  <a:cubicBezTo>
                    <a:pt x="7472" y="1219"/>
                    <a:pt x="1" y="10514"/>
                    <a:pt x="1095" y="20918"/>
                  </a:cubicBezTo>
                  <a:cubicBezTo>
                    <a:pt x="2189" y="30578"/>
                    <a:pt x="10390" y="37698"/>
                    <a:pt x="19874" y="37698"/>
                  </a:cubicBezTo>
                  <a:cubicBezTo>
                    <a:pt x="20604" y="37698"/>
                    <a:pt x="21334" y="37698"/>
                    <a:pt x="22063" y="37509"/>
                  </a:cubicBezTo>
                  <a:cubicBezTo>
                    <a:pt x="32277" y="36414"/>
                    <a:pt x="39763" y="27119"/>
                    <a:pt x="38668" y="16716"/>
                  </a:cubicBezTo>
                  <a:cubicBezTo>
                    <a:pt x="38114" y="11798"/>
                    <a:pt x="35750" y="7231"/>
                    <a:pt x="31737" y="4138"/>
                  </a:cubicBezTo>
                  <a:cubicBezTo>
                    <a:pt x="28326" y="1346"/>
                    <a:pt x="24250" y="0"/>
                    <a:pt x="200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9"/>
            <p:cNvSpPr/>
            <p:nvPr/>
          </p:nvSpPr>
          <p:spPr>
            <a:xfrm>
              <a:off x="7004350" y="894050"/>
              <a:ext cx="980575" cy="927425"/>
            </a:xfrm>
            <a:custGeom>
              <a:avLst/>
              <a:gdLst/>
              <a:ahLst/>
              <a:cxnLst/>
              <a:rect l="l" t="t" r="r" b="b"/>
              <a:pathLst>
                <a:path w="39223" h="37097" extrusionOk="0">
                  <a:moveTo>
                    <a:pt x="19731" y="3697"/>
                  </a:moveTo>
                  <a:cubicBezTo>
                    <a:pt x="27099" y="3697"/>
                    <a:pt x="33625" y="9281"/>
                    <a:pt x="34481" y="16925"/>
                  </a:cubicBezTo>
                  <a:cubicBezTo>
                    <a:pt x="35385" y="24950"/>
                    <a:pt x="29549" y="32421"/>
                    <a:pt x="21348" y="33340"/>
                  </a:cubicBezTo>
                  <a:cubicBezTo>
                    <a:pt x="20784" y="33402"/>
                    <a:pt x="20225" y="33433"/>
                    <a:pt x="19672" y="33433"/>
                  </a:cubicBezTo>
                  <a:cubicBezTo>
                    <a:pt x="12162" y="33433"/>
                    <a:pt x="5775" y="27846"/>
                    <a:pt x="4933" y="20208"/>
                  </a:cubicBezTo>
                  <a:cubicBezTo>
                    <a:pt x="4013" y="11993"/>
                    <a:pt x="9850" y="4697"/>
                    <a:pt x="18065" y="3792"/>
                  </a:cubicBezTo>
                  <a:cubicBezTo>
                    <a:pt x="18624" y="3728"/>
                    <a:pt x="19180" y="3697"/>
                    <a:pt x="19731" y="3697"/>
                  </a:cubicBezTo>
                  <a:close/>
                  <a:moveTo>
                    <a:pt x="19947" y="1"/>
                  </a:moveTo>
                  <a:cubicBezTo>
                    <a:pt x="19204" y="1"/>
                    <a:pt x="18454" y="48"/>
                    <a:pt x="17700" y="144"/>
                  </a:cubicBezTo>
                  <a:cubicBezTo>
                    <a:pt x="7486" y="1239"/>
                    <a:pt x="1" y="10358"/>
                    <a:pt x="1285" y="20573"/>
                  </a:cubicBezTo>
                  <a:cubicBezTo>
                    <a:pt x="2306" y="30106"/>
                    <a:pt x="10319" y="37097"/>
                    <a:pt x="19687" y="37097"/>
                  </a:cubicBezTo>
                  <a:cubicBezTo>
                    <a:pt x="20356" y="37097"/>
                    <a:pt x="21032" y="37061"/>
                    <a:pt x="21713" y="36988"/>
                  </a:cubicBezTo>
                  <a:cubicBezTo>
                    <a:pt x="31927" y="35894"/>
                    <a:pt x="39223" y="26584"/>
                    <a:pt x="38129" y="16370"/>
                  </a:cubicBezTo>
                  <a:cubicBezTo>
                    <a:pt x="37117" y="7100"/>
                    <a:pt x="29079" y="1"/>
                    <a:pt x="199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9"/>
            <p:cNvSpPr/>
            <p:nvPr/>
          </p:nvSpPr>
          <p:spPr>
            <a:xfrm>
              <a:off x="6999975" y="885875"/>
              <a:ext cx="980225" cy="942000"/>
            </a:xfrm>
            <a:custGeom>
              <a:avLst/>
              <a:gdLst/>
              <a:ahLst/>
              <a:cxnLst/>
              <a:rect l="l" t="t" r="r" b="b"/>
              <a:pathLst>
                <a:path w="39209" h="37680" extrusionOk="0">
                  <a:moveTo>
                    <a:pt x="19874" y="4294"/>
                  </a:moveTo>
                  <a:cubicBezTo>
                    <a:pt x="23158" y="4294"/>
                    <a:pt x="26266" y="5389"/>
                    <a:pt x="28994" y="7402"/>
                  </a:cubicBezTo>
                  <a:cubicBezTo>
                    <a:pt x="31912" y="9956"/>
                    <a:pt x="33926" y="13414"/>
                    <a:pt x="34291" y="17252"/>
                  </a:cubicBezTo>
                  <a:cubicBezTo>
                    <a:pt x="34656" y="21075"/>
                    <a:pt x="33561" y="24912"/>
                    <a:pt x="31183" y="28006"/>
                  </a:cubicBezTo>
                  <a:cubicBezTo>
                    <a:pt x="28819" y="30924"/>
                    <a:pt x="25346" y="32938"/>
                    <a:pt x="21523" y="33302"/>
                  </a:cubicBezTo>
                  <a:cubicBezTo>
                    <a:pt x="21018" y="33348"/>
                    <a:pt x="20515" y="33371"/>
                    <a:pt x="20017" y="33371"/>
                  </a:cubicBezTo>
                  <a:cubicBezTo>
                    <a:pt x="16558" y="33371"/>
                    <a:pt x="13305" y="32273"/>
                    <a:pt x="10755" y="30194"/>
                  </a:cubicBezTo>
                  <a:cubicBezTo>
                    <a:pt x="7661" y="27831"/>
                    <a:pt x="5837" y="24358"/>
                    <a:pt x="5283" y="20535"/>
                  </a:cubicBezTo>
                  <a:cubicBezTo>
                    <a:pt x="4378" y="12509"/>
                    <a:pt x="10215" y="5214"/>
                    <a:pt x="18240" y="4294"/>
                  </a:cubicBezTo>
                  <a:close/>
                  <a:moveTo>
                    <a:pt x="19970" y="3627"/>
                  </a:moveTo>
                  <a:cubicBezTo>
                    <a:pt x="19340" y="3627"/>
                    <a:pt x="18700" y="3669"/>
                    <a:pt x="18050" y="3754"/>
                  </a:cubicBezTo>
                  <a:cubicBezTo>
                    <a:pt x="9850" y="4659"/>
                    <a:pt x="3824" y="12145"/>
                    <a:pt x="4743" y="20535"/>
                  </a:cubicBezTo>
                  <a:cubicBezTo>
                    <a:pt x="5108" y="24548"/>
                    <a:pt x="7107" y="28195"/>
                    <a:pt x="10390" y="30749"/>
                  </a:cubicBezTo>
                  <a:cubicBezTo>
                    <a:pt x="13133" y="32938"/>
                    <a:pt x="16416" y="34032"/>
                    <a:pt x="19874" y="34032"/>
                  </a:cubicBezTo>
                  <a:lnTo>
                    <a:pt x="21523" y="34032"/>
                  </a:lnTo>
                  <a:cubicBezTo>
                    <a:pt x="25536" y="33478"/>
                    <a:pt x="29184" y="31479"/>
                    <a:pt x="31737" y="28371"/>
                  </a:cubicBezTo>
                  <a:cubicBezTo>
                    <a:pt x="34291" y="25087"/>
                    <a:pt x="35385" y="21264"/>
                    <a:pt x="35021" y="17252"/>
                  </a:cubicBezTo>
                  <a:cubicBezTo>
                    <a:pt x="34466" y="13049"/>
                    <a:pt x="32467" y="9591"/>
                    <a:pt x="29359" y="7038"/>
                  </a:cubicBezTo>
                  <a:cubicBezTo>
                    <a:pt x="26583" y="4879"/>
                    <a:pt x="23421" y="3627"/>
                    <a:pt x="19970" y="3627"/>
                  </a:cubicBezTo>
                  <a:close/>
                  <a:moveTo>
                    <a:pt x="19865" y="538"/>
                  </a:moveTo>
                  <a:cubicBezTo>
                    <a:pt x="29058" y="538"/>
                    <a:pt x="36917" y="7518"/>
                    <a:pt x="37939" y="16887"/>
                  </a:cubicBezTo>
                  <a:cubicBezTo>
                    <a:pt x="38479" y="21629"/>
                    <a:pt x="37209" y="26371"/>
                    <a:pt x="34101" y="30194"/>
                  </a:cubicBezTo>
                  <a:cubicBezTo>
                    <a:pt x="31008" y="34032"/>
                    <a:pt x="26630" y="36396"/>
                    <a:pt x="21888" y="36950"/>
                  </a:cubicBezTo>
                  <a:cubicBezTo>
                    <a:pt x="21204" y="37025"/>
                    <a:pt x="20525" y="37061"/>
                    <a:pt x="19852" y="37061"/>
                  </a:cubicBezTo>
                  <a:cubicBezTo>
                    <a:pt x="10644" y="37061"/>
                    <a:pt x="2655" y="30241"/>
                    <a:pt x="1635" y="20900"/>
                  </a:cubicBezTo>
                  <a:cubicBezTo>
                    <a:pt x="541" y="10861"/>
                    <a:pt x="7836" y="1741"/>
                    <a:pt x="17875" y="646"/>
                  </a:cubicBezTo>
                  <a:cubicBezTo>
                    <a:pt x="18544" y="573"/>
                    <a:pt x="19208" y="538"/>
                    <a:pt x="19865" y="538"/>
                  </a:cubicBezTo>
                  <a:close/>
                  <a:moveTo>
                    <a:pt x="19709" y="0"/>
                  </a:moveTo>
                  <a:cubicBezTo>
                    <a:pt x="19040" y="0"/>
                    <a:pt x="18365" y="35"/>
                    <a:pt x="17686" y="107"/>
                  </a:cubicBezTo>
                  <a:cubicBezTo>
                    <a:pt x="7472" y="1201"/>
                    <a:pt x="1" y="10496"/>
                    <a:pt x="1095" y="20900"/>
                  </a:cubicBezTo>
                  <a:cubicBezTo>
                    <a:pt x="1635" y="26007"/>
                    <a:pt x="4013" y="30384"/>
                    <a:pt x="8026" y="33478"/>
                  </a:cubicBezTo>
                  <a:cubicBezTo>
                    <a:pt x="11484" y="36221"/>
                    <a:pt x="15497" y="37680"/>
                    <a:pt x="19874" y="37680"/>
                  </a:cubicBezTo>
                  <a:lnTo>
                    <a:pt x="21888" y="37680"/>
                  </a:lnTo>
                  <a:cubicBezTo>
                    <a:pt x="26995" y="36950"/>
                    <a:pt x="31373" y="34572"/>
                    <a:pt x="34466" y="30559"/>
                  </a:cubicBezTo>
                  <a:cubicBezTo>
                    <a:pt x="37749" y="26736"/>
                    <a:pt x="39208" y="21804"/>
                    <a:pt x="38668" y="16697"/>
                  </a:cubicBezTo>
                  <a:cubicBezTo>
                    <a:pt x="37468" y="7150"/>
                    <a:pt x="29270" y="0"/>
                    <a:pt x="19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9"/>
            <p:cNvSpPr/>
            <p:nvPr/>
          </p:nvSpPr>
          <p:spPr>
            <a:xfrm>
              <a:off x="7496825" y="1827100"/>
              <a:ext cx="155050" cy="411825"/>
            </a:xfrm>
            <a:custGeom>
              <a:avLst/>
              <a:gdLst/>
              <a:ahLst/>
              <a:cxnLst/>
              <a:rect l="l" t="t" r="r" b="b"/>
              <a:pathLst>
                <a:path w="6202" h="16473" extrusionOk="0">
                  <a:moveTo>
                    <a:pt x="2901" y="1"/>
                  </a:moveTo>
                  <a:cubicBezTo>
                    <a:pt x="2788" y="1"/>
                    <a:pt x="2672" y="11"/>
                    <a:pt x="2554" y="31"/>
                  </a:cubicBezTo>
                  <a:lnTo>
                    <a:pt x="1649" y="31"/>
                  </a:lnTo>
                  <a:cubicBezTo>
                    <a:pt x="730" y="206"/>
                    <a:pt x="0" y="1125"/>
                    <a:pt x="190" y="2030"/>
                  </a:cubicBezTo>
                  <a:lnTo>
                    <a:pt x="1649" y="14987"/>
                  </a:lnTo>
                  <a:cubicBezTo>
                    <a:pt x="1649" y="15801"/>
                    <a:pt x="2381" y="16473"/>
                    <a:pt x="3196" y="16473"/>
                  </a:cubicBezTo>
                  <a:cubicBezTo>
                    <a:pt x="3288" y="16473"/>
                    <a:pt x="3380" y="16464"/>
                    <a:pt x="3473" y="16447"/>
                  </a:cubicBezTo>
                  <a:lnTo>
                    <a:pt x="4378" y="16447"/>
                  </a:lnTo>
                  <a:cubicBezTo>
                    <a:pt x="5472" y="16257"/>
                    <a:pt x="6202" y="15352"/>
                    <a:pt x="6027" y="14433"/>
                  </a:cubicBezTo>
                  <a:lnTo>
                    <a:pt x="4568" y="1490"/>
                  </a:lnTo>
                  <a:cubicBezTo>
                    <a:pt x="4568" y="670"/>
                    <a:pt x="3836" y="1"/>
                    <a:pt x="2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9"/>
            <p:cNvSpPr/>
            <p:nvPr/>
          </p:nvSpPr>
          <p:spPr>
            <a:xfrm>
              <a:off x="7492450" y="1818125"/>
              <a:ext cx="164175" cy="429275"/>
            </a:xfrm>
            <a:custGeom>
              <a:avLst/>
              <a:gdLst/>
              <a:ahLst/>
              <a:cxnLst/>
              <a:rect l="l" t="t" r="r" b="b"/>
              <a:pathLst>
                <a:path w="6567" h="17171" extrusionOk="0">
                  <a:moveTo>
                    <a:pt x="2919" y="565"/>
                  </a:moveTo>
                  <a:cubicBezTo>
                    <a:pt x="3648" y="565"/>
                    <a:pt x="4378" y="1120"/>
                    <a:pt x="4378" y="2024"/>
                  </a:cubicBezTo>
                  <a:lnTo>
                    <a:pt x="5837" y="14792"/>
                  </a:lnTo>
                  <a:cubicBezTo>
                    <a:pt x="6012" y="15711"/>
                    <a:pt x="5472" y="16441"/>
                    <a:pt x="4553" y="16441"/>
                  </a:cubicBezTo>
                  <a:lnTo>
                    <a:pt x="3648" y="16616"/>
                  </a:lnTo>
                  <a:cubicBezTo>
                    <a:pt x="3283" y="16616"/>
                    <a:pt x="2919" y="16441"/>
                    <a:pt x="2554" y="16251"/>
                  </a:cubicBezTo>
                  <a:cubicBezTo>
                    <a:pt x="2364" y="16076"/>
                    <a:pt x="1999" y="15711"/>
                    <a:pt x="1999" y="15157"/>
                  </a:cubicBezTo>
                  <a:lnTo>
                    <a:pt x="540" y="2389"/>
                  </a:lnTo>
                  <a:cubicBezTo>
                    <a:pt x="540" y="2024"/>
                    <a:pt x="730" y="1659"/>
                    <a:pt x="905" y="1295"/>
                  </a:cubicBezTo>
                  <a:cubicBezTo>
                    <a:pt x="1270" y="930"/>
                    <a:pt x="1459" y="755"/>
                    <a:pt x="1999" y="755"/>
                  </a:cubicBezTo>
                  <a:lnTo>
                    <a:pt x="2729" y="565"/>
                  </a:lnTo>
                  <a:close/>
                  <a:moveTo>
                    <a:pt x="3020" y="0"/>
                  </a:moveTo>
                  <a:cubicBezTo>
                    <a:pt x="2923" y="0"/>
                    <a:pt x="2826" y="8"/>
                    <a:pt x="2729" y="25"/>
                  </a:cubicBezTo>
                  <a:lnTo>
                    <a:pt x="1824" y="200"/>
                  </a:lnTo>
                  <a:cubicBezTo>
                    <a:pt x="1270" y="200"/>
                    <a:pt x="730" y="390"/>
                    <a:pt x="365" y="930"/>
                  </a:cubicBezTo>
                  <a:cubicBezTo>
                    <a:pt x="175" y="1295"/>
                    <a:pt x="0" y="1849"/>
                    <a:pt x="0" y="2389"/>
                  </a:cubicBezTo>
                  <a:lnTo>
                    <a:pt x="1459" y="15346"/>
                  </a:lnTo>
                  <a:cubicBezTo>
                    <a:pt x="1459" y="15886"/>
                    <a:pt x="1824" y="16441"/>
                    <a:pt x="2189" y="16806"/>
                  </a:cubicBezTo>
                  <a:cubicBezTo>
                    <a:pt x="2554" y="16981"/>
                    <a:pt x="3094" y="17170"/>
                    <a:pt x="3459" y="17170"/>
                  </a:cubicBezTo>
                  <a:lnTo>
                    <a:pt x="4553" y="17170"/>
                  </a:lnTo>
                  <a:cubicBezTo>
                    <a:pt x="5837" y="16981"/>
                    <a:pt x="6567" y="15886"/>
                    <a:pt x="6567" y="14792"/>
                  </a:cubicBezTo>
                  <a:lnTo>
                    <a:pt x="5107" y="1849"/>
                  </a:lnTo>
                  <a:cubicBezTo>
                    <a:pt x="4935" y="852"/>
                    <a:pt x="4011" y="0"/>
                    <a:pt x="3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9"/>
            <p:cNvSpPr/>
            <p:nvPr/>
          </p:nvSpPr>
          <p:spPr>
            <a:xfrm>
              <a:off x="7483325" y="2087200"/>
              <a:ext cx="278000" cy="817150"/>
            </a:xfrm>
            <a:custGeom>
              <a:avLst/>
              <a:gdLst/>
              <a:ahLst/>
              <a:cxnLst/>
              <a:rect l="l" t="t" r="r" b="b"/>
              <a:pathLst>
                <a:path w="11120" h="32686" extrusionOk="0">
                  <a:moveTo>
                    <a:pt x="5047" y="0"/>
                  </a:moveTo>
                  <a:cubicBezTo>
                    <a:pt x="4946" y="0"/>
                    <a:pt x="4844" y="5"/>
                    <a:pt x="4743" y="16"/>
                  </a:cubicBezTo>
                  <a:lnTo>
                    <a:pt x="2919" y="381"/>
                  </a:lnTo>
                  <a:lnTo>
                    <a:pt x="2919" y="206"/>
                  </a:lnTo>
                  <a:cubicBezTo>
                    <a:pt x="1270" y="381"/>
                    <a:pt x="1" y="2030"/>
                    <a:pt x="176" y="3664"/>
                  </a:cubicBezTo>
                  <a:lnTo>
                    <a:pt x="2919" y="29199"/>
                  </a:lnTo>
                  <a:cubicBezTo>
                    <a:pt x="3266" y="31114"/>
                    <a:pt x="4931" y="32685"/>
                    <a:pt x="6975" y="32685"/>
                  </a:cubicBezTo>
                  <a:cubicBezTo>
                    <a:pt x="7081" y="32685"/>
                    <a:pt x="7188" y="32681"/>
                    <a:pt x="7296" y="32672"/>
                  </a:cubicBezTo>
                  <a:lnTo>
                    <a:pt x="7471" y="32672"/>
                  </a:lnTo>
                  <a:cubicBezTo>
                    <a:pt x="9660" y="32307"/>
                    <a:pt x="11119" y="30483"/>
                    <a:pt x="10944" y="28295"/>
                  </a:cubicBezTo>
                  <a:lnTo>
                    <a:pt x="8201" y="2759"/>
                  </a:lnTo>
                  <a:cubicBezTo>
                    <a:pt x="8037" y="1213"/>
                    <a:pt x="6576" y="0"/>
                    <a:pt x="50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9"/>
            <p:cNvSpPr/>
            <p:nvPr/>
          </p:nvSpPr>
          <p:spPr>
            <a:xfrm>
              <a:off x="7478575" y="2082750"/>
              <a:ext cx="291875" cy="825650"/>
            </a:xfrm>
            <a:custGeom>
              <a:avLst/>
              <a:gdLst/>
              <a:ahLst/>
              <a:cxnLst/>
              <a:rect l="l" t="t" r="r" b="b"/>
              <a:pathLst>
                <a:path w="11675" h="33026" extrusionOk="0">
                  <a:moveTo>
                    <a:pt x="5242" y="541"/>
                  </a:moveTo>
                  <a:cubicBezTo>
                    <a:pt x="6592" y="541"/>
                    <a:pt x="7864" y="1581"/>
                    <a:pt x="8026" y="2937"/>
                  </a:cubicBezTo>
                  <a:lnTo>
                    <a:pt x="10769" y="28473"/>
                  </a:lnTo>
                  <a:cubicBezTo>
                    <a:pt x="11134" y="30472"/>
                    <a:pt x="9675" y="32296"/>
                    <a:pt x="7661" y="32485"/>
                  </a:cubicBezTo>
                  <a:lnTo>
                    <a:pt x="7486" y="32485"/>
                  </a:lnTo>
                  <a:cubicBezTo>
                    <a:pt x="7328" y="32516"/>
                    <a:pt x="7170" y="32530"/>
                    <a:pt x="7013" y="32530"/>
                  </a:cubicBezTo>
                  <a:cubicBezTo>
                    <a:pt x="6255" y="32530"/>
                    <a:pt x="5504" y="32203"/>
                    <a:pt x="4743" y="31756"/>
                  </a:cubicBezTo>
                  <a:cubicBezTo>
                    <a:pt x="4014" y="31026"/>
                    <a:pt x="3649" y="30297"/>
                    <a:pt x="3474" y="29202"/>
                  </a:cubicBezTo>
                  <a:lnTo>
                    <a:pt x="730" y="3842"/>
                  </a:lnTo>
                  <a:cubicBezTo>
                    <a:pt x="555" y="3112"/>
                    <a:pt x="730" y="2383"/>
                    <a:pt x="1285" y="1843"/>
                  </a:cubicBezTo>
                  <a:cubicBezTo>
                    <a:pt x="1650" y="1289"/>
                    <a:pt x="2379" y="924"/>
                    <a:pt x="2919" y="749"/>
                  </a:cubicBezTo>
                  <a:lnTo>
                    <a:pt x="3109" y="749"/>
                  </a:lnTo>
                  <a:lnTo>
                    <a:pt x="4933" y="559"/>
                  </a:lnTo>
                  <a:cubicBezTo>
                    <a:pt x="5036" y="547"/>
                    <a:pt x="5139" y="541"/>
                    <a:pt x="5242" y="541"/>
                  </a:cubicBezTo>
                  <a:close/>
                  <a:moveTo>
                    <a:pt x="5290" y="1"/>
                  </a:moveTo>
                  <a:cubicBezTo>
                    <a:pt x="5172" y="1"/>
                    <a:pt x="5053" y="7"/>
                    <a:pt x="4933" y="19"/>
                  </a:cubicBezTo>
                  <a:lnTo>
                    <a:pt x="3109" y="194"/>
                  </a:lnTo>
                  <a:cubicBezTo>
                    <a:pt x="2190" y="194"/>
                    <a:pt x="1285" y="749"/>
                    <a:pt x="730" y="1478"/>
                  </a:cubicBezTo>
                  <a:cubicBezTo>
                    <a:pt x="191" y="2018"/>
                    <a:pt x="1" y="2937"/>
                    <a:pt x="1" y="3842"/>
                  </a:cubicBezTo>
                  <a:lnTo>
                    <a:pt x="2919" y="29377"/>
                  </a:lnTo>
                  <a:cubicBezTo>
                    <a:pt x="2919" y="30472"/>
                    <a:pt x="3474" y="31391"/>
                    <a:pt x="4378" y="32121"/>
                  </a:cubicBezTo>
                  <a:cubicBezTo>
                    <a:pt x="5108" y="32850"/>
                    <a:pt x="6202" y="33025"/>
                    <a:pt x="7122" y="33025"/>
                  </a:cubicBezTo>
                  <a:lnTo>
                    <a:pt x="7661" y="33025"/>
                  </a:lnTo>
                  <a:cubicBezTo>
                    <a:pt x="10040" y="32850"/>
                    <a:pt x="11674" y="30661"/>
                    <a:pt x="11499" y="28473"/>
                  </a:cubicBezTo>
                  <a:lnTo>
                    <a:pt x="8581" y="2937"/>
                  </a:lnTo>
                  <a:cubicBezTo>
                    <a:pt x="8403" y="1233"/>
                    <a:pt x="6965" y="1"/>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9"/>
            <p:cNvSpPr/>
            <p:nvPr/>
          </p:nvSpPr>
          <p:spPr>
            <a:xfrm>
              <a:off x="7478575" y="2625650"/>
              <a:ext cx="300975" cy="127425"/>
            </a:xfrm>
            <a:custGeom>
              <a:avLst/>
              <a:gdLst/>
              <a:ahLst/>
              <a:cxnLst/>
              <a:rect l="l" t="t" r="r" b="b"/>
              <a:pathLst>
                <a:path w="12039" h="5097" extrusionOk="0">
                  <a:moveTo>
                    <a:pt x="5837" y="1"/>
                  </a:moveTo>
                  <a:cubicBezTo>
                    <a:pt x="5837" y="1"/>
                    <a:pt x="1285" y="190"/>
                    <a:pt x="730" y="920"/>
                  </a:cubicBezTo>
                  <a:cubicBezTo>
                    <a:pt x="1" y="1650"/>
                    <a:pt x="191" y="4378"/>
                    <a:pt x="1460" y="4743"/>
                  </a:cubicBezTo>
                  <a:cubicBezTo>
                    <a:pt x="2538" y="4996"/>
                    <a:pt x="4009" y="5096"/>
                    <a:pt x="5486" y="5096"/>
                  </a:cubicBezTo>
                  <a:cubicBezTo>
                    <a:pt x="8268" y="5096"/>
                    <a:pt x="11071" y="4740"/>
                    <a:pt x="11309" y="4378"/>
                  </a:cubicBezTo>
                  <a:cubicBezTo>
                    <a:pt x="11499" y="3838"/>
                    <a:pt x="12039" y="730"/>
                    <a:pt x="10769" y="366"/>
                  </a:cubicBezTo>
                  <a:cubicBezTo>
                    <a:pt x="9121" y="1"/>
                    <a:pt x="7486" y="1"/>
                    <a:pt x="5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9"/>
            <p:cNvSpPr/>
            <p:nvPr/>
          </p:nvSpPr>
          <p:spPr>
            <a:xfrm>
              <a:off x="7474200" y="2616525"/>
              <a:ext cx="310100" cy="145950"/>
            </a:xfrm>
            <a:custGeom>
              <a:avLst/>
              <a:gdLst/>
              <a:ahLst/>
              <a:cxnLst/>
              <a:rect l="l" t="t" r="r" b="b"/>
              <a:pathLst>
                <a:path w="12404" h="5838" extrusionOk="0">
                  <a:moveTo>
                    <a:pt x="6012" y="555"/>
                  </a:moveTo>
                  <a:cubicBezTo>
                    <a:pt x="7661" y="555"/>
                    <a:pt x="9296" y="731"/>
                    <a:pt x="10755" y="1095"/>
                  </a:cubicBezTo>
                  <a:cubicBezTo>
                    <a:pt x="10944" y="1095"/>
                    <a:pt x="11120" y="1285"/>
                    <a:pt x="11309" y="1460"/>
                  </a:cubicBezTo>
                  <a:cubicBezTo>
                    <a:pt x="11674" y="2379"/>
                    <a:pt x="11309" y="4203"/>
                    <a:pt x="11120" y="4568"/>
                  </a:cubicBezTo>
                  <a:cubicBezTo>
                    <a:pt x="10796" y="4892"/>
                    <a:pt x="8503" y="5152"/>
                    <a:pt x="6089" y="5152"/>
                  </a:cubicBezTo>
                  <a:cubicBezTo>
                    <a:pt x="4474" y="5152"/>
                    <a:pt x="2805" y="5036"/>
                    <a:pt x="1635" y="4743"/>
                  </a:cubicBezTo>
                  <a:cubicBezTo>
                    <a:pt x="1270" y="4568"/>
                    <a:pt x="1095" y="4203"/>
                    <a:pt x="905" y="3839"/>
                  </a:cubicBezTo>
                  <a:cubicBezTo>
                    <a:pt x="730" y="2919"/>
                    <a:pt x="730" y="1825"/>
                    <a:pt x="1095" y="1460"/>
                  </a:cubicBezTo>
                  <a:cubicBezTo>
                    <a:pt x="1460" y="1095"/>
                    <a:pt x="3824" y="731"/>
                    <a:pt x="6012" y="555"/>
                  </a:cubicBezTo>
                  <a:close/>
                  <a:moveTo>
                    <a:pt x="6012" y="1"/>
                  </a:moveTo>
                  <a:cubicBezTo>
                    <a:pt x="5108" y="1"/>
                    <a:pt x="1270" y="191"/>
                    <a:pt x="541" y="1095"/>
                  </a:cubicBezTo>
                  <a:cubicBezTo>
                    <a:pt x="176" y="1650"/>
                    <a:pt x="1" y="3109"/>
                    <a:pt x="366" y="4014"/>
                  </a:cubicBezTo>
                  <a:cubicBezTo>
                    <a:pt x="541" y="4743"/>
                    <a:pt x="905" y="5108"/>
                    <a:pt x="1460" y="5298"/>
                  </a:cubicBezTo>
                  <a:cubicBezTo>
                    <a:pt x="2554" y="5663"/>
                    <a:pt x="4378" y="5838"/>
                    <a:pt x="6202" y="5838"/>
                  </a:cubicBezTo>
                  <a:cubicBezTo>
                    <a:pt x="8931" y="5838"/>
                    <a:pt x="11484" y="5473"/>
                    <a:pt x="11674" y="4933"/>
                  </a:cubicBezTo>
                  <a:cubicBezTo>
                    <a:pt x="12039" y="4378"/>
                    <a:pt x="12404" y="2379"/>
                    <a:pt x="11849" y="1095"/>
                  </a:cubicBezTo>
                  <a:cubicBezTo>
                    <a:pt x="11674" y="731"/>
                    <a:pt x="11309" y="555"/>
                    <a:pt x="10944" y="366"/>
                  </a:cubicBezTo>
                  <a:cubicBezTo>
                    <a:pt x="9296" y="191"/>
                    <a:pt x="7661" y="1"/>
                    <a:pt x="6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9"/>
            <p:cNvSpPr/>
            <p:nvPr/>
          </p:nvSpPr>
          <p:spPr>
            <a:xfrm>
              <a:off x="7419500" y="2470275"/>
              <a:ext cx="350950" cy="161375"/>
            </a:xfrm>
            <a:custGeom>
              <a:avLst/>
              <a:gdLst/>
              <a:ahLst/>
              <a:cxnLst/>
              <a:rect l="l" t="t" r="r" b="b"/>
              <a:pathLst>
                <a:path w="14038" h="6455" extrusionOk="0">
                  <a:moveTo>
                    <a:pt x="5908" y="1"/>
                  </a:moveTo>
                  <a:cubicBezTo>
                    <a:pt x="4330" y="1"/>
                    <a:pt x="1431" y="92"/>
                    <a:pt x="905" y="744"/>
                  </a:cubicBezTo>
                  <a:cubicBezTo>
                    <a:pt x="0" y="1663"/>
                    <a:pt x="0" y="5121"/>
                    <a:pt x="1269" y="5676"/>
                  </a:cubicBezTo>
                  <a:cubicBezTo>
                    <a:pt x="2840" y="6250"/>
                    <a:pt x="5303" y="6454"/>
                    <a:pt x="7564" y="6454"/>
                  </a:cubicBezTo>
                  <a:cubicBezTo>
                    <a:pt x="10302" y="6454"/>
                    <a:pt x="12743" y="6155"/>
                    <a:pt x="12943" y="5851"/>
                  </a:cubicBezTo>
                  <a:cubicBezTo>
                    <a:pt x="13308" y="5121"/>
                    <a:pt x="14037" y="1474"/>
                    <a:pt x="12578" y="934"/>
                  </a:cubicBezTo>
                  <a:cubicBezTo>
                    <a:pt x="10944" y="379"/>
                    <a:pt x="6931" y="14"/>
                    <a:pt x="6931" y="14"/>
                  </a:cubicBezTo>
                  <a:cubicBezTo>
                    <a:pt x="6931" y="14"/>
                    <a:pt x="6519" y="1"/>
                    <a:pt x="59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9"/>
            <p:cNvSpPr/>
            <p:nvPr/>
          </p:nvSpPr>
          <p:spPr>
            <a:xfrm>
              <a:off x="7414750" y="2461250"/>
              <a:ext cx="355700" cy="178300"/>
            </a:xfrm>
            <a:custGeom>
              <a:avLst/>
              <a:gdLst/>
              <a:ahLst/>
              <a:cxnLst/>
              <a:rect l="l" t="t" r="r" b="b"/>
              <a:pathLst>
                <a:path w="14228" h="7132" extrusionOk="0">
                  <a:moveTo>
                    <a:pt x="7121" y="565"/>
                  </a:moveTo>
                  <a:cubicBezTo>
                    <a:pt x="7296" y="740"/>
                    <a:pt x="11134" y="1105"/>
                    <a:pt x="12593" y="1659"/>
                  </a:cubicBezTo>
                  <a:cubicBezTo>
                    <a:pt x="12958" y="1659"/>
                    <a:pt x="12958" y="1835"/>
                    <a:pt x="13133" y="2199"/>
                  </a:cubicBezTo>
                  <a:cubicBezTo>
                    <a:pt x="13687" y="3294"/>
                    <a:pt x="13133" y="5482"/>
                    <a:pt x="12958" y="6037"/>
                  </a:cubicBezTo>
                  <a:cubicBezTo>
                    <a:pt x="12666" y="6229"/>
                    <a:pt x="10461" y="6469"/>
                    <a:pt x="7958" y="6469"/>
                  </a:cubicBezTo>
                  <a:cubicBezTo>
                    <a:pt x="5703" y="6469"/>
                    <a:pt x="3205" y="6274"/>
                    <a:pt x="1649" y="5672"/>
                  </a:cubicBezTo>
                  <a:cubicBezTo>
                    <a:pt x="1095" y="5482"/>
                    <a:pt x="920" y="5118"/>
                    <a:pt x="920" y="4753"/>
                  </a:cubicBezTo>
                  <a:cubicBezTo>
                    <a:pt x="555" y="3483"/>
                    <a:pt x="920" y="1835"/>
                    <a:pt x="1284" y="1295"/>
                  </a:cubicBezTo>
                  <a:cubicBezTo>
                    <a:pt x="1649" y="740"/>
                    <a:pt x="4013" y="565"/>
                    <a:pt x="6027" y="565"/>
                  </a:cubicBezTo>
                  <a:close/>
                  <a:moveTo>
                    <a:pt x="5918" y="0"/>
                  </a:moveTo>
                  <a:cubicBezTo>
                    <a:pt x="4219" y="0"/>
                    <a:pt x="1472" y="101"/>
                    <a:pt x="920" y="930"/>
                  </a:cubicBezTo>
                  <a:cubicBezTo>
                    <a:pt x="190" y="1659"/>
                    <a:pt x="0" y="3483"/>
                    <a:pt x="365" y="4753"/>
                  </a:cubicBezTo>
                  <a:cubicBezTo>
                    <a:pt x="555" y="5672"/>
                    <a:pt x="920" y="6037"/>
                    <a:pt x="1284" y="6402"/>
                  </a:cubicBezTo>
                  <a:cubicBezTo>
                    <a:pt x="2919" y="6942"/>
                    <a:pt x="5472" y="7131"/>
                    <a:pt x="8026" y="7131"/>
                  </a:cubicBezTo>
                  <a:cubicBezTo>
                    <a:pt x="10769" y="7131"/>
                    <a:pt x="13133" y="6766"/>
                    <a:pt x="13498" y="6212"/>
                  </a:cubicBezTo>
                  <a:cubicBezTo>
                    <a:pt x="13687" y="5672"/>
                    <a:pt x="14227" y="3294"/>
                    <a:pt x="13687" y="2024"/>
                  </a:cubicBezTo>
                  <a:cubicBezTo>
                    <a:pt x="13498" y="1470"/>
                    <a:pt x="13322" y="1105"/>
                    <a:pt x="12768" y="930"/>
                  </a:cubicBezTo>
                  <a:cubicBezTo>
                    <a:pt x="11309" y="375"/>
                    <a:pt x="7296" y="11"/>
                    <a:pt x="7121" y="11"/>
                  </a:cubicBezTo>
                  <a:cubicBezTo>
                    <a:pt x="6898" y="11"/>
                    <a:pt x="6462" y="0"/>
                    <a:pt x="5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9"/>
            <p:cNvSpPr/>
            <p:nvPr/>
          </p:nvSpPr>
          <p:spPr>
            <a:xfrm>
              <a:off x="7387375" y="2292650"/>
              <a:ext cx="378700" cy="181225"/>
            </a:xfrm>
            <a:custGeom>
              <a:avLst/>
              <a:gdLst/>
              <a:ahLst/>
              <a:cxnLst/>
              <a:rect l="l" t="t" r="r" b="b"/>
              <a:pathLst>
                <a:path w="15148" h="7249" extrusionOk="0">
                  <a:moveTo>
                    <a:pt x="6539" y="1"/>
                  </a:moveTo>
                  <a:cubicBezTo>
                    <a:pt x="4887" y="1"/>
                    <a:pt x="1592" y="105"/>
                    <a:pt x="920" y="918"/>
                  </a:cubicBezTo>
                  <a:cubicBezTo>
                    <a:pt x="191" y="1837"/>
                    <a:pt x="1" y="5485"/>
                    <a:pt x="1460" y="6215"/>
                  </a:cubicBezTo>
                  <a:cubicBezTo>
                    <a:pt x="3535" y="6937"/>
                    <a:pt x="7088" y="7248"/>
                    <a:pt x="9833" y="7248"/>
                  </a:cubicBezTo>
                  <a:cubicBezTo>
                    <a:pt x="11914" y="7248"/>
                    <a:pt x="13531" y="7069"/>
                    <a:pt x="13688" y="6755"/>
                  </a:cubicBezTo>
                  <a:cubicBezTo>
                    <a:pt x="14053" y="6025"/>
                    <a:pt x="15147" y="1648"/>
                    <a:pt x="13498" y="1108"/>
                  </a:cubicBezTo>
                  <a:cubicBezTo>
                    <a:pt x="11864" y="553"/>
                    <a:pt x="7486" y="13"/>
                    <a:pt x="7486" y="13"/>
                  </a:cubicBezTo>
                  <a:cubicBezTo>
                    <a:pt x="7486" y="13"/>
                    <a:pt x="7111" y="1"/>
                    <a:pt x="6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9"/>
            <p:cNvSpPr/>
            <p:nvPr/>
          </p:nvSpPr>
          <p:spPr>
            <a:xfrm>
              <a:off x="7383000" y="2285950"/>
              <a:ext cx="383075" cy="198550"/>
            </a:xfrm>
            <a:custGeom>
              <a:avLst/>
              <a:gdLst/>
              <a:ahLst/>
              <a:cxnLst/>
              <a:rect l="l" t="t" r="r" b="b"/>
              <a:pathLst>
                <a:path w="15323" h="7942" extrusionOk="0">
                  <a:moveTo>
                    <a:pt x="7472" y="646"/>
                  </a:moveTo>
                  <a:cubicBezTo>
                    <a:pt x="7837" y="646"/>
                    <a:pt x="12039" y="1011"/>
                    <a:pt x="13498" y="1740"/>
                  </a:cubicBezTo>
                  <a:cubicBezTo>
                    <a:pt x="13673" y="1740"/>
                    <a:pt x="13863" y="1916"/>
                    <a:pt x="14038" y="2280"/>
                  </a:cubicBezTo>
                  <a:cubicBezTo>
                    <a:pt x="14592" y="3564"/>
                    <a:pt x="13863" y="6483"/>
                    <a:pt x="13673" y="6847"/>
                  </a:cubicBezTo>
                  <a:cubicBezTo>
                    <a:pt x="13360" y="7079"/>
                    <a:pt x="11805" y="7246"/>
                    <a:pt x="9828" y="7246"/>
                  </a:cubicBezTo>
                  <a:cubicBezTo>
                    <a:pt x="7200" y="7246"/>
                    <a:pt x="3825" y="6951"/>
                    <a:pt x="1635" y="6118"/>
                  </a:cubicBezTo>
                  <a:cubicBezTo>
                    <a:pt x="1270" y="5928"/>
                    <a:pt x="1095" y="5388"/>
                    <a:pt x="906" y="5024"/>
                  </a:cubicBezTo>
                  <a:cubicBezTo>
                    <a:pt x="730" y="3739"/>
                    <a:pt x="906" y="1916"/>
                    <a:pt x="1460" y="1376"/>
                  </a:cubicBezTo>
                  <a:cubicBezTo>
                    <a:pt x="1825" y="821"/>
                    <a:pt x="4378" y="646"/>
                    <a:pt x="6377" y="646"/>
                  </a:cubicBezTo>
                  <a:close/>
                  <a:moveTo>
                    <a:pt x="5850" y="1"/>
                  </a:moveTo>
                  <a:cubicBezTo>
                    <a:pt x="4026" y="1"/>
                    <a:pt x="1544" y="193"/>
                    <a:pt x="906" y="821"/>
                  </a:cubicBezTo>
                  <a:cubicBezTo>
                    <a:pt x="366" y="1740"/>
                    <a:pt x="1" y="3739"/>
                    <a:pt x="366" y="5199"/>
                  </a:cubicBezTo>
                  <a:cubicBezTo>
                    <a:pt x="541" y="5928"/>
                    <a:pt x="906" y="6483"/>
                    <a:pt x="1460" y="6658"/>
                  </a:cubicBezTo>
                  <a:cubicBezTo>
                    <a:pt x="3459" y="7387"/>
                    <a:pt x="7297" y="7942"/>
                    <a:pt x="10390" y="7942"/>
                  </a:cubicBezTo>
                  <a:cubicBezTo>
                    <a:pt x="12404" y="7942"/>
                    <a:pt x="13863" y="7752"/>
                    <a:pt x="14228" y="7212"/>
                  </a:cubicBezTo>
                  <a:cubicBezTo>
                    <a:pt x="14592" y="6483"/>
                    <a:pt x="15322" y="3564"/>
                    <a:pt x="14592" y="2105"/>
                  </a:cubicBezTo>
                  <a:cubicBezTo>
                    <a:pt x="14403" y="1551"/>
                    <a:pt x="14228" y="1186"/>
                    <a:pt x="13673" y="1011"/>
                  </a:cubicBezTo>
                  <a:cubicBezTo>
                    <a:pt x="12039" y="456"/>
                    <a:pt x="7837" y="92"/>
                    <a:pt x="7661" y="92"/>
                  </a:cubicBezTo>
                  <a:cubicBezTo>
                    <a:pt x="7327" y="38"/>
                    <a:pt x="6652" y="1"/>
                    <a:pt x="58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59"/>
            <p:cNvSpPr/>
            <p:nvPr/>
          </p:nvSpPr>
          <p:spPr>
            <a:xfrm>
              <a:off x="7305300" y="2128500"/>
              <a:ext cx="378675" cy="175775"/>
            </a:xfrm>
            <a:custGeom>
              <a:avLst/>
              <a:gdLst/>
              <a:ahLst/>
              <a:cxnLst/>
              <a:rect l="l" t="t" r="r" b="b"/>
              <a:pathLst>
                <a:path w="15147" h="7031" extrusionOk="0">
                  <a:moveTo>
                    <a:pt x="6570" y="0"/>
                  </a:moveTo>
                  <a:cubicBezTo>
                    <a:pt x="4971" y="0"/>
                    <a:pt x="1778" y="105"/>
                    <a:pt x="1095" y="918"/>
                  </a:cubicBezTo>
                  <a:cubicBezTo>
                    <a:pt x="191" y="1837"/>
                    <a:pt x="1" y="5660"/>
                    <a:pt x="1460" y="6214"/>
                  </a:cubicBezTo>
                  <a:cubicBezTo>
                    <a:pt x="2521" y="6480"/>
                    <a:pt x="8407" y="7031"/>
                    <a:pt x="11678" y="7031"/>
                  </a:cubicBezTo>
                  <a:cubicBezTo>
                    <a:pt x="12905" y="7031"/>
                    <a:pt x="13763" y="6953"/>
                    <a:pt x="13863" y="6754"/>
                  </a:cubicBezTo>
                  <a:cubicBezTo>
                    <a:pt x="14228" y="6025"/>
                    <a:pt x="15147" y="1647"/>
                    <a:pt x="13498" y="1107"/>
                  </a:cubicBezTo>
                  <a:cubicBezTo>
                    <a:pt x="11864" y="553"/>
                    <a:pt x="7486" y="13"/>
                    <a:pt x="7486" y="13"/>
                  </a:cubicBezTo>
                  <a:cubicBezTo>
                    <a:pt x="7486" y="13"/>
                    <a:pt x="7124" y="0"/>
                    <a:pt x="6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59"/>
            <p:cNvSpPr/>
            <p:nvPr/>
          </p:nvSpPr>
          <p:spPr>
            <a:xfrm>
              <a:off x="7300925" y="2121800"/>
              <a:ext cx="383050" cy="193800"/>
            </a:xfrm>
            <a:custGeom>
              <a:avLst/>
              <a:gdLst/>
              <a:ahLst/>
              <a:cxnLst/>
              <a:rect l="l" t="t" r="r" b="b"/>
              <a:pathLst>
                <a:path w="15322" h="7752" extrusionOk="0">
                  <a:moveTo>
                    <a:pt x="7661" y="646"/>
                  </a:moveTo>
                  <a:cubicBezTo>
                    <a:pt x="7836" y="646"/>
                    <a:pt x="12039" y="1011"/>
                    <a:pt x="13673" y="1740"/>
                  </a:cubicBezTo>
                  <a:cubicBezTo>
                    <a:pt x="13863" y="1740"/>
                    <a:pt x="14038" y="1915"/>
                    <a:pt x="14228" y="2280"/>
                  </a:cubicBezTo>
                  <a:cubicBezTo>
                    <a:pt x="14592" y="3564"/>
                    <a:pt x="14038" y="6293"/>
                    <a:pt x="13673" y="6847"/>
                  </a:cubicBezTo>
                  <a:cubicBezTo>
                    <a:pt x="13449" y="6981"/>
                    <a:pt x="12707" y="7037"/>
                    <a:pt x="11695" y="7037"/>
                  </a:cubicBezTo>
                  <a:cubicBezTo>
                    <a:pt x="8623" y="7037"/>
                    <a:pt x="3054" y="6524"/>
                    <a:pt x="1825" y="6118"/>
                  </a:cubicBezTo>
                  <a:cubicBezTo>
                    <a:pt x="1460" y="5928"/>
                    <a:pt x="1095" y="5563"/>
                    <a:pt x="1095" y="5198"/>
                  </a:cubicBezTo>
                  <a:cubicBezTo>
                    <a:pt x="730" y="3929"/>
                    <a:pt x="905" y="1915"/>
                    <a:pt x="1460" y="1375"/>
                  </a:cubicBezTo>
                  <a:cubicBezTo>
                    <a:pt x="2000" y="821"/>
                    <a:pt x="4378" y="646"/>
                    <a:pt x="6377" y="646"/>
                  </a:cubicBezTo>
                  <a:close/>
                  <a:moveTo>
                    <a:pt x="5967" y="1"/>
                  </a:moveTo>
                  <a:cubicBezTo>
                    <a:pt x="4202" y="1"/>
                    <a:pt x="1723" y="193"/>
                    <a:pt x="1095" y="821"/>
                  </a:cubicBezTo>
                  <a:cubicBezTo>
                    <a:pt x="366" y="1740"/>
                    <a:pt x="1" y="3929"/>
                    <a:pt x="541" y="5388"/>
                  </a:cubicBezTo>
                  <a:cubicBezTo>
                    <a:pt x="730" y="6118"/>
                    <a:pt x="1095" y="6482"/>
                    <a:pt x="1635" y="6658"/>
                  </a:cubicBezTo>
                  <a:cubicBezTo>
                    <a:pt x="2365" y="6847"/>
                    <a:pt x="8201" y="7752"/>
                    <a:pt x="11674" y="7752"/>
                  </a:cubicBezTo>
                  <a:cubicBezTo>
                    <a:pt x="13133" y="7752"/>
                    <a:pt x="14038" y="7577"/>
                    <a:pt x="14228" y="7212"/>
                  </a:cubicBezTo>
                  <a:cubicBezTo>
                    <a:pt x="14592" y="6658"/>
                    <a:pt x="15322" y="3564"/>
                    <a:pt x="14767" y="2105"/>
                  </a:cubicBezTo>
                  <a:cubicBezTo>
                    <a:pt x="14592" y="1550"/>
                    <a:pt x="14228" y="1186"/>
                    <a:pt x="13863" y="1011"/>
                  </a:cubicBezTo>
                  <a:cubicBezTo>
                    <a:pt x="12214" y="456"/>
                    <a:pt x="7836" y="91"/>
                    <a:pt x="7661" y="91"/>
                  </a:cubicBezTo>
                  <a:cubicBezTo>
                    <a:pt x="7380" y="38"/>
                    <a:pt x="6743" y="1"/>
                    <a:pt x="5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59"/>
            <p:cNvSpPr/>
            <p:nvPr/>
          </p:nvSpPr>
          <p:spPr>
            <a:xfrm>
              <a:off x="7483325" y="2083225"/>
              <a:ext cx="501600" cy="505975"/>
            </a:xfrm>
            <a:custGeom>
              <a:avLst/>
              <a:gdLst/>
              <a:ahLst/>
              <a:cxnLst/>
              <a:rect l="l" t="t" r="r" b="b"/>
              <a:pathLst>
                <a:path w="20064" h="20239" extrusionOk="0">
                  <a:moveTo>
                    <a:pt x="4188" y="0"/>
                  </a:moveTo>
                  <a:cubicBezTo>
                    <a:pt x="1635" y="365"/>
                    <a:pt x="1" y="1999"/>
                    <a:pt x="1" y="3093"/>
                  </a:cubicBezTo>
                  <a:cubicBezTo>
                    <a:pt x="176" y="4188"/>
                    <a:pt x="2554" y="11484"/>
                    <a:pt x="2919" y="13308"/>
                  </a:cubicBezTo>
                  <a:cubicBezTo>
                    <a:pt x="3372" y="14838"/>
                    <a:pt x="3835" y="14961"/>
                    <a:pt x="4834" y="14961"/>
                  </a:cubicBezTo>
                  <a:cubicBezTo>
                    <a:pt x="5026" y="14961"/>
                    <a:pt x="5237" y="14956"/>
                    <a:pt x="5472" y="14956"/>
                  </a:cubicBezTo>
                  <a:cubicBezTo>
                    <a:pt x="7107" y="14767"/>
                    <a:pt x="8391" y="13308"/>
                    <a:pt x="8566" y="11673"/>
                  </a:cubicBezTo>
                  <a:cubicBezTo>
                    <a:pt x="8391" y="10214"/>
                    <a:pt x="8201" y="8565"/>
                    <a:pt x="7836" y="7106"/>
                  </a:cubicBezTo>
                  <a:lnTo>
                    <a:pt x="7836" y="7106"/>
                  </a:lnTo>
                  <a:cubicBezTo>
                    <a:pt x="8566" y="7836"/>
                    <a:pt x="9485" y="8201"/>
                    <a:pt x="10390" y="8565"/>
                  </a:cubicBezTo>
                  <a:lnTo>
                    <a:pt x="11484" y="8930"/>
                  </a:lnTo>
                  <a:cubicBezTo>
                    <a:pt x="11484" y="8930"/>
                    <a:pt x="11309" y="15861"/>
                    <a:pt x="15687" y="18969"/>
                  </a:cubicBezTo>
                  <a:cubicBezTo>
                    <a:pt x="16591" y="19509"/>
                    <a:pt x="17510" y="20064"/>
                    <a:pt x="18415" y="20239"/>
                  </a:cubicBezTo>
                  <a:lnTo>
                    <a:pt x="20064" y="2729"/>
                  </a:lnTo>
                  <a:cubicBezTo>
                    <a:pt x="18970" y="1999"/>
                    <a:pt x="17686" y="1459"/>
                    <a:pt x="16226" y="1270"/>
                  </a:cubicBezTo>
                  <a:cubicBezTo>
                    <a:pt x="12214" y="1270"/>
                    <a:pt x="8201" y="175"/>
                    <a:pt x="41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9"/>
            <p:cNvSpPr/>
            <p:nvPr/>
          </p:nvSpPr>
          <p:spPr>
            <a:xfrm>
              <a:off x="7474200" y="2074100"/>
              <a:ext cx="519850" cy="524225"/>
            </a:xfrm>
            <a:custGeom>
              <a:avLst/>
              <a:gdLst/>
              <a:ahLst/>
              <a:cxnLst/>
              <a:rect l="l" t="t" r="r" b="b"/>
              <a:pathLst>
                <a:path w="20794" h="20969" extrusionOk="0">
                  <a:moveTo>
                    <a:pt x="4553" y="0"/>
                  </a:moveTo>
                  <a:cubicBezTo>
                    <a:pt x="1825" y="365"/>
                    <a:pt x="1" y="2189"/>
                    <a:pt x="176" y="3458"/>
                  </a:cubicBezTo>
                  <a:cubicBezTo>
                    <a:pt x="176" y="4188"/>
                    <a:pt x="1095" y="6931"/>
                    <a:pt x="1825" y="9485"/>
                  </a:cubicBezTo>
                  <a:cubicBezTo>
                    <a:pt x="2365" y="11309"/>
                    <a:pt x="2919" y="12943"/>
                    <a:pt x="3094" y="13862"/>
                  </a:cubicBezTo>
                  <a:cubicBezTo>
                    <a:pt x="3370" y="15241"/>
                    <a:pt x="3854" y="15578"/>
                    <a:pt x="4705" y="15578"/>
                  </a:cubicBezTo>
                  <a:cubicBezTo>
                    <a:pt x="4979" y="15578"/>
                    <a:pt x="5292" y="15543"/>
                    <a:pt x="5648" y="15497"/>
                  </a:cubicBezTo>
                  <a:lnTo>
                    <a:pt x="5837" y="15497"/>
                  </a:lnTo>
                  <a:cubicBezTo>
                    <a:pt x="7661" y="15321"/>
                    <a:pt x="9120" y="13862"/>
                    <a:pt x="9120" y="12038"/>
                  </a:cubicBezTo>
                  <a:cubicBezTo>
                    <a:pt x="9120" y="10754"/>
                    <a:pt x="8931" y="9485"/>
                    <a:pt x="8756" y="8201"/>
                  </a:cubicBezTo>
                  <a:lnTo>
                    <a:pt x="8756" y="8201"/>
                  </a:lnTo>
                  <a:cubicBezTo>
                    <a:pt x="9296" y="8566"/>
                    <a:pt x="10025" y="8930"/>
                    <a:pt x="10580" y="9295"/>
                  </a:cubicBezTo>
                  <a:lnTo>
                    <a:pt x="11484" y="9485"/>
                  </a:lnTo>
                  <a:cubicBezTo>
                    <a:pt x="11484" y="10754"/>
                    <a:pt x="11849" y="16781"/>
                    <a:pt x="15862" y="19699"/>
                  </a:cubicBezTo>
                  <a:cubicBezTo>
                    <a:pt x="16781" y="20239"/>
                    <a:pt x="17686" y="20604"/>
                    <a:pt x="18780" y="20968"/>
                  </a:cubicBezTo>
                  <a:cubicBezTo>
                    <a:pt x="18970" y="20968"/>
                    <a:pt x="19145" y="20793"/>
                    <a:pt x="19145" y="20793"/>
                  </a:cubicBezTo>
                  <a:cubicBezTo>
                    <a:pt x="19145" y="20604"/>
                    <a:pt x="19145" y="20429"/>
                    <a:pt x="18970" y="20429"/>
                  </a:cubicBezTo>
                  <a:cubicBezTo>
                    <a:pt x="18051" y="20064"/>
                    <a:pt x="17146" y="19699"/>
                    <a:pt x="16227" y="19144"/>
                  </a:cubicBezTo>
                  <a:cubicBezTo>
                    <a:pt x="12039" y="16226"/>
                    <a:pt x="12039" y="9295"/>
                    <a:pt x="12039" y="9295"/>
                  </a:cubicBezTo>
                  <a:cubicBezTo>
                    <a:pt x="12039" y="9120"/>
                    <a:pt x="12039" y="8930"/>
                    <a:pt x="11849" y="8930"/>
                  </a:cubicBezTo>
                  <a:lnTo>
                    <a:pt x="10755" y="8566"/>
                  </a:lnTo>
                  <a:cubicBezTo>
                    <a:pt x="10025" y="8390"/>
                    <a:pt x="9120" y="7836"/>
                    <a:pt x="8391" y="7296"/>
                  </a:cubicBezTo>
                  <a:cubicBezTo>
                    <a:pt x="8391" y="7296"/>
                    <a:pt x="8307" y="7212"/>
                    <a:pt x="8199" y="7212"/>
                  </a:cubicBezTo>
                  <a:cubicBezTo>
                    <a:pt x="8144" y="7212"/>
                    <a:pt x="8084" y="7233"/>
                    <a:pt x="8026" y="7296"/>
                  </a:cubicBezTo>
                  <a:cubicBezTo>
                    <a:pt x="8026" y="7296"/>
                    <a:pt x="7836" y="7471"/>
                    <a:pt x="8026" y="7661"/>
                  </a:cubicBezTo>
                  <a:cubicBezTo>
                    <a:pt x="8201" y="9120"/>
                    <a:pt x="8566" y="10579"/>
                    <a:pt x="8566" y="12038"/>
                  </a:cubicBezTo>
                  <a:cubicBezTo>
                    <a:pt x="8566" y="13498"/>
                    <a:pt x="7297" y="14767"/>
                    <a:pt x="5837" y="14957"/>
                  </a:cubicBezTo>
                  <a:lnTo>
                    <a:pt x="5648" y="14957"/>
                  </a:lnTo>
                  <a:cubicBezTo>
                    <a:pt x="5321" y="15002"/>
                    <a:pt x="5054" y="15035"/>
                    <a:pt x="4832" y="15035"/>
                  </a:cubicBezTo>
                  <a:cubicBezTo>
                    <a:pt x="4191" y="15035"/>
                    <a:pt x="3920" y="14756"/>
                    <a:pt x="3649" y="13673"/>
                  </a:cubicBezTo>
                  <a:cubicBezTo>
                    <a:pt x="3459" y="12943"/>
                    <a:pt x="2919" y="11119"/>
                    <a:pt x="2365" y="9295"/>
                  </a:cubicBezTo>
                  <a:cubicBezTo>
                    <a:pt x="1635" y="6742"/>
                    <a:pt x="905" y="4013"/>
                    <a:pt x="730" y="3283"/>
                  </a:cubicBezTo>
                  <a:cubicBezTo>
                    <a:pt x="541" y="2554"/>
                    <a:pt x="2000" y="1095"/>
                    <a:pt x="4553" y="540"/>
                  </a:cubicBezTo>
                  <a:cubicBezTo>
                    <a:pt x="6202" y="730"/>
                    <a:pt x="7836" y="905"/>
                    <a:pt x="9485" y="1270"/>
                  </a:cubicBezTo>
                  <a:cubicBezTo>
                    <a:pt x="11849" y="1635"/>
                    <a:pt x="14228" y="1999"/>
                    <a:pt x="16591" y="1999"/>
                  </a:cubicBezTo>
                  <a:cubicBezTo>
                    <a:pt x="17875" y="2189"/>
                    <a:pt x="19145" y="2554"/>
                    <a:pt x="20239" y="3458"/>
                  </a:cubicBezTo>
                  <a:cubicBezTo>
                    <a:pt x="20429" y="3458"/>
                    <a:pt x="20604" y="3458"/>
                    <a:pt x="20794" y="3283"/>
                  </a:cubicBezTo>
                  <a:cubicBezTo>
                    <a:pt x="20794" y="3283"/>
                    <a:pt x="20794" y="2919"/>
                    <a:pt x="20604" y="2919"/>
                  </a:cubicBezTo>
                  <a:cubicBezTo>
                    <a:pt x="19510" y="1999"/>
                    <a:pt x="18051" y="1459"/>
                    <a:pt x="16591" y="1459"/>
                  </a:cubicBezTo>
                  <a:cubicBezTo>
                    <a:pt x="14228" y="1459"/>
                    <a:pt x="11849" y="1095"/>
                    <a:pt x="9485" y="730"/>
                  </a:cubicBezTo>
                  <a:cubicBezTo>
                    <a:pt x="8026" y="365"/>
                    <a:pt x="6202" y="175"/>
                    <a:pt x="4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9"/>
            <p:cNvSpPr/>
            <p:nvPr/>
          </p:nvSpPr>
          <p:spPr>
            <a:xfrm>
              <a:off x="8016650" y="2598300"/>
              <a:ext cx="36500" cy="3575"/>
            </a:xfrm>
            <a:custGeom>
              <a:avLst/>
              <a:gdLst/>
              <a:ahLst/>
              <a:cxnLst/>
              <a:rect l="l" t="t" r="r" b="b"/>
              <a:pathLst>
                <a:path w="1460" h="143" extrusionOk="0">
                  <a:moveTo>
                    <a:pt x="0" y="0"/>
                  </a:moveTo>
                  <a:cubicBezTo>
                    <a:pt x="183" y="95"/>
                    <a:pt x="413" y="143"/>
                    <a:pt x="664" y="143"/>
                  </a:cubicBezTo>
                  <a:cubicBezTo>
                    <a:pt x="916" y="143"/>
                    <a:pt x="1190" y="95"/>
                    <a:pt x="1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9"/>
            <p:cNvSpPr/>
            <p:nvPr/>
          </p:nvSpPr>
          <p:spPr>
            <a:xfrm>
              <a:off x="8007525" y="2593925"/>
              <a:ext cx="50375" cy="13525"/>
            </a:xfrm>
            <a:custGeom>
              <a:avLst/>
              <a:gdLst/>
              <a:ahLst/>
              <a:cxnLst/>
              <a:rect l="l" t="t" r="r" b="b"/>
              <a:pathLst>
                <a:path w="2015" h="541" extrusionOk="0">
                  <a:moveTo>
                    <a:pt x="365" y="0"/>
                  </a:moveTo>
                  <a:cubicBezTo>
                    <a:pt x="190" y="0"/>
                    <a:pt x="1" y="0"/>
                    <a:pt x="1" y="175"/>
                  </a:cubicBezTo>
                  <a:cubicBezTo>
                    <a:pt x="1" y="365"/>
                    <a:pt x="190" y="540"/>
                    <a:pt x="365" y="540"/>
                  </a:cubicBezTo>
                  <a:lnTo>
                    <a:pt x="1825" y="540"/>
                  </a:lnTo>
                  <a:cubicBezTo>
                    <a:pt x="2014" y="540"/>
                    <a:pt x="2014" y="365"/>
                    <a:pt x="2014" y="175"/>
                  </a:cubicBezTo>
                  <a:cubicBezTo>
                    <a:pt x="2014" y="0"/>
                    <a:pt x="2014" y="0"/>
                    <a:pt x="1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9"/>
            <p:cNvSpPr/>
            <p:nvPr/>
          </p:nvSpPr>
          <p:spPr>
            <a:xfrm>
              <a:off x="8053125" y="2584800"/>
              <a:ext cx="82100" cy="13525"/>
            </a:xfrm>
            <a:custGeom>
              <a:avLst/>
              <a:gdLst/>
              <a:ahLst/>
              <a:cxnLst/>
              <a:rect l="l" t="t" r="r" b="b"/>
              <a:pathLst>
                <a:path w="3284" h="541" extrusionOk="0">
                  <a:moveTo>
                    <a:pt x="3284" y="1"/>
                  </a:moveTo>
                  <a:lnTo>
                    <a:pt x="1" y="540"/>
                  </a:lnTo>
                  <a:cubicBezTo>
                    <a:pt x="1095" y="540"/>
                    <a:pt x="2189" y="365"/>
                    <a:pt x="32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9"/>
            <p:cNvSpPr/>
            <p:nvPr/>
          </p:nvSpPr>
          <p:spPr>
            <a:xfrm>
              <a:off x="8044000" y="2575675"/>
              <a:ext cx="100350" cy="31775"/>
            </a:xfrm>
            <a:custGeom>
              <a:avLst/>
              <a:gdLst/>
              <a:ahLst/>
              <a:cxnLst/>
              <a:rect l="l" t="t" r="r" b="b"/>
              <a:pathLst>
                <a:path w="4014" h="1271" extrusionOk="0">
                  <a:moveTo>
                    <a:pt x="3474" y="1"/>
                  </a:moveTo>
                  <a:cubicBezTo>
                    <a:pt x="2379" y="366"/>
                    <a:pt x="1285" y="541"/>
                    <a:pt x="366" y="730"/>
                  </a:cubicBezTo>
                  <a:cubicBezTo>
                    <a:pt x="191" y="730"/>
                    <a:pt x="1" y="905"/>
                    <a:pt x="1" y="1095"/>
                  </a:cubicBezTo>
                  <a:cubicBezTo>
                    <a:pt x="1" y="1270"/>
                    <a:pt x="191" y="1270"/>
                    <a:pt x="366" y="1270"/>
                  </a:cubicBezTo>
                  <a:cubicBezTo>
                    <a:pt x="1460" y="1270"/>
                    <a:pt x="2554" y="1095"/>
                    <a:pt x="3649" y="730"/>
                  </a:cubicBezTo>
                  <a:cubicBezTo>
                    <a:pt x="3838" y="541"/>
                    <a:pt x="4014" y="366"/>
                    <a:pt x="3838" y="366"/>
                  </a:cubicBezTo>
                  <a:cubicBezTo>
                    <a:pt x="3838" y="176"/>
                    <a:pt x="3649" y="1"/>
                    <a:pt x="3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9"/>
            <p:cNvSpPr/>
            <p:nvPr/>
          </p:nvSpPr>
          <p:spPr>
            <a:xfrm>
              <a:off x="8262875" y="2525350"/>
              <a:ext cx="155075" cy="18250"/>
            </a:xfrm>
            <a:custGeom>
              <a:avLst/>
              <a:gdLst/>
              <a:ahLst/>
              <a:cxnLst/>
              <a:rect l="l" t="t" r="r" b="b"/>
              <a:pathLst>
                <a:path w="6203" h="730" extrusionOk="0">
                  <a:moveTo>
                    <a:pt x="366" y="0"/>
                  </a:moveTo>
                  <a:cubicBezTo>
                    <a:pt x="190" y="0"/>
                    <a:pt x="1" y="190"/>
                    <a:pt x="1" y="365"/>
                  </a:cubicBezTo>
                  <a:cubicBezTo>
                    <a:pt x="1" y="555"/>
                    <a:pt x="190" y="730"/>
                    <a:pt x="366" y="730"/>
                  </a:cubicBezTo>
                  <a:lnTo>
                    <a:pt x="5837" y="730"/>
                  </a:lnTo>
                  <a:cubicBezTo>
                    <a:pt x="6027" y="730"/>
                    <a:pt x="6202" y="555"/>
                    <a:pt x="6202" y="365"/>
                  </a:cubicBezTo>
                  <a:cubicBezTo>
                    <a:pt x="6202" y="190"/>
                    <a:pt x="6027" y="0"/>
                    <a:pt x="58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59"/>
            <p:cNvSpPr/>
            <p:nvPr/>
          </p:nvSpPr>
          <p:spPr>
            <a:xfrm>
              <a:off x="8276750" y="2566550"/>
              <a:ext cx="72975" cy="13525"/>
            </a:xfrm>
            <a:custGeom>
              <a:avLst/>
              <a:gdLst/>
              <a:ahLst/>
              <a:cxnLst/>
              <a:rect l="l" t="t" r="r" b="b"/>
              <a:pathLst>
                <a:path w="2919" h="541" extrusionOk="0">
                  <a:moveTo>
                    <a:pt x="175" y="1"/>
                  </a:moveTo>
                  <a:cubicBezTo>
                    <a:pt x="175" y="1"/>
                    <a:pt x="0" y="176"/>
                    <a:pt x="0" y="366"/>
                  </a:cubicBezTo>
                  <a:cubicBezTo>
                    <a:pt x="0" y="541"/>
                    <a:pt x="175" y="541"/>
                    <a:pt x="175" y="541"/>
                  </a:cubicBezTo>
                  <a:lnTo>
                    <a:pt x="2554" y="541"/>
                  </a:lnTo>
                  <a:cubicBezTo>
                    <a:pt x="2729" y="541"/>
                    <a:pt x="2919" y="541"/>
                    <a:pt x="2919" y="366"/>
                  </a:cubicBezTo>
                  <a:cubicBezTo>
                    <a:pt x="2919" y="176"/>
                    <a:pt x="2729" y="1"/>
                    <a:pt x="2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9"/>
            <p:cNvSpPr/>
            <p:nvPr/>
          </p:nvSpPr>
          <p:spPr>
            <a:xfrm>
              <a:off x="7761300" y="2251750"/>
              <a:ext cx="141550" cy="59475"/>
            </a:xfrm>
            <a:custGeom>
              <a:avLst/>
              <a:gdLst/>
              <a:ahLst/>
              <a:cxnLst/>
              <a:rect l="l" t="t" r="r" b="b"/>
              <a:pathLst>
                <a:path w="5662" h="2379" extrusionOk="0">
                  <a:moveTo>
                    <a:pt x="5107" y="0"/>
                  </a:moveTo>
                  <a:cubicBezTo>
                    <a:pt x="3283" y="1824"/>
                    <a:pt x="365" y="1824"/>
                    <a:pt x="365" y="1824"/>
                  </a:cubicBezTo>
                  <a:cubicBezTo>
                    <a:pt x="190" y="1824"/>
                    <a:pt x="0" y="2014"/>
                    <a:pt x="0" y="2189"/>
                  </a:cubicBezTo>
                  <a:cubicBezTo>
                    <a:pt x="0" y="2379"/>
                    <a:pt x="190" y="2379"/>
                    <a:pt x="365" y="2379"/>
                  </a:cubicBezTo>
                  <a:cubicBezTo>
                    <a:pt x="365" y="2379"/>
                    <a:pt x="3473" y="2379"/>
                    <a:pt x="5472" y="555"/>
                  </a:cubicBezTo>
                  <a:cubicBezTo>
                    <a:pt x="5662" y="365"/>
                    <a:pt x="5662" y="190"/>
                    <a:pt x="56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9"/>
            <p:cNvSpPr/>
            <p:nvPr/>
          </p:nvSpPr>
          <p:spPr>
            <a:xfrm>
              <a:off x="7656600" y="2187900"/>
              <a:ext cx="31775" cy="77725"/>
            </a:xfrm>
            <a:custGeom>
              <a:avLst/>
              <a:gdLst/>
              <a:ahLst/>
              <a:cxnLst/>
              <a:rect l="l" t="t" r="r" b="b"/>
              <a:pathLst>
                <a:path w="1271" h="3109" extrusionOk="0">
                  <a:moveTo>
                    <a:pt x="176" y="1"/>
                  </a:moveTo>
                  <a:cubicBezTo>
                    <a:pt x="176" y="1"/>
                    <a:pt x="1" y="191"/>
                    <a:pt x="1" y="366"/>
                  </a:cubicBezTo>
                  <a:cubicBezTo>
                    <a:pt x="365" y="1285"/>
                    <a:pt x="540" y="2015"/>
                    <a:pt x="540" y="2744"/>
                  </a:cubicBezTo>
                  <a:cubicBezTo>
                    <a:pt x="540" y="2919"/>
                    <a:pt x="730" y="3109"/>
                    <a:pt x="905" y="3109"/>
                  </a:cubicBezTo>
                  <a:cubicBezTo>
                    <a:pt x="1095" y="3109"/>
                    <a:pt x="1270" y="2919"/>
                    <a:pt x="1270" y="2744"/>
                  </a:cubicBezTo>
                  <a:cubicBezTo>
                    <a:pt x="1095" y="1825"/>
                    <a:pt x="905" y="1095"/>
                    <a:pt x="730" y="191"/>
                  </a:cubicBezTo>
                  <a:cubicBezTo>
                    <a:pt x="540" y="1"/>
                    <a:pt x="36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9"/>
            <p:cNvSpPr/>
            <p:nvPr/>
          </p:nvSpPr>
          <p:spPr>
            <a:xfrm>
              <a:off x="7538050" y="2311200"/>
              <a:ext cx="122950" cy="132075"/>
            </a:xfrm>
            <a:custGeom>
              <a:avLst/>
              <a:gdLst/>
              <a:ahLst/>
              <a:cxnLst/>
              <a:rect l="l" t="t" r="r" b="b"/>
              <a:pathLst>
                <a:path w="4918" h="5283" extrusionOk="0">
                  <a:moveTo>
                    <a:pt x="3458" y="1"/>
                  </a:moveTo>
                  <a:cubicBezTo>
                    <a:pt x="2729" y="1"/>
                    <a:pt x="1459" y="541"/>
                    <a:pt x="730" y="1095"/>
                  </a:cubicBezTo>
                  <a:cubicBezTo>
                    <a:pt x="0" y="1825"/>
                    <a:pt x="540" y="3459"/>
                    <a:pt x="540" y="3459"/>
                  </a:cubicBezTo>
                  <a:lnTo>
                    <a:pt x="730" y="3649"/>
                  </a:lnTo>
                  <a:cubicBezTo>
                    <a:pt x="905" y="3459"/>
                    <a:pt x="905" y="3459"/>
                    <a:pt x="905" y="3284"/>
                  </a:cubicBezTo>
                  <a:cubicBezTo>
                    <a:pt x="730" y="2919"/>
                    <a:pt x="540" y="1825"/>
                    <a:pt x="905" y="1270"/>
                  </a:cubicBezTo>
                  <a:cubicBezTo>
                    <a:pt x="1397" y="946"/>
                    <a:pt x="2603" y="335"/>
                    <a:pt x="3245" y="335"/>
                  </a:cubicBezTo>
                  <a:cubicBezTo>
                    <a:pt x="3326" y="335"/>
                    <a:pt x="3398" y="344"/>
                    <a:pt x="3458" y="366"/>
                  </a:cubicBezTo>
                  <a:cubicBezTo>
                    <a:pt x="3648" y="366"/>
                    <a:pt x="3648" y="541"/>
                    <a:pt x="3648" y="541"/>
                  </a:cubicBezTo>
                  <a:cubicBezTo>
                    <a:pt x="4013" y="1095"/>
                    <a:pt x="4553" y="4014"/>
                    <a:pt x="4553" y="4553"/>
                  </a:cubicBezTo>
                  <a:lnTo>
                    <a:pt x="4188" y="5108"/>
                  </a:lnTo>
                  <a:cubicBezTo>
                    <a:pt x="4188" y="5283"/>
                    <a:pt x="4378" y="5283"/>
                    <a:pt x="4378" y="5283"/>
                  </a:cubicBezTo>
                  <a:lnTo>
                    <a:pt x="4553" y="5283"/>
                  </a:lnTo>
                  <a:lnTo>
                    <a:pt x="4743" y="4743"/>
                  </a:lnTo>
                  <a:cubicBezTo>
                    <a:pt x="4918" y="4014"/>
                    <a:pt x="4188" y="1095"/>
                    <a:pt x="4013" y="366"/>
                  </a:cubicBezTo>
                  <a:cubicBezTo>
                    <a:pt x="3823" y="176"/>
                    <a:pt x="3823" y="176"/>
                    <a:pt x="34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9"/>
            <p:cNvSpPr/>
            <p:nvPr/>
          </p:nvSpPr>
          <p:spPr>
            <a:xfrm>
              <a:off x="8354075" y="2233500"/>
              <a:ext cx="1327125" cy="652275"/>
            </a:xfrm>
            <a:custGeom>
              <a:avLst/>
              <a:gdLst/>
              <a:ahLst/>
              <a:cxnLst/>
              <a:rect l="l" t="t" r="r" b="b"/>
              <a:pathLst>
                <a:path w="53085" h="26091" extrusionOk="0">
                  <a:moveTo>
                    <a:pt x="1" y="1"/>
                  </a:moveTo>
                  <a:lnTo>
                    <a:pt x="1" y="26091"/>
                  </a:lnTo>
                  <a:lnTo>
                    <a:pt x="53085" y="26091"/>
                  </a:lnTo>
                  <a:lnTo>
                    <a:pt x="5308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9"/>
            <p:cNvSpPr/>
            <p:nvPr/>
          </p:nvSpPr>
          <p:spPr>
            <a:xfrm>
              <a:off x="8349700" y="2229125"/>
              <a:ext cx="1335900" cy="665775"/>
            </a:xfrm>
            <a:custGeom>
              <a:avLst/>
              <a:gdLst/>
              <a:ahLst/>
              <a:cxnLst/>
              <a:rect l="l" t="t" r="r" b="b"/>
              <a:pathLst>
                <a:path w="53436" h="26631" extrusionOk="0">
                  <a:moveTo>
                    <a:pt x="176" y="1"/>
                  </a:moveTo>
                  <a:cubicBezTo>
                    <a:pt x="1" y="1"/>
                    <a:pt x="1" y="1"/>
                    <a:pt x="1" y="176"/>
                  </a:cubicBezTo>
                  <a:lnTo>
                    <a:pt x="1" y="26266"/>
                  </a:lnTo>
                  <a:cubicBezTo>
                    <a:pt x="1" y="26441"/>
                    <a:pt x="1" y="26630"/>
                    <a:pt x="176" y="26630"/>
                  </a:cubicBezTo>
                  <a:lnTo>
                    <a:pt x="53260" y="26630"/>
                  </a:lnTo>
                  <a:cubicBezTo>
                    <a:pt x="53435" y="26630"/>
                    <a:pt x="53435" y="26441"/>
                    <a:pt x="53435" y="26266"/>
                  </a:cubicBezTo>
                  <a:cubicBezTo>
                    <a:pt x="53435" y="26076"/>
                    <a:pt x="53435" y="25901"/>
                    <a:pt x="53260" y="25901"/>
                  </a:cubicBezTo>
                  <a:lnTo>
                    <a:pt x="540" y="25901"/>
                  </a:lnTo>
                  <a:lnTo>
                    <a:pt x="540" y="541"/>
                  </a:lnTo>
                  <a:lnTo>
                    <a:pt x="53260" y="541"/>
                  </a:lnTo>
                  <a:cubicBezTo>
                    <a:pt x="53435" y="541"/>
                    <a:pt x="53435" y="366"/>
                    <a:pt x="53435" y="176"/>
                  </a:cubicBezTo>
                  <a:cubicBezTo>
                    <a:pt x="53435" y="1"/>
                    <a:pt x="53435" y="1"/>
                    <a:pt x="53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9"/>
            <p:cNvSpPr/>
            <p:nvPr/>
          </p:nvSpPr>
          <p:spPr>
            <a:xfrm>
              <a:off x="8422650" y="2785425"/>
              <a:ext cx="59125" cy="59125"/>
            </a:xfrm>
            <a:custGeom>
              <a:avLst/>
              <a:gdLst/>
              <a:ahLst/>
              <a:cxnLst/>
              <a:rect l="l" t="t" r="r" b="b"/>
              <a:pathLst>
                <a:path w="2365" h="2365" extrusionOk="0">
                  <a:moveTo>
                    <a:pt x="1270" y="1"/>
                  </a:moveTo>
                  <a:cubicBezTo>
                    <a:pt x="541" y="1"/>
                    <a:pt x="1" y="366"/>
                    <a:pt x="1" y="1095"/>
                  </a:cubicBezTo>
                  <a:cubicBezTo>
                    <a:pt x="1" y="1825"/>
                    <a:pt x="541" y="2365"/>
                    <a:pt x="1270" y="2365"/>
                  </a:cubicBezTo>
                  <a:cubicBezTo>
                    <a:pt x="1825" y="2365"/>
                    <a:pt x="2365" y="1825"/>
                    <a:pt x="2365" y="1095"/>
                  </a:cubicBezTo>
                  <a:cubicBezTo>
                    <a:pt x="2365" y="366"/>
                    <a:pt x="1825" y="1"/>
                    <a:pt x="1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9"/>
            <p:cNvSpPr/>
            <p:nvPr/>
          </p:nvSpPr>
          <p:spPr>
            <a:xfrm>
              <a:off x="8413550" y="2776325"/>
              <a:ext cx="77350" cy="72975"/>
            </a:xfrm>
            <a:custGeom>
              <a:avLst/>
              <a:gdLst/>
              <a:ahLst/>
              <a:cxnLst/>
              <a:rect l="l" t="t" r="r" b="b"/>
              <a:pathLst>
                <a:path w="3094" h="2919" extrusionOk="0">
                  <a:moveTo>
                    <a:pt x="1634" y="540"/>
                  </a:moveTo>
                  <a:cubicBezTo>
                    <a:pt x="1999" y="540"/>
                    <a:pt x="2364" y="905"/>
                    <a:pt x="2364" y="1459"/>
                  </a:cubicBezTo>
                  <a:cubicBezTo>
                    <a:pt x="2364" y="1999"/>
                    <a:pt x="1999" y="2364"/>
                    <a:pt x="1634" y="2364"/>
                  </a:cubicBezTo>
                  <a:cubicBezTo>
                    <a:pt x="1094" y="2364"/>
                    <a:pt x="730" y="1999"/>
                    <a:pt x="730" y="1459"/>
                  </a:cubicBezTo>
                  <a:cubicBezTo>
                    <a:pt x="730" y="905"/>
                    <a:pt x="1094" y="540"/>
                    <a:pt x="1634" y="540"/>
                  </a:cubicBezTo>
                  <a:close/>
                  <a:moveTo>
                    <a:pt x="1634" y="0"/>
                  </a:moveTo>
                  <a:cubicBezTo>
                    <a:pt x="730" y="0"/>
                    <a:pt x="0" y="730"/>
                    <a:pt x="0" y="1459"/>
                  </a:cubicBezTo>
                  <a:cubicBezTo>
                    <a:pt x="0" y="2364"/>
                    <a:pt x="730" y="2918"/>
                    <a:pt x="1634" y="2918"/>
                  </a:cubicBezTo>
                  <a:cubicBezTo>
                    <a:pt x="2364" y="2918"/>
                    <a:pt x="3094" y="2364"/>
                    <a:pt x="3094" y="1459"/>
                  </a:cubicBezTo>
                  <a:cubicBezTo>
                    <a:pt x="3094" y="730"/>
                    <a:pt x="2364" y="0"/>
                    <a:pt x="1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9" name="Google Shape;1119;p59">
            <a:hlinkClick r:id="rId3" action="ppaction://hlinksldjump"/>
          </p:cNvPr>
          <p:cNvSpPr/>
          <p:nvPr/>
        </p:nvSpPr>
        <p:spPr>
          <a:xfrm rot="-10446401">
            <a:off x="7925254" y="379214"/>
            <a:ext cx="642242" cy="519381"/>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9"/>
          <p:cNvSpPr/>
          <p:nvPr/>
        </p:nvSpPr>
        <p:spPr>
          <a:xfrm>
            <a:off x="8099722" y="503736"/>
            <a:ext cx="293292" cy="270413"/>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045"/>
                                        </p:tgtEl>
                                        <p:attrNameLst>
                                          <p:attrName>style.visibility</p:attrName>
                                        </p:attrNameLst>
                                      </p:cBhvr>
                                      <p:to>
                                        <p:strVal val="visible"/>
                                      </p:to>
                                    </p:set>
                                    <p:anim calcmode="lin" valueType="num">
                                      <p:cBhvr additive="base">
                                        <p:cTn id="7" dur="600"/>
                                        <p:tgtEl>
                                          <p:spTgt spid="1045"/>
                                        </p:tgtEl>
                                        <p:attrNameLst>
                                          <p:attrName>ppt_w</p:attrName>
                                        </p:attrNameLst>
                                      </p:cBhvr>
                                      <p:tavLst>
                                        <p:tav tm="0">
                                          <p:val>
                                            <p:strVal val="0"/>
                                          </p:val>
                                        </p:tav>
                                        <p:tav tm="100000">
                                          <p:val>
                                            <p:strVal val="#ppt_w"/>
                                          </p:val>
                                        </p:tav>
                                      </p:tavLst>
                                    </p:anim>
                                    <p:anim calcmode="lin" valueType="num">
                                      <p:cBhvr additive="base">
                                        <p:cTn id="8" dur="600"/>
                                        <p:tgtEl>
                                          <p:spTgt spid="1045"/>
                                        </p:tgtEl>
                                        <p:attrNameLst>
                                          <p:attrName>ppt_h</p:attrName>
                                        </p:attrNameLst>
                                      </p:cBhvr>
                                      <p:tavLst>
                                        <p:tav tm="0">
                                          <p:val>
                                            <p:strVal val="0"/>
                                          </p:val>
                                        </p:tav>
                                        <p:tav tm="100000">
                                          <p:val>
                                            <p:strVal val="#ppt_h"/>
                                          </p:val>
                                        </p:tav>
                                      </p:tavLst>
                                    </p:anim>
                                  </p:childTnLst>
                                </p:cTn>
                              </p:par>
                              <p:par>
                                <p:cTn id="9" presetID="2" presetClass="entr" presetSubtype="8" fill="hold" nodeType="withEffect">
                                  <p:stCondLst>
                                    <p:cond delay="0"/>
                                  </p:stCondLst>
                                  <p:childTnLst>
                                    <p:set>
                                      <p:cBhvr>
                                        <p:cTn id="10" dur="1" fill="hold">
                                          <p:stCondLst>
                                            <p:cond delay="0"/>
                                          </p:stCondLst>
                                        </p:cTn>
                                        <p:tgtEl>
                                          <p:spTgt spid="1084"/>
                                        </p:tgtEl>
                                        <p:attrNameLst>
                                          <p:attrName>style.visibility</p:attrName>
                                        </p:attrNameLst>
                                      </p:cBhvr>
                                      <p:to>
                                        <p:strVal val="visible"/>
                                      </p:to>
                                    </p:set>
                                    <p:anim calcmode="lin" valueType="num">
                                      <p:cBhvr additive="base">
                                        <p:cTn id="11" dur="600"/>
                                        <p:tgtEl>
                                          <p:spTgt spid="1084"/>
                                        </p:tgtEl>
                                        <p:attrNameLst>
                                          <p:attrName>ppt_x</p:attrName>
                                        </p:attrNameLst>
                                      </p:cBhvr>
                                      <p:tavLst>
                                        <p:tav tm="0">
                                          <p:val>
                                            <p:strVal val="#ppt_x-1"/>
                                          </p:val>
                                        </p:tav>
                                        <p:tav tm="100000">
                                          <p:val>
                                            <p:strVal val="#ppt_x"/>
                                          </p:val>
                                        </p:tav>
                                      </p:tavLst>
                                    </p:anim>
                                  </p:childTnLst>
                                </p:cTn>
                              </p:par>
                              <p:par>
                                <p:cTn id="12" presetID="2" presetClass="entr" presetSubtype="2" fill="hold" nodeType="withEffect">
                                  <p:stCondLst>
                                    <p:cond delay="0"/>
                                  </p:stCondLst>
                                  <p:childTnLst>
                                    <p:set>
                                      <p:cBhvr>
                                        <p:cTn id="13" dur="1" fill="hold">
                                          <p:stCondLst>
                                            <p:cond delay="0"/>
                                          </p:stCondLst>
                                        </p:cTn>
                                        <p:tgtEl>
                                          <p:spTgt spid="1049"/>
                                        </p:tgtEl>
                                        <p:attrNameLst>
                                          <p:attrName>style.visibility</p:attrName>
                                        </p:attrNameLst>
                                      </p:cBhvr>
                                      <p:to>
                                        <p:strVal val="visible"/>
                                      </p:to>
                                    </p:set>
                                    <p:anim calcmode="lin" valueType="num">
                                      <p:cBhvr additive="base">
                                        <p:cTn id="14" dur="600"/>
                                        <p:tgtEl>
                                          <p:spTgt spid="104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057BF1A-36B7-53FC-ADAE-E95A58D3F662}"/>
              </a:ext>
            </a:extLst>
          </p:cNvPr>
          <p:cNvCxnSpPr/>
          <p:nvPr/>
        </p:nvCxnSpPr>
        <p:spPr>
          <a:xfrm>
            <a:off x="3062453" y="705507"/>
            <a:ext cx="55180" cy="4240924"/>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88CF0A64-74BF-2CAF-4E11-1BD23ED39FDD}"/>
              </a:ext>
            </a:extLst>
          </p:cNvPr>
          <p:cNvCxnSpPr/>
          <p:nvPr/>
        </p:nvCxnSpPr>
        <p:spPr>
          <a:xfrm>
            <a:off x="6061860" y="705507"/>
            <a:ext cx="55180" cy="424092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42B71F5-1667-963F-B4EB-5435DAB9CAB0}"/>
              </a:ext>
            </a:extLst>
          </p:cNvPr>
          <p:cNvSpPr txBox="1"/>
          <p:nvPr/>
        </p:nvSpPr>
        <p:spPr>
          <a:xfrm>
            <a:off x="165538" y="885800"/>
            <a:ext cx="2751083" cy="1600438"/>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Strengths </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Business purpose is clear.</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Service centers info available.</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Contact details visible.</a:t>
            </a:r>
          </a:p>
        </p:txBody>
      </p:sp>
      <p:sp>
        <p:nvSpPr>
          <p:cNvPr id="10" name="TextBox 9">
            <a:extLst>
              <a:ext uri="{FF2B5EF4-FFF2-40B4-BE49-F238E27FC236}">
                <a16:creationId xmlns:a16="http://schemas.microsoft.com/office/drawing/2014/main" id="{4904B6C5-19FC-BC47-45AE-8F6641D7171A}"/>
              </a:ext>
            </a:extLst>
          </p:cNvPr>
          <p:cNvSpPr txBox="1"/>
          <p:nvPr/>
        </p:nvSpPr>
        <p:spPr>
          <a:xfrm>
            <a:off x="3216174" y="885800"/>
            <a:ext cx="2741936" cy="353943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Weaknesses </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Distracting red banner.</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Inconsistent contact section.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Duplicate menus, poor navigation.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No booking form/CTA on homepage.</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Dark theme, poor readability.</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Mobile homepage lacks call/WhatsApp.</a:t>
            </a:r>
          </a:p>
        </p:txBody>
      </p:sp>
      <p:sp>
        <p:nvSpPr>
          <p:cNvPr id="11" name="TextBox 10">
            <a:extLst>
              <a:ext uri="{FF2B5EF4-FFF2-40B4-BE49-F238E27FC236}">
                <a16:creationId xmlns:a16="http://schemas.microsoft.com/office/drawing/2014/main" id="{420BA5A5-40D7-E1EC-A49C-D2D0BA45368A}"/>
              </a:ext>
            </a:extLst>
          </p:cNvPr>
          <p:cNvSpPr txBox="1"/>
          <p:nvPr/>
        </p:nvSpPr>
        <p:spPr>
          <a:xfrm>
            <a:off x="165538" y="197069"/>
            <a:ext cx="8166538" cy="492443"/>
          </a:xfrm>
          <a:prstGeom prst="rect">
            <a:avLst/>
          </a:prstGeom>
          <a:noFill/>
        </p:spPr>
        <p:txBody>
          <a:bodyPr wrap="square" rtlCol="0">
            <a:spAutoFit/>
          </a:bodyPr>
          <a:lstStyle/>
          <a:p>
            <a:r>
              <a:rPr lang="fr-FR" sz="2600" b="1" dirty="0" err="1">
                <a:solidFill>
                  <a:srgbClr val="0EAD69"/>
                </a:solidFill>
                <a:latin typeface="Calibri" panose="020F0502020204030204" pitchFamily="34" charset="0"/>
                <a:ea typeface="Calibri" panose="020F0502020204030204" pitchFamily="34" charset="0"/>
                <a:cs typeface="Calibri" panose="020F0502020204030204" pitchFamily="34" charset="0"/>
              </a:rPr>
              <a:t>Website</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Design &amp; User </a:t>
            </a:r>
            <a:r>
              <a:rPr lang="fr-FR" sz="2600" b="1" dirty="0" err="1">
                <a:solidFill>
                  <a:srgbClr val="0EAD69"/>
                </a:solidFill>
                <a:latin typeface="Calibri" panose="020F0502020204030204" pitchFamily="34" charset="0"/>
                <a:ea typeface="Calibri" panose="020F0502020204030204" pitchFamily="34" charset="0"/>
                <a:cs typeface="Calibri" panose="020F0502020204030204" pitchFamily="34" charset="0"/>
              </a:rPr>
              <a:t>Experience</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Audit – MMS Solutions</a:t>
            </a:r>
            <a:endPar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D3547B9F-F0BA-0CEA-5653-011EF1BB0556}"/>
              </a:ext>
            </a:extLst>
          </p:cNvPr>
          <p:cNvSpPr txBox="1"/>
          <p:nvPr/>
        </p:nvSpPr>
        <p:spPr>
          <a:xfrm>
            <a:off x="6227409" y="885800"/>
            <a:ext cx="2751053" cy="4185761"/>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Recommendations </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Replace banner with sticky “Call Now”.</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Standardize contact info across pages.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Add homepage booking form + CTA.</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Merge menus, simplify navigation.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Switch to light modern theme.</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Add sticky call/WhatsApp buttons on all pages.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grpSp>
        <p:nvGrpSpPr>
          <p:cNvPr id="14" name="Google Shape;21876;p135">
            <a:extLst>
              <a:ext uri="{FF2B5EF4-FFF2-40B4-BE49-F238E27FC236}">
                <a16:creationId xmlns:a16="http://schemas.microsoft.com/office/drawing/2014/main" id="{CE62C0F8-BFB6-0607-2E60-F31985EA644B}"/>
              </a:ext>
            </a:extLst>
          </p:cNvPr>
          <p:cNvGrpSpPr/>
          <p:nvPr/>
        </p:nvGrpSpPr>
        <p:grpSpPr>
          <a:xfrm>
            <a:off x="6202984" y="917172"/>
            <a:ext cx="303420" cy="221451"/>
            <a:chOff x="3541011" y="1508594"/>
            <a:chExt cx="350167" cy="349434"/>
          </a:xfrm>
        </p:grpSpPr>
        <p:sp>
          <p:nvSpPr>
            <p:cNvPr id="15" name="Google Shape;21877;p135">
              <a:extLst>
                <a:ext uri="{FF2B5EF4-FFF2-40B4-BE49-F238E27FC236}">
                  <a16:creationId xmlns:a16="http://schemas.microsoft.com/office/drawing/2014/main" id="{B059B4E8-325F-0974-7216-0111513E6A4B}"/>
                </a:ext>
              </a:extLst>
            </p:cNvPr>
            <p:cNvSpPr/>
            <p:nvPr/>
          </p:nvSpPr>
          <p:spPr>
            <a:xfrm>
              <a:off x="3600879" y="1568270"/>
              <a:ext cx="230049" cy="289758"/>
            </a:xfrm>
            <a:custGeom>
              <a:avLst/>
              <a:gdLst/>
              <a:ahLst/>
              <a:cxnLst/>
              <a:rect l="l" t="t" r="r" b="b"/>
              <a:pathLst>
                <a:path w="7228" h="9104" extrusionOk="0">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21878;p135">
              <a:extLst>
                <a:ext uri="{FF2B5EF4-FFF2-40B4-BE49-F238E27FC236}">
                  <a16:creationId xmlns:a16="http://schemas.microsoft.com/office/drawing/2014/main" id="{6AB7256A-5C2D-D02A-261E-F5E0029A0EB0}"/>
                </a:ext>
              </a:extLst>
            </p:cNvPr>
            <p:cNvSpPr/>
            <p:nvPr/>
          </p:nvSpPr>
          <p:spPr>
            <a:xfrm>
              <a:off x="3541011" y="1677980"/>
              <a:ext cx="48919" cy="10630"/>
            </a:xfrm>
            <a:custGeom>
              <a:avLst/>
              <a:gdLst/>
              <a:ahLst/>
              <a:cxnLst/>
              <a:rect l="l" t="t" r="r" b="b"/>
              <a:pathLst>
                <a:path w="1537" h="334" extrusionOk="0">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21879;p135">
              <a:extLst>
                <a:ext uri="{FF2B5EF4-FFF2-40B4-BE49-F238E27FC236}">
                  <a16:creationId xmlns:a16="http://schemas.microsoft.com/office/drawing/2014/main" id="{465DFC34-8D3B-4A99-D05E-EF2E7D5A8ABD}"/>
                </a:ext>
              </a:extLst>
            </p:cNvPr>
            <p:cNvSpPr/>
            <p:nvPr/>
          </p:nvSpPr>
          <p:spPr>
            <a:xfrm>
              <a:off x="3842259" y="1677980"/>
              <a:ext cx="48919" cy="10630"/>
            </a:xfrm>
            <a:custGeom>
              <a:avLst/>
              <a:gdLst/>
              <a:ahLst/>
              <a:cxnLst/>
              <a:rect l="l" t="t" r="r" b="b"/>
              <a:pathLst>
                <a:path w="1537" h="334" extrusionOk="0">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21880;p135">
              <a:extLst>
                <a:ext uri="{FF2B5EF4-FFF2-40B4-BE49-F238E27FC236}">
                  <a16:creationId xmlns:a16="http://schemas.microsoft.com/office/drawing/2014/main" id="{8C166DCE-5EE1-5D85-2891-2EF920AE9DC3}"/>
                </a:ext>
              </a:extLst>
            </p:cNvPr>
            <p:cNvSpPr/>
            <p:nvPr/>
          </p:nvSpPr>
          <p:spPr>
            <a:xfrm>
              <a:off x="3711161" y="1508594"/>
              <a:ext cx="10248" cy="48537"/>
            </a:xfrm>
            <a:custGeom>
              <a:avLst/>
              <a:gdLst/>
              <a:ahLst/>
              <a:cxnLst/>
              <a:rect l="l" t="t" r="r" b="b"/>
              <a:pathLst>
                <a:path w="322" h="1525" extrusionOk="0">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21881;p135">
              <a:extLst>
                <a:ext uri="{FF2B5EF4-FFF2-40B4-BE49-F238E27FC236}">
                  <a16:creationId xmlns:a16="http://schemas.microsoft.com/office/drawing/2014/main" id="{219740DE-A654-3AC8-E194-06808FBF4A1F}"/>
                </a:ext>
              </a:extLst>
            </p:cNvPr>
            <p:cNvSpPr/>
            <p:nvPr/>
          </p:nvSpPr>
          <p:spPr>
            <a:xfrm>
              <a:off x="3633470" y="1792018"/>
              <a:ext cx="22757" cy="29249"/>
            </a:xfrm>
            <a:custGeom>
              <a:avLst/>
              <a:gdLst/>
              <a:ahLst/>
              <a:cxnLst/>
              <a:rect l="l" t="t" r="r" b="b"/>
              <a:pathLst>
                <a:path w="715" h="919" extrusionOk="0">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21882;p135">
              <a:extLst>
                <a:ext uri="{FF2B5EF4-FFF2-40B4-BE49-F238E27FC236}">
                  <a16:creationId xmlns:a16="http://schemas.microsoft.com/office/drawing/2014/main" id="{60087900-9169-D12F-4422-E81A764EF483}"/>
                </a:ext>
              </a:extLst>
            </p:cNvPr>
            <p:cNvSpPr/>
            <p:nvPr/>
          </p:nvSpPr>
          <p:spPr>
            <a:xfrm>
              <a:off x="3775962" y="1545195"/>
              <a:ext cx="22757" cy="28995"/>
            </a:xfrm>
            <a:custGeom>
              <a:avLst/>
              <a:gdLst/>
              <a:ahLst/>
              <a:cxnLst/>
              <a:rect l="l" t="t" r="r" b="b"/>
              <a:pathLst>
                <a:path w="715" h="911" extrusionOk="0">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21883;p135">
              <a:extLst>
                <a:ext uri="{FF2B5EF4-FFF2-40B4-BE49-F238E27FC236}">
                  <a16:creationId xmlns:a16="http://schemas.microsoft.com/office/drawing/2014/main" id="{2239DFB1-59D2-1A80-3D21-271C83E51B5E}"/>
                </a:ext>
              </a:extLst>
            </p:cNvPr>
            <p:cNvSpPr/>
            <p:nvPr/>
          </p:nvSpPr>
          <p:spPr>
            <a:xfrm>
              <a:off x="3577390" y="1601498"/>
              <a:ext cx="31095" cy="21197"/>
            </a:xfrm>
            <a:custGeom>
              <a:avLst/>
              <a:gdLst/>
              <a:ahLst/>
              <a:cxnLst/>
              <a:rect l="l" t="t" r="r" b="b"/>
              <a:pathLst>
                <a:path w="977" h="666" extrusionOk="0">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21884;p135">
              <a:extLst>
                <a:ext uri="{FF2B5EF4-FFF2-40B4-BE49-F238E27FC236}">
                  <a16:creationId xmlns:a16="http://schemas.microsoft.com/office/drawing/2014/main" id="{F95B8F1E-0248-4E5D-3BA9-0DE060038BDB}"/>
                </a:ext>
              </a:extLst>
            </p:cNvPr>
            <p:cNvSpPr/>
            <p:nvPr/>
          </p:nvSpPr>
          <p:spPr>
            <a:xfrm>
              <a:off x="3823703" y="1743608"/>
              <a:ext cx="31095" cy="21197"/>
            </a:xfrm>
            <a:custGeom>
              <a:avLst/>
              <a:gdLst/>
              <a:ahLst/>
              <a:cxnLst/>
              <a:rect l="l" t="t" r="r" b="b"/>
              <a:pathLst>
                <a:path w="977" h="666" extrusionOk="0">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21885;p135">
              <a:extLst>
                <a:ext uri="{FF2B5EF4-FFF2-40B4-BE49-F238E27FC236}">
                  <a16:creationId xmlns:a16="http://schemas.microsoft.com/office/drawing/2014/main" id="{09C4F912-8316-BAC3-80A9-9D0C22284147}"/>
                </a:ext>
              </a:extLst>
            </p:cNvPr>
            <p:cNvSpPr/>
            <p:nvPr/>
          </p:nvSpPr>
          <p:spPr>
            <a:xfrm>
              <a:off x="3775962" y="1792018"/>
              <a:ext cx="22757" cy="29249"/>
            </a:xfrm>
            <a:custGeom>
              <a:avLst/>
              <a:gdLst/>
              <a:ahLst/>
              <a:cxnLst/>
              <a:rect l="l" t="t" r="r" b="b"/>
              <a:pathLst>
                <a:path w="715" h="919" extrusionOk="0">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21886;p135">
              <a:extLst>
                <a:ext uri="{FF2B5EF4-FFF2-40B4-BE49-F238E27FC236}">
                  <a16:creationId xmlns:a16="http://schemas.microsoft.com/office/drawing/2014/main" id="{03776D4E-9E50-8238-0E85-523286AFB10B}"/>
                </a:ext>
              </a:extLst>
            </p:cNvPr>
            <p:cNvSpPr/>
            <p:nvPr/>
          </p:nvSpPr>
          <p:spPr>
            <a:xfrm>
              <a:off x="3633470" y="1545195"/>
              <a:ext cx="22757" cy="28995"/>
            </a:xfrm>
            <a:custGeom>
              <a:avLst/>
              <a:gdLst/>
              <a:ahLst/>
              <a:cxnLst/>
              <a:rect l="l" t="t" r="r" b="b"/>
              <a:pathLst>
                <a:path w="715" h="911" extrusionOk="0">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21887;p135">
              <a:extLst>
                <a:ext uri="{FF2B5EF4-FFF2-40B4-BE49-F238E27FC236}">
                  <a16:creationId xmlns:a16="http://schemas.microsoft.com/office/drawing/2014/main" id="{7D541A96-DE5E-BA58-7BCF-2AAA2C722A65}"/>
                </a:ext>
              </a:extLst>
            </p:cNvPr>
            <p:cNvSpPr/>
            <p:nvPr/>
          </p:nvSpPr>
          <p:spPr>
            <a:xfrm>
              <a:off x="3823703" y="1601498"/>
              <a:ext cx="31095" cy="21197"/>
            </a:xfrm>
            <a:custGeom>
              <a:avLst/>
              <a:gdLst/>
              <a:ahLst/>
              <a:cxnLst/>
              <a:rect l="l" t="t" r="r" b="b"/>
              <a:pathLst>
                <a:path w="977" h="666" extrusionOk="0">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21888;p135">
              <a:extLst>
                <a:ext uri="{FF2B5EF4-FFF2-40B4-BE49-F238E27FC236}">
                  <a16:creationId xmlns:a16="http://schemas.microsoft.com/office/drawing/2014/main" id="{6B89E7A8-765D-9CCF-98DB-69E4660B2D5A}"/>
                </a:ext>
              </a:extLst>
            </p:cNvPr>
            <p:cNvSpPr/>
            <p:nvPr/>
          </p:nvSpPr>
          <p:spPr>
            <a:xfrm>
              <a:off x="3577390" y="1743608"/>
              <a:ext cx="31095" cy="21197"/>
            </a:xfrm>
            <a:custGeom>
              <a:avLst/>
              <a:gdLst/>
              <a:ahLst/>
              <a:cxnLst/>
              <a:rect l="l" t="t" r="r" b="b"/>
              <a:pathLst>
                <a:path w="977" h="666" extrusionOk="0">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1889;p135">
              <a:extLst>
                <a:ext uri="{FF2B5EF4-FFF2-40B4-BE49-F238E27FC236}">
                  <a16:creationId xmlns:a16="http://schemas.microsoft.com/office/drawing/2014/main" id="{E38CA3F3-8EF7-BEB5-4C42-EA71A6758960}"/>
                </a:ext>
              </a:extLst>
            </p:cNvPr>
            <p:cNvSpPr/>
            <p:nvPr/>
          </p:nvSpPr>
          <p:spPr>
            <a:xfrm>
              <a:off x="3732358" y="1593032"/>
              <a:ext cx="71294" cy="62255"/>
            </a:xfrm>
            <a:custGeom>
              <a:avLst/>
              <a:gdLst/>
              <a:ahLst/>
              <a:cxnLst/>
              <a:rect l="l" t="t" r="r" b="b"/>
              <a:pathLst>
                <a:path w="2240" h="1956" extrusionOk="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8" name="Google Shape;21338;p133">
            <a:extLst>
              <a:ext uri="{FF2B5EF4-FFF2-40B4-BE49-F238E27FC236}">
                <a16:creationId xmlns:a16="http://schemas.microsoft.com/office/drawing/2014/main" id="{2F347340-BF3C-286C-107C-BA440C50AFEB}"/>
              </a:ext>
            </a:extLst>
          </p:cNvPr>
          <p:cNvGrpSpPr/>
          <p:nvPr/>
        </p:nvGrpSpPr>
        <p:grpSpPr>
          <a:xfrm>
            <a:off x="3281107" y="931095"/>
            <a:ext cx="227277" cy="196288"/>
            <a:chOff x="3584280" y="3699191"/>
            <a:chExt cx="358069" cy="317995"/>
          </a:xfrm>
        </p:grpSpPr>
        <p:sp>
          <p:nvSpPr>
            <p:cNvPr id="29" name="Google Shape;21339;p133">
              <a:extLst>
                <a:ext uri="{FF2B5EF4-FFF2-40B4-BE49-F238E27FC236}">
                  <a16:creationId xmlns:a16="http://schemas.microsoft.com/office/drawing/2014/main" id="{D521BBA9-0E0D-F0D7-FEC6-C4F40E96D7EE}"/>
                </a:ext>
              </a:extLst>
            </p:cNvPr>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340;p133">
              <a:extLst>
                <a:ext uri="{FF2B5EF4-FFF2-40B4-BE49-F238E27FC236}">
                  <a16:creationId xmlns:a16="http://schemas.microsoft.com/office/drawing/2014/main" id="{48A27251-FDE4-ABCB-97FC-C190693FBC99}"/>
                </a:ext>
              </a:extLst>
            </p:cNvPr>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341;p133">
              <a:extLst>
                <a:ext uri="{FF2B5EF4-FFF2-40B4-BE49-F238E27FC236}">
                  <a16:creationId xmlns:a16="http://schemas.microsoft.com/office/drawing/2014/main" id="{755715DD-3492-0A68-7BC6-D48F080A0D99}"/>
                </a:ext>
              </a:extLst>
            </p:cNvPr>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342;p133">
              <a:extLst>
                <a:ext uri="{FF2B5EF4-FFF2-40B4-BE49-F238E27FC236}">
                  <a16:creationId xmlns:a16="http://schemas.microsoft.com/office/drawing/2014/main" id="{C1249750-9145-A881-9C52-04A475135E8A}"/>
                </a:ext>
              </a:extLst>
            </p:cNvPr>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21474;p134">
            <a:extLst>
              <a:ext uri="{FF2B5EF4-FFF2-40B4-BE49-F238E27FC236}">
                <a16:creationId xmlns:a16="http://schemas.microsoft.com/office/drawing/2014/main" id="{F23E24DA-B094-0AEE-3965-5DB662E85D6B}"/>
              </a:ext>
            </a:extLst>
          </p:cNvPr>
          <p:cNvGrpSpPr/>
          <p:nvPr/>
        </p:nvGrpSpPr>
        <p:grpSpPr>
          <a:xfrm>
            <a:off x="269596" y="944459"/>
            <a:ext cx="198119" cy="194164"/>
            <a:chOff x="916127" y="3807056"/>
            <a:chExt cx="221902" cy="380795"/>
          </a:xfrm>
        </p:grpSpPr>
        <p:sp>
          <p:nvSpPr>
            <p:cNvPr id="34" name="Google Shape;21475;p134">
              <a:extLst>
                <a:ext uri="{FF2B5EF4-FFF2-40B4-BE49-F238E27FC236}">
                  <a16:creationId xmlns:a16="http://schemas.microsoft.com/office/drawing/2014/main" id="{00F7D447-CA9E-7A98-FB88-3AE76C978D97}"/>
                </a:ext>
              </a:extLst>
            </p:cNvPr>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476;p134">
              <a:extLst>
                <a:ext uri="{FF2B5EF4-FFF2-40B4-BE49-F238E27FC236}">
                  <a16:creationId xmlns:a16="http://schemas.microsoft.com/office/drawing/2014/main" id="{88341628-5C5A-B98D-22C6-44C917C50720}"/>
                </a:ext>
              </a:extLst>
            </p:cNvPr>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477;p134">
              <a:extLst>
                <a:ext uri="{FF2B5EF4-FFF2-40B4-BE49-F238E27FC236}">
                  <a16:creationId xmlns:a16="http://schemas.microsoft.com/office/drawing/2014/main" id="{8E35F196-91C7-4CD8-5CBB-8C4FA8ACA8D6}"/>
                </a:ext>
              </a:extLst>
            </p:cNvPr>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478;p134">
              <a:extLst>
                <a:ext uri="{FF2B5EF4-FFF2-40B4-BE49-F238E27FC236}">
                  <a16:creationId xmlns:a16="http://schemas.microsoft.com/office/drawing/2014/main" id="{97DF36E7-6276-C3CD-7A01-029B38E3AF44}"/>
                </a:ext>
              </a:extLst>
            </p:cNvPr>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763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5DD8-C547-F68D-03C2-2DDF84943B9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E382FC1-0CE5-E59D-9005-118F41313F04}"/>
              </a:ext>
            </a:extLst>
          </p:cNvPr>
          <p:cNvCxnSpPr/>
          <p:nvPr/>
        </p:nvCxnSpPr>
        <p:spPr>
          <a:xfrm>
            <a:off x="3038807" y="693224"/>
            <a:ext cx="55180" cy="4240924"/>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B0D69A35-B55B-A390-C1D1-39838724309D}"/>
              </a:ext>
            </a:extLst>
          </p:cNvPr>
          <p:cNvCxnSpPr/>
          <p:nvPr/>
        </p:nvCxnSpPr>
        <p:spPr>
          <a:xfrm>
            <a:off x="5923901" y="689512"/>
            <a:ext cx="55180" cy="424092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29CC203-6613-B995-0416-CD63A794BAD5}"/>
              </a:ext>
            </a:extLst>
          </p:cNvPr>
          <p:cNvSpPr txBox="1"/>
          <p:nvPr/>
        </p:nvSpPr>
        <p:spPr>
          <a:xfrm>
            <a:off x="165538" y="885800"/>
            <a:ext cx="2751083" cy="3754874"/>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Strengths </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Title &amp; meta description optimized (within ideal length).</a:t>
            </a:r>
          </a:p>
          <a:p>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Relevant keywords included (iPhone, OnePlus, Chennai repair).</a:t>
            </a:r>
            <a:r>
              <a:rPr lang="en-IN" dirty="0">
                <a:latin typeface="Calibri" panose="020F0502020204030204" pitchFamily="34" charset="0"/>
                <a:ea typeface="Calibri" panose="020F0502020204030204" pitchFamily="34" charset="0"/>
                <a:cs typeface="Calibri" panose="020F0502020204030204" pitchFamily="34" charset="0"/>
              </a:rPr>
              <a:t> </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Sitemap &amp; robots.txt available for crawling.</a:t>
            </a:r>
            <a:r>
              <a:rPr lang="en-US" dirty="0">
                <a:latin typeface="Calibri" panose="020F0502020204030204" pitchFamily="34" charset="0"/>
                <a:ea typeface="Calibri" panose="020F0502020204030204" pitchFamily="34" charset="0"/>
                <a:cs typeface="Calibri" panose="020F0502020204030204" pitchFamily="34" charset="0"/>
              </a:rPr>
              <a:t> </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Verification tags (Google, Facebook) present. </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High Accessibility (89) and Best Practices (96) scores.</a:t>
            </a:r>
          </a:p>
        </p:txBody>
      </p:sp>
      <p:sp>
        <p:nvSpPr>
          <p:cNvPr id="10" name="TextBox 9">
            <a:extLst>
              <a:ext uri="{FF2B5EF4-FFF2-40B4-BE49-F238E27FC236}">
                <a16:creationId xmlns:a16="http://schemas.microsoft.com/office/drawing/2014/main" id="{0BBEAA58-0013-BDB8-8DF6-AA13DBC5F867}"/>
              </a:ext>
            </a:extLst>
          </p:cNvPr>
          <p:cNvSpPr txBox="1"/>
          <p:nvPr/>
        </p:nvSpPr>
        <p:spPr>
          <a:xfrm>
            <a:off x="3216174" y="885800"/>
            <a:ext cx="2573717" cy="353943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Weaknesses </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Poor speed on Mobile (41) &amp; Desktop (69).</a:t>
            </a:r>
            <a:r>
              <a:rPr lang="en-IN"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Canonical tag missing → duplicate content risk.</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Robots meta tag missing.</a:t>
            </a:r>
          </a:p>
          <a:p>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Multiple H1 tags (13 detected).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Missing alt text on images.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Tablet layout misalignment.</a:t>
            </a:r>
          </a:p>
        </p:txBody>
      </p:sp>
      <p:sp>
        <p:nvSpPr>
          <p:cNvPr id="11" name="TextBox 10">
            <a:extLst>
              <a:ext uri="{FF2B5EF4-FFF2-40B4-BE49-F238E27FC236}">
                <a16:creationId xmlns:a16="http://schemas.microsoft.com/office/drawing/2014/main" id="{465917F8-14C6-12F3-3921-7E146ECE615D}"/>
              </a:ext>
            </a:extLst>
          </p:cNvPr>
          <p:cNvSpPr txBox="1"/>
          <p:nvPr/>
        </p:nvSpPr>
        <p:spPr>
          <a:xfrm>
            <a:off x="165537" y="197069"/>
            <a:ext cx="8576441" cy="492443"/>
          </a:xfrm>
          <a:prstGeom prst="rect">
            <a:avLst/>
          </a:prstGeom>
          <a:noFill/>
        </p:spPr>
        <p:txBody>
          <a:bodyPr wrap="square" rtlCol="0">
            <a:spAutoFit/>
          </a:bodyPr>
          <a:lstStyle/>
          <a:p>
            <a:r>
              <a:rPr lang="fr-FR" sz="2600" b="1" dirty="0" err="1">
                <a:solidFill>
                  <a:srgbClr val="0EAD69"/>
                </a:solidFill>
                <a:latin typeface="Calibri" panose="020F0502020204030204" pitchFamily="34" charset="0"/>
                <a:ea typeface="Calibri" panose="020F0502020204030204" pitchFamily="34" charset="0"/>
                <a:cs typeface="Calibri" panose="020F0502020204030204" pitchFamily="34" charset="0"/>
              </a:rPr>
              <a:t>Technical</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SEO &amp; Performance Audit – MMS Solutions</a:t>
            </a:r>
            <a:endPar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A4943014-260F-C5B0-83B8-10A2B6C5FE59}"/>
              </a:ext>
            </a:extLst>
          </p:cNvPr>
          <p:cNvSpPr txBox="1"/>
          <p:nvPr/>
        </p:nvSpPr>
        <p:spPr>
          <a:xfrm>
            <a:off x="6026368" y="885800"/>
            <a:ext cx="2952093" cy="3970318"/>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Recommendations </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Improve speed: compress images, cache, remove unused scripts.</a:t>
            </a: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Add canonical &amp; robots meta tags.</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Fix heading structure: only 1 H1 per page.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Add descriptive alt text to all images.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Align tablet layouts for consistency.</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Target SEO score 90+.</a:t>
            </a: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14" name="Google Shape;21474;p134">
            <a:extLst>
              <a:ext uri="{FF2B5EF4-FFF2-40B4-BE49-F238E27FC236}">
                <a16:creationId xmlns:a16="http://schemas.microsoft.com/office/drawing/2014/main" id="{8B57F088-4A1C-A3EE-DFE7-389F57409B50}"/>
              </a:ext>
            </a:extLst>
          </p:cNvPr>
          <p:cNvGrpSpPr/>
          <p:nvPr/>
        </p:nvGrpSpPr>
        <p:grpSpPr>
          <a:xfrm>
            <a:off x="284649" y="941165"/>
            <a:ext cx="198119" cy="194164"/>
            <a:chOff x="916127" y="3807056"/>
            <a:chExt cx="221902" cy="380795"/>
          </a:xfrm>
        </p:grpSpPr>
        <p:sp>
          <p:nvSpPr>
            <p:cNvPr id="15" name="Google Shape;21475;p134">
              <a:extLst>
                <a:ext uri="{FF2B5EF4-FFF2-40B4-BE49-F238E27FC236}">
                  <a16:creationId xmlns:a16="http://schemas.microsoft.com/office/drawing/2014/main" id="{FD28FBAD-D097-DF38-151D-DAFC2B903BD3}"/>
                </a:ext>
              </a:extLst>
            </p:cNvPr>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476;p134">
              <a:extLst>
                <a:ext uri="{FF2B5EF4-FFF2-40B4-BE49-F238E27FC236}">
                  <a16:creationId xmlns:a16="http://schemas.microsoft.com/office/drawing/2014/main" id="{B3979DF3-73CC-DA18-BF1A-52DBDB2552BF}"/>
                </a:ext>
              </a:extLst>
            </p:cNvPr>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477;p134">
              <a:extLst>
                <a:ext uri="{FF2B5EF4-FFF2-40B4-BE49-F238E27FC236}">
                  <a16:creationId xmlns:a16="http://schemas.microsoft.com/office/drawing/2014/main" id="{8E488429-BB52-6C8E-2272-73E87258114C}"/>
                </a:ext>
              </a:extLst>
            </p:cNvPr>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478;p134">
              <a:extLst>
                <a:ext uri="{FF2B5EF4-FFF2-40B4-BE49-F238E27FC236}">
                  <a16:creationId xmlns:a16="http://schemas.microsoft.com/office/drawing/2014/main" id="{B5DA0EED-A81D-2D97-2F2C-252E3168712D}"/>
                </a:ext>
              </a:extLst>
            </p:cNvPr>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21338;p133">
            <a:extLst>
              <a:ext uri="{FF2B5EF4-FFF2-40B4-BE49-F238E27FC236}">
                <a16:creationId xmlns:a16="http://schemas.microsoft.com/office/drawing/2014/main" id="{427E960B-6FC0-F267-2C0C-A7B686FA17AE}"/>
              </a:ext>
            </a:extLst>
          </p:cNvPr>
          <p:cNvGrpSpPr/>
          <p:nvPr/>
        </p:nvGrpSpPr>
        <p:grpSpPr>
          <a:xfrm>
            <a:off x="3263726" y="933044"/>
            <a:ext cx="227277" cy="196288"/>
            <a:chOff x="3584280" y="3699191"/>
            <a:chExt cx="358069" cy="317995"/>
          </a:xfrm>
        </p:grpSpPr>
        <p:sp>
          <p:nvSpPr>
            <p:cNvPr id="20" name="Google Shape;21339;p133">
              <a:extLst>
                <a:ext uri="{FF2B5EF4-FFF2-40B4-BE49-F238E27FC236}">
                  <a16:creationId xmlns:a16="http://schemas.microsoft.com/office/drawing/2014/main" id="{82D4C1FD-21F0-C46B-3CFB-5257DF62E290}"/>
                </a:ext>
              </a:extLst>
            </p:cNvPr>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40;p133">
              <a:extLst>
                <a:ext uri="{FF2B5EF4-FFF2-40B4-BE49-F238E27FC236}">
                  <a16:creationId xmlns:a16="http://schemas.microsoft.com/office/drawing/2014/main" id="{D273B92F-F88B-0709-D2E3-512A2151FB18}"/>
                </a:ext>
              </a:extLst>
            </p:cNvPr>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41;p133">
              <a:extLst>
                <a:ext uri="{FF2B5EF4-FFF2-40B4-BE49-F238E27FC236}">
                  <a16:creationId xmlns:a16="http://schemas.microsoft.com/office/drawing/2014/main" id="{1367DD3E-9E48-B592-27A3-083B88BD51DD}"/>
                </a:ext>
              </a:extLst>
            </p:cNvPr>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2;p133">
              <a:extLst>
                <a:ext uri="{FF2B5EF4-FFF2-40B4-BE49-F238E27FC236}">
                  <a16:creationId xmlns:a16="http://schemas.microsoft.com/office/drawing/2014/main" id="{95F7669B-22AD-1AE5-70A8-473A1F3E4EC0}"/>
                </a:ext>
              </a:extLst>
            </p:cNvPr>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1876;p135">
            <a:extLst>
              <a:ext uri="{FF2B5EF4-FFF2-40B4-BE49-F238E27FC236}">
                <a16:creationId xmlns:a16="http://schemas.microsoft.com/office/drawing/2014/main" id="{71B0D5C5-FA8E-497E-B828-4EE3ABD2AAE9}"/>
              </a:ext>
            </a:extLst>
          </p:cNvPr>
          <p:cNvGrpSpPr/>
          <p:nvPr/>
        </p:nvGrpSpPr>
        <p:grpSpPr>
          <a:xfrm>
            <a:off x="6012650" y="920344"/>
            <a:ext cx="303420" cy="221451"/>
            <a:chOff x="3541011" y="1508594"/>
            <a:chExt cx="350167" cy="349434"/>
          </a:xfrm>
        </p:grpSpPr>
        <p:sp>
          <p:nvSpPr>
            <p:cNvPr id="25" name="Google Shape;21877;p135">
              <a:extLst>
                <a:ext uri="{FF2B5EF4-FFF2-40B4-BE49-F238E27FC236}">
                  <a16:creationId xmlns:a16="http://schemas.microsoft.com/office/drawing/2014/main" id="{ED2191F7-D71D-1BC7-08E4-1FD5E859737A}"/>
                </a:ext>
              </a:extLst>
            </p:cNvPr>
            <p:cNvSpPr/>
            <p:nvPr/>
          </p:nvSpPr>
          <p:spPr>
            <a:xfrm>
              <a:off x="3600879" y="1568270"/>
              <a:ext cx="230049" cy="289758"/>
            </a:xfrm>
            <a:custGeom>
              <a:avLst/>
              <a:gdLst/>
              <a:ahLst/>
              <a:cxnLst/>
              <a:rect l="l" t="t" r="r" b="b"/>
              <a:pathLst>
                <a:path w="7228" h="9104" extrusionOk="0">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21878;p135">
              <a:extLst>
                <a:ext uri="{FF2B5EF4-FFF2-40B4-BE49-F238E27FC236}">
                  <a16:creationId xmlns:a16="http://schemas.microsoft.com/office/drawing/2014/main" id="{0AFC3995-1C58-A2E2-9184-3C9D0F0406E4}"/>
                </a:ext>
              </a:extLst>
            </p:cNvPr>
            <p:cNvSpPr/>
            <p:nvPr/>
          </p:nvSpPr>
          <p:spPr>
            <a:xfrm>
              <a:off x="3541011" y="1677980"/>
              <a:ext cx="48919" cy="10630"/>
            </a:xfrm>
            <a:custGeom>
              <a:avLst/>
              <a:gdLst/>
              <a:ahLst/>
              <a:cxnLst/>
              <a:rect l="l" t="t" r="r" b="b"/>
              <a:pathLst>
                <a:path w="1537" h="334" extrusionOk="0">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1879;p135">
              <a:extLst>
                <a:ext uri="{FF2B5EF4-FFF2-40B4-BE49-F238E27FC236}">
                  <a16:creationId xmlns:a16="http://schemas.microsoft.com/office/drawing/2014/main" id="{E7856D03-E801-0033-09A0-A005F1921FC8}"/>
                </a:ext>
              </a:extLst>
            </p:cNvPr>
            <p:cNvSpPr/>
            <p:nvPr/>
          </p:nvSpPr>
          <p:spPr>
            <a:xfrm>
              <a:off x="3842259" y="1677980"/>
              <a:ext cx="48919" cy="10630"/>
            </a:xfrm>
            <a:custGeom>
              <a:avLst/>
              <a:gdLst/>
              <a:ahLst/>
              <a:cxnLst/>
              <a:rect l="l" t="t" r="r" b="b"/>
              <a:pathLst>
                <a:path w="1537" h="334" extrusionOk="0">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21880;p135">
              <a:extLst>
                <a:ext uri="{FF2B5EF4-FFF2-40B4-BE49-F238E27FC236}">
                  <a16:creationId xmlns:a16="http://schemas.microsoft.com/office/drawing/2014/main" id="{C5D8FD82-AFCD-2A31-4E16-B763ACEC6F0C}"/>
                </a:ext>
              </a:extLst>
            </p:cNvPr>
            <p:cNvSpPr/>
            <p:nvPr/>
          </p:nvSpPr>
          <p:spPr>
            <a:xfrm>
              <a:off x="3711161" y="1508594"/>
              <a:ext cx="10248" cy="48537"/>
            </a:xfrm>
            <a:custGeom>
              <a:avLst/>
              <a:gdLst/>
              <a:ahLst/>
              <a:cxnLst/>
              <a:rect l="l" t="t" r="r" b="b"/>
              <a:pathLst>
                <a:path w="322" h="1525" extrusionOk="0">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21881;p135">
              <a:extLst>
                <a:ext uri="{FF2B5EF4-FFF2-40B4-BE49-F238E27FC236}">
                  <a16:creationId xmlns:a16="http://schemas.microsoft.com/office/drawing/2014/main" id="{0F235382-224F-C2C4-6495-0E531A3B63D9}"/>
                </a:ext>
              </a:extLst>
            </p:cNvPr>
            <p:cNvSpPr/>
            <p:nvPr/>
          </p:nvSpPr>
          <p:spPr>
            <a:xfrm>
              <a:off x="3633470" y="1792018"/>
              <a:ext cx="22757" cy="29249"/>
            </a:xfrm>
            <a:custGeom>
              <a:avLst/>
              <a:gdLst/>
              <a:ahLst/>
              <a:cxnLst/>
              <a:rect l="l" t="t" r="r" b="b"/>
              <a:pathLst>
                <a:path w="715" h="919" extrusionOk="0">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21882;p135">
              <a:extLst>
                <a:ext uri="{FF2B5EF4-FFF2-40B4-BE49-F238E27FC236}">
                  <a16:creationId xmlns:a16="http://schemas.microsoft.com/office/drawing/2014/main" id="{1B75192E-5369-1872-886A-95C3E965AF8F}"/>
                </a:ext>
              </a:extLst>
            </p:cNvPr>
            <p:cNvSpPr/>
            <p:nvPr/>
          </p:nvSpPr>
          <p:spPr>
            <a:xfrm>
              <a:off x="3775962" y="1545195"/>
              <a:ext cx="22757" cy="28995"/>
            </a:xfrm>
            <a:custGeom>
              <a:avLst/>
              <a:gdLst/>
              <a:ahLst/>
              <a:cxnLst/>
              <a:rect l="l" t="t" r="r" b="b"/>
              <a:pathLst>
                <a:path w="715" h="911" extrusionOk="0">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21883;p135">
              <a:extLst>
                <a:ext uri="{FF2B5EF4-FFF2-40B4-BE49-F238E27FC236}">
                  <a16:creationId xmlns:a16="http://schemas.microsoft.com/office/drawing/2014/main" id="{A8B3EDE3-4569-F954-9019-0CD3B8048990}"/>
                </a:ext>
              </a:extLst>
            </p:cNvPr>
            <p:cNvSpPr/>
            <p:nvPr/>
          </p:nvSpPr>
          <p:spPr>
            <a:xfrm>
              <a:off x="3577390" y="1601498"/>
              <a:ext cx="31095" cy="21197"/>
            </a:xfrm>
            <a:custGeom>
              <a:avLst/>
              <a:gdLst/>
              <a:ahLst/>
              <a:cxnLst/>
              <a:rect l="l" t="t" r="r" b="b"/>
              <a:pathLst>
                <a:path w="977" h="666" extrusionOk="0">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21884;p135">
              <a:extLst>
                <a:ext uri="{FF2B5EF4-FFF2-40B4-BE49-F238E27FC236}">
                  <a16:creationId xmlns:a16="http://schemas.microsoft.com/office/drawing/2014/main" id="{662EC260-918C-EBCE-94BB-EC2C4271C3B9}"/>
                </a:ext>
              </a:extLst>
            </p:cNvPr>
            <p:cNvSpPr/>
            <p:nvPr/>
          </p:nvSpPr>
          <p:spPr>
            <a:xfrm>
              <a:off x="3823703" y="1743608"/>
              <a:ext cx="31095" cy="21197"/>
            </a:xfrm>
            <a:custGeom>
              <a:avLst/>
              <a:gdLst/>
              <a:ahLst/>
              <a:cxnLst/>
              <a:rect l="l" t="t" r="r" b="b"/>
              <a:pathLst>
                <a:path w="977" h="666" extrusionOk="0">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21885;p135">
              <a:extLst>
                <a:ext uri="{FF2B5EF4-FFF2-40B4-BE49-F238E27FC236}">
                  <a16:creationId xmlns:a16="http://schemas.microsoft.com/office/drawing/2014/main" id="{75F3A9D2-CD58-8AF4-8799-54DD5D8C8BD2}"/>
                </a:ext>
              </a:extLst>
            </p:cNvPr>
            <p:cNvSpPr/>
            <p:nvPr/>
          </p:nvSpPr>
          <p:spPr>
            <a:xfrm>
              <a:off x="3775962" y="1792018"/>
              <a:ext cx="22757" cy="29249"/>
            </a:xfrm>
            <a:custGeom>
              <a:avLst/>
              <a:gdLst/>
              <a:ahLst/>
              <a:cxnLst/>
              <a:rect l="l" t="t" r="r" b="b"/>
              <a:pathLst>
                <a:path w="715" h="919" extrusionOk="0">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21886;p135">
              <a:extLst>
                <a:ext uri="{FF2B5EF4-FFF2-40B4-BE49-F238E27FC236}">
                  <a16:creationId xmlns:a16="http://schemas.microsoft.com/office/drawing/2014/main" id="{943040DB-72BB-BDC8-AEC6-736CAF612359}"/>
                </a:ext>
              </a:extLst>
            </p:cNvPr>
            <p:cNvSpPr/>
            <p:nvPr/>
          </p:nvSpPr>
          <p:spPr>
            <a:xfrm>
              <a:off x="3633470" y="1545195"/>
              <a:ext cx="22757" cy="28995"/>
            </a:xfrm>
            <a:custGeom>
              <a:avLst/>
              <a:gdLst/>
              <a:ahLst/>
              <a:cxnLst/>
              <a:rect l="l" t="t" r="r" b="b"/>
              <a:pathLst>
                <a:path w="715" h="911" extrusionOk="0">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21887;p135">
              <a:extLst>
                <a:ext uri="{FF2B5EF4-FFF2-40B4-BE49-F238E27FC236}">
                  <a16:creationId xmlns:a16="http://schemas.microsoft.com/office/drawing/2014/main" id="{A0E77622-CFF4-72D9-7E81-0F3B9BFAA15D}"/>
                </a:ext>
              </a:extLst>
            </p:cNvPr>
            <p:cNvSpPr/>
            <p:nvPr/>
          </p:nvSpPr>
          <p:spPr>
            <a:xfrm>
              <a:off x="3823703" y="1601498"/>
              <a:ext cx="31095" cy="21197"/>
            </a:xfrm>
            <a:custGeom>
              <a:avLst/>
              <a:gdLst/>
              <a:ahLst/>
              <a:cxnLst/>
              <a:rect l="l" t="t" r="r" b="b"/>
              <a:pathLst>
                <a:path w="977" h="666" extrusionOk="0">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21888;p135">
              <a:extLst>
                <a:ext uri="{FF2B5EF4-FFF2-40B4-BE49-F238E27FC236}">
                  <a16:creationId xmlns:a16="http://schemas.microsoft.com/office/drawing/2014/main" id="{6CF6EC62-8E83-E051-7DB0-5F25F0DEEB58}"/>
                </a:ext>
              </a:extLst>
            </p:cNvPr>
            <p:cNvSpPr/>
            <p:nvPr/>
          </p:nvSpPr>
          <p:spPr>
            <a:xfrm>
              <a:off x="3577390" y="1743608"/>
              <a:ext cx="31095" cy="21197"/>
            </a:xfrm>
            <a:custGeom>
              <a:avLst/>
              <a:gdLst/>
              <a:ahLst/>
              <a:cxnLst/>
              <a:rect l="l" t="t" r="r" b="b"/>
              <a:pathLst>
                <a:path w="977" h="666" extrusionOk="0">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21889;p135">
              <a:extLst>
                <a:ext uri="{FF2B5EF4-FFF2-40B4-BE49-F238E27FC236}">
                  <a16:creationId xmlns:a16="http://schemas.microsoft.com/office/drawing/2014/main" id="{30195323-EA6D-0734-DDFD-F7F71BC800A4}"/>
                </a:ext>
              </a:extLst>
            </p:cNvPr>
            <p:cNvSpPr/>
            <p:nvPr/>
          </p:nvSpPr>
          <p:spPr>
            <a:xfrm>
              <a:off x="3732358" y="1593032"/>
              <a:ext cx="71294" cy="62255"/>
            </a:xfrm>
            <a:custGeom>
              <a:avLst/>
              <a:gdLst/>
              <a:ahLst/>
              <a:cxnLst/>
              <a:rect l="l" t="t" r="r" b="b"/>
              <a:pathLst>
                <a:path w="2240" h="1956" extrusionOk="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500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7029-EEBC-9E85-A25D-3B455FB3804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E270671-899B-F38A-A9B3-89BAD3AD0A8D}"/>
              </a:ext>
            </a:extLst>
          </p:cNvPr>
          <p:cNvCxnSpPr/>
          <p:nvPr/>
        </p:nvCxnSpPr>
        <p:spPr>
          <a:xfrm>
            <a:off x="3038807" y="693224"/>
            <a:ext cx="55180" cy="4240924"/>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FEE24E68-46BE-7296-42F1-CDED893C0B76}"/>
              </a:ext>
            </a:extLst>
          </p:cNvPr>
          <p:cNvCxnSpPr/>
          <p:nvPr/>
        </p:nvCxnSpPr>
        <p:spPr>
          <a:xfrm>
            <a:off x="5983157" y="689512"/>
            <a:ext cx="55180" cy="424092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F248F25-8864-44F8-5717-2A77E65725D2}"/>
              </a:ext>
            </a:extLst>
          </p:cNvPr>
          <p:cNvSpPr txBox="1"/>
          <p:nvPr/>
        </p:nvSpPr>
        <p:spPr>
          <a:xfrm>
            <a:off x="165538" y="885800"/>
            <a:ext cx="2751083" cy="2246769"/>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Strengths </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Clear business purpose &amp; services.</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Local keywords used (repair, Chennai, brand names).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Readability decent (score ~66, easy to follow). </a:t>
            </a:r>
          </a:p>
        </p:txBody>
      </p:sp>
      <p:sp>
        <p:nvSpPr>
          <p:cNvPr id="10" name="TextBox 9">
            <a:extLst>
              <a:ext uri="{FF2B5EF4-FFF2-40B4-BE49-F238E27FC236}">
                <a16:creationId xmlns:a16="http://schemas.microsoft.com/office/drawing/2014/main" id="{7DB40FA2-5461-576E-5DA5-50DEE87E5DBF}"/>
              </a:ext>
            </a:extLst>
          </p:cNvPr>
          <p:cNvSpPr txBox="1"/>
          <p:nvPr/>
        </p:nvSpPr>
        <p:spPr>
          <a:xfrm>
            <a:off x="3145093" y="885800"/>
            <a:ext cx="2703909" cy="3323987"/>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Weaknesses</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Keywords not consistently optimized.</a:t>
            </a:r>
          </a:p>
          <a:p>
            <a:pPr marL="285750" indent="-285750">
              <a:buFont typeface="Arial" panose="020B0604020202020204" pitchFamily="34" charset="0"/>
              <a:buChar char="•"/>
            </a:pPr>
            <a:endParaRPr lang="fr-FR"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a:latin typeface="Calibri" panose="020F0502020204030204" pitchFamily="34" charset="0"/>
                <a:ea typeface="Calibri" panose="020F0502020204030204" pitchFamily="34" charset="0"/>
                <a:cs typeface="Calibri" panose="020F0502020204030204" pitchFamily="34" charset="0"/>
              </a:rPr>
              <a:t>21% duplicate content </a:t>
            </a:r>
            <a:r>
              <a:rPr lang="fr-FR" dirty="0" err="1">
                <a:latin typeface="Calibri" panose="020F0502020204030204" pitchFamily="34" charset="0"/>
                <a:ea typeface="Calibri" panose="020F0502020204030204" pitchFamily="34" charset="0"/>
                <a:cs typeface="Calibri" panose="020F0502020204030204" pitchFamily="34" charset="0"/>
              </a:rPr>
              <a:t>across</a:t>
            </a:r>
            <a:r>
              <a:rPr lang="fr-FR" dirty="0">
                <a:latin typeface="Calibri" panose="020F0502020204030204" pitchFamily="34" charset="0"/>
                <a:ea typeface="Calibri" panose="020F0502020204030204" pitchFamily="34" charset="0"/>
                <a:cs typeface="Calibri" panose="020F0502020204030204" pitchFamily="34" charset="0"/>
              </a:rPr>
              <a:t> pages.</a:t>
            </a:r>
          </a:p>
          <a:p>
            <a:pPr marL="285750" indent="-285750">
              <a:buFont typeface="Arial" panose="020B0604020202020204" pitchFamily="34" charset="0"/>
              <a:buChar char="•"/>
            </a:pPr>
            <a:endParaRPr lang="fr-FR"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17 broken links found.</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Homepage lacks strong CTA buttons.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Limited unique/localized content.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5585F62D-BF2A-AB5A-3B9E-301D398E4B3F}"/>
              </a:ext>
            </a:extLst>
          </p:cNvPr>
          <p:cNvSpPr txBox="1"/>
          <p:nvPr/>
        </p:nvSpPr>
        <p:spPr>
          <a:xfrm>
            <a:off x="165537" y="197069"/>
            <a:ext cx="8576441" cy="492443"/>
          </a:xfrm>
          <a:prstGeom prst="rect">
            <a:avLst/>
          </a:prstGeom>
          <a:noFill/>
        </p:spPr>
        <p:txBody>
          <a:bodyPr wrap="square" rtlCol="0">
            <a:spAutoFit/>
          </a:bodyPr>
          <a:lstStyle/>
          <a:p>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Content Audit: Relevance, </a:t>
            </a:r>
            <a:r>
              <a:rPr lang="fr-FR" sz="2600" b="1" dirty="0" err="1">
                <a:solidFill>
                  <a:srgbClr val="0EAD69"/>
                </a:solidFill>
                <a:latin typeface="Calibri" panose="020F0502020204030204" pitchFamily="34" charset="0"/>
                <a:ea typeface="Calibri" panose="020F0502020204030204" pitchFamily="34" charset="0"/>
                <a:cs typeface="Calibri" panose="020F0502020204030204" pitchFamily="34" charset="0"/>
              </a:rPr>
              <a:t>Depth</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&amp; </a:t>
            </a:r>
            <a:r>
              <a:rPr lang="fr-FR" sz="2600" b="1" dirty="0" err="1">
                <a:solidFill>
                  <a:srgbClr val="0EAD69"/>
                </a:solidFill>
                <a:latin typeface="Calibri" panose="020F0502020204030204" pitchFamily="34" charset="0"/>
                <a:ea typeface="Calibri" panose="020F0502020204030204" pitchFamily="34" charset="0"/>
                <a:cs typeface="Calibri" panose="020F0502020204030204" pitchFamily="34" charset="0"/>
              </a:rPr>
              <a:t>CTAs</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MMS Solutions</a:t>
            </a:r>
            <a:endPar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B728D68-EFA7-C842-6067-3919BA54499E}"/>
              </a:ext>
            </a:extLst>
          </p:cNvPr>
          <p:cNvSpPr txBox="1"/>
          <p:nvPr/>
        </p:nvSpPr>
        <p:spPr>
          <a:xfrm>
            <a:off x="6160168" y="885800"/>
            <a:ext cx="2751221" cy="289310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Recommendations</a:t>
            </a:r>
          </a:p>
          <a:p>
            <a:r>
              <a:rPr lang="en-IN" b="1"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Add stronger local keywords (“mobile repair Chennai”).</a:t>
            </a:r>
          </a:p>
          <a:p>
            <a:r>
              <a:rPr lang="en-IN"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Reduce duplicate content with unique descriptions. </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Improve CTA placement (homepage + mobile view).</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Expand content depth with FAQs &amp; service details. </a:t>
            </a:r>
          </a:p>
        </p:txBody>
      </p:sp>
      <p:grpSp>
        <p:nvGrpSpPr>
          <p:cNvPr id="6" name="Google Shape;21338;p133">
            <a:extLst>
              <a:ext uri="{FF2B5EF4-FFF2-40B4-BE49-F238E27FC236}">
                <a16:creationId xmlns:a16="http://schemas.microsoft.com/office/drawing/2014/main" id="{0291B687-87DC-B396-5B8F-760E6E879FEE}"/>
              </a:ext>
            </a:extLst>
          </p:cNvPr>
          <p:cNvGrpSpPr/>
          <p:nvPr/>
        </p:nvGrpSpPr>
        <p:grpSpPr>
          <a:xfrm>
            <a:off x="3203327" y="941405"/>
            <a:ext cx="227277" cy="196288"/>
            <a:chOff x="3584280" y="3699191"/>
            <a:chExt cx="358069" cy="317995"/>
          </a:xfrm>
        </p:grpSpPr>
        <p:sp>
          <p:nvSpPr>
            <p:cNvPr id="7" name="Google Shape;21339;p133">
              <a:extLst>
                <a:ext uri="{FF2B5EF4-FFF2-40B4-BE49-F238E27FC236}">
                  <a16:creationId xmlns:a16="http://schemas.microsoft.com/office/drawing/2014/main" id="{F4498AA2-6DD6-8CFE-D89F-7EBFF42718B7}"/>
                </a:ext>
              </a:extLst>
            </p:cNvPr>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340;p133">
              <a:extLst>
                <a:ext uri="{FF2B5EF4-FFF2-40B4-BE49-F238E27FC236}">
                  <a16:creationId xmlns:a16="http://schemas.microsoft.com/office/drawing/2014/main" id="{E8491A1B-B746-3530-8062-D2C155B0B148}"/>
                </a:ext>
              </a:extLst>
            </p:cNvPr>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341;p133">
              <a:extLst>
                <a:ext uri="{FF2B5EF4-FFF2-40B4-BE49-F238E27FC236}">
                  <a16:creationId xmlns:a16="http://schemas.microsoft.com/office/drawing/2014/main" id="{C285A2EF-7936-AA9E-049F-7EE38D25FEFA}"/>
                </a:ext>
              </a:extLst>
            </p:cNvPr>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342;p133">
              <a:extLst>
                <a:ext uri="{FF2B5EF4-FFF2-40B4-BE49-F238E27FC236}">
                  <a16:creationId xmlns:a16="http://schemas.microsoft.com/office/drawing/2014/main" id="{D10EC46D-9909-E247-41D6-2E1A5CC57216}"/>
                </a:ext>
              </a:extLst>
            </p:cNvPr>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21876;p135">
            <a:extLst>
              <a:ext uri="{FF2B5EF4-FFF2-40B4-BE49-F238E27FC236}">
                <a16:creationId xmlns:a16="http://schemas.microsoft.com/office/drawing/2014/main" id="{C53ACB44-FB7D-D956-F3D0-ED5FF6E6E1CE}"/>
              </a:ext>
            </a:extLst>
          </p:cNvPr>
          <p:cNvGrpSpPr/>
          <p:nvPr/>
        </p:nvGrpSpPr>
        <p:grpSpPr>
          <a:xfrm>
            <a:off x="6119625" y="915140"/>
            <a:ext cx="303420" cy="221451"/>
            <a:chOff x="3541011" y="1508594"/>
            <a:chExt cx="350167" cy="349434"/>
          </a:xfrm>
        </p:grpSpPr>
        <p:sp>
          <p:nvSpPr>
            <p:cNvPr id="16" name="Google Shape;21877;p135">
              <a:extLst>
                <a:ext uri="{FF2B5EF4-FFF2-40B4-BE49-F238E27FC236}">
                  <a16:creationId xmlns:a16="http://schemas.microsoft.com/office/drawing/2014/main" id="{069545E3-BD91-597E-DE72-E48ECD86D053}"/>
                </a:ext>
              </a:extLst>
            </p:cNvPr>
            <p:cNvSpPr/>
            <p:nvPr/>
          </p:nvSpPr>
          <p:spPr>
            <a:xfrm>
              <a:off x="3600879" y="1568270"/>
              <a:ext cx="230049" cy="289758"/>
            </a:xfrm>
            <a:custGeom>
              <a:avLst/>
              <a:gdLst/>
              <a:ahLst/>
              <a:cxnLst/>
              <a:rect l="l" t="t" r="r" b="b"/>
              <a:pathLst>
                <a:path w="7228" h="9104" extrusionOk="0">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7" name="Google Shape;21878;p135">
              <a:extLst>
                <a:ext uri="{FF2B5EF4-FFF2-40B4-BE49-F238E27FC236}">
                  <a16:creationId xmlns:a16="http://schemas.microsoft.com/office/drawing/2014/main" id="{E56E68C3-B7B7-2525-C3D0-BC21FD8D14F7}"/>
                </a:ext>
              </a:extLst>
            </p:cNvPr>
            <p:cNvSpPr/>
            <p:nvPr/>
          </p:nvSpPr>
          <p:spPr>
            <a:xfrm>
              <a:off x="3541011" y="1677980"/>
              <a:ext cx="48919" cy="10630"/>
            </a:xfrm>
            <a:custGeom>
              <a:avLst/>
              <a:gdLst/>
              <a:ahLst/>
              <a:cxnLst/>
              <a:rect l="l" t="t" r="r" b="b"/>
              <a:pathLst>
                <a:path w="1537" h="334" extrusionOk="0">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21879;p135">
              <a:extLst>
                <a:ext uri="{FF2B5EF4-FFF2-40B4-BE49-F238E27FC236}">
                  <a16:creationId xmlns:a16="http://schemas.microsoft.com/office/drawing/2014/main" id="{85724652-70DD-ABD7-F873-AAFBEE5C5F29}"/>
                </a:ext>
              </a:extLst>
            </p:cNvPr>
            <p:cNvSpPr/>
            <p:nvPr/>
          </p:nvSpPr>
          <p:spPr>
            <a:xfrm>
              <a:off x="3842259" y="1677980"/>
              <a:ext cx="48919" cy="10630"/>
            </a:xfrm>
            <a:custGeom>
              <a:avLst/>
              <a:gdLst/>
              <a:ahLst/>
              <a:cxnLst/>
              <a:rect l="l" t="t" r="r" b="b"/>
              <a:pathLst>
                <a:path w="1537" h="334" extrusionOk="0">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21880;p135">
              <a:extLst>
                <a:ext uri="{FF2B5EF4-FFF2-40B4-BE49-F238E27FC236}">
                  <a16:creationId xmlns:a16="http://schemas.microsoft.com/office/drawing/2014/main" id="{F16F0858-B1A7-32FD-29F4-BADD541606C3}"/>
                </a:ext>
              </a:extLst>
            </p:cNvPr>
            <p:cNvSpPr/>
            <p:nvPr/>
          </p:nvSpPr>
          <p:spPr>
            <a:xfrm>
              <a:off x="3711161" y="1508594"/>
              <a:ext cx="10248" cy="48537"/>
            </a:xfrm>
            <a:custGeom>
              <a:avLst/>
              <a:gdLst/>
              <a:ahLst/>
              <a:cxnLst/>
              <a:rect l="l" t="t" r="r" b="b"/>
              <a:pathLst>
                <a:path w="322" h="1525" extrusionOk="0">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21881;p135">
              <a:extLst>
                <a:ext uri="{FF2B5EF4-FFF2-40B4-BE49-F238E27FC236}">
                  <a16:creationId xmlns:a16="http://schemas.microsoft.com/office/drawing/2014/main" id="{66C3B024-BCD2-0E74-78CA-18D0C53FED5D}"/>
                </a:ext>
              </a:extLst>
            </p:cNvPr>
            <p:cNvSpPr/>
            <p:nvPr/>
          </p:nvSpPr>
          <p:spPr>
            <a:xfrm>
              <a:off x="3633470" y="1792018"/>
              <a:ext cx="22757" cy="29249"/>
            </a:xfrm>
            <a:custGeom>
              <a:avLst/>
              <a:gdLst/>
              <a:ahLst/>
              <a:cxnLst/>
              <a:rect l="l" t="t" r="r" b="b"/>
              <a:pathLst>
                <a:path w="715" h="919" extrusionOk="0">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21882;p135">
              <a:extLst>
                <a:ext uri="{FF2B5EF4-FFF2-40B4-BE49-F238E27FC236}">
                  <a16:creationId xmlns:a16="http://schemas.microsoft.com/office/drawing/2014/main" id="{D5046B4A-6EF7-7965-BF7E-1138F38AA3D3}"/>
                </a:ext>
              </a:extLst>
            </p:cNvPr>
            <p:cNvSpPr/>
            <p:nvPr/>
          </p:nvSpPr>
          <p:spPr>
            <a:xfrm>
              <a:off x="3775962" y="1545195"/>
              <a:ext cx="22757" cy="28995"/>
            </a:xfrm>
            <a:custGeom>
              <a:avLst/>
              <a:gdLst/>
              <a:ahLst/>
              <a:cxnLst/>
              <a:rect l="l" t="t" r="r" b="b"/>
              <a:pathLst>
                <a:path w="715" h="911" extrusionOk="0">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21883;p135">
              <a:extLst>
                <a:ext uri="{FF2B5EF4-FFF2-40B4-BE49-F238E27FC236}">
                  <a16:creationId xmlns:a16="http://schemas.microsoft.com/office/drawing/2014/main" id="{1CC72E44-3CBA-EFC5-F2F6-661E947A81E7}"/>
                </a:ext>
              </a:extLst>
            </p:cNvPr>
            <p:cNvSpPr/>
            <p:nvPr/>
          </p:nvSpPr>
          <p:spPr>
            <a:xfrm>
              <a:off x="3577390" y="1601498"/>
              <a:ext cx="31095" cy="21197"/>
            </a:xfrm>
            <a:custGeom>
              <a:avLst/>
              <a:gdLst/>
              <a:ahLst/>
              <a:cxnLst/>
              <a:rect l="l" t="t" r="r" b="b"/>
              <a:pathLst>
                <a:path w="977" h="666" extrusionOk="0">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21884;p135">
              <a:extLst>
                <a:ext uri="{FF2B5EF4-FFF2-40B4-BE49-F238E27FC236}">
                  <a16:creationId xmlns:a16="http://schemas.microsoft.com/office/drawing/2014/main" id="{45F6E8BC-5DBC-E82B-1AFD-17522D49448E}"/>
                </a:ext>
              </a:extLst>
            </p:cNvPr>
            <p:cNvSpPr/>
            <p:nvPr/>
          </p:nvSpPr>
          <p:spPr>
            <a:xfrm>
              <a:off x="3823703" y="1743608"/>
              <a:ext cx="31095" cy="21197"/>
            </a:xfrm>
            <a:custGeom>
              <a:avLst/>
              <a:gdLst/>
              <a:ahLst/>
              <a:cxnLst/>
              <a:rect l="l" t="t" r="r" b="b"/>
              <a:pathLst>
                <a:path w="977" h="666" extrusionOk="0">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21885;p135">
              <a:extLst>
                <a:ext uri="{FF2B5EF4-FFF2-40B4-BE49-F238E27FC236}">
                  <a16:creationId xmlns:a16="http://schemas.microsoft.com/office/drawing/2014/main" id="{90B272DE-DAE3-EFB4-BE29-A19623C2FFA4}"/>
                </a:ext>
              </a:extLst>
            </p:cNvPr>
            <p:cNvSpPr/>
            <p:nvPr/>
          </p:nvSpPr>
          <p:spPr>
            <a:xfrm>
              <a:off x="3775962" y="1792018"/>
              <a:ext cx="22757" cy="29249"/>
            </a:xfrm>
            <a:custGeom>
              <a:avLst/>
              <a:gdLst/>
              <a:ahLst/>
              <a:cxnLst/>
              <a:rect l="l" t="t" r="r" b="b"/>
              <a:pathLst>
                <a:path w="715" h="919" extrusionOk="0">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21886;p135">
              <a:extLst>
                <a:ext uri="{FF2B5EF4-FFF2-40B4-BE49-F238E27FC236}">
                  <a16:creationId xmlns:a16="http://schemas.microsoft.com/office/drawing/2014/main" id="{01AAC228-8475-2CD7-B298-C9E40ED49FA1}"/>
                </a:ext>
              </a:extLst>
            </p:cNvPr>
            <p:cNvSpPr/>
            <p:nvPr/>
          </p:nvSpPr>
          <p:spPr>
            <a:xfrm>
              <a:off x="3633470" y="1545195"/>
              <a:ext cx="22757" cy="28995"/>
            </a:xfrm>
            <a:custGeom>
              <a:avLst/>
              <a:gdLst/>
              <a:ahLst/>
              <a:cxnLst/>
              <a:rect l="l" t="t" r="r" b="b"/>
              <a:pathLst>
                <a:path w="715" h="911" extrusionOk="0">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21887;p135">
              <a:extLst>
                <a:ext uri="{FF2B5EF4-FFF2-40B4-BE49-F238E27FC236}">
                  <a16:creationId xmlns:a16="http://schemas.microsoft.com/office/drawing/2014/main" id="{52144CEA-59CC-E187-70B2-6E9BF3D7E766}"/>
                </a:ext>
              </a:extLst>
            </p:cNvPr>
            <p:cNvSpPr/>
            <p:nvPr/>
          </p:nvSpPr>
          <p:spPr>
            <a:xfrm>
              <a:off x="3823703" y="1601498"/>
              <a:ext cx="31095" cy="21197"/>
            </a:xfrm>
            <a:custGeom>
              <a:avLst/>
              <a:gdLst/>
              <a:ahLst/>
              <a:cxnLst/>
              <a:rect l="l" t="t" r="r" b="b"/>
              <a:pathLst>
                <a:path w="977" h="666" extrusionOk="0">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1888;p135">
              <a:extLst>
                <a:ext uri="{FF2B5EF4-FFF2-40B4-BE49-F238E27FC236}">
                  <a16:creationId xmlns:a16="http://schemas.microsoft.com/office/drawing/2014/main" id="{ABC76F4D-8670-DB54-0073-C0E27928FA0F}"/>
                </a:ext>
              </a:extLst>
            </p:cNvPr>
            <p:cNvSpPr/>
            <p:nvPr/>
          </p:nvSpPr>
          <p:spPr>
            <a:xfrm>
              <a:off x="3577390" y="1743608"/>
              <a:ext cx="31095" cy="21197"/>
            </a:xfrm>
            <a:custGeom>
              <a:avLst/>
              <a:gdLst/>
              <a:ahLst/>
              <a:cxnLst/>
              <a:rect l="l" t="t" r="r" b="b"/>
              <a:pathLst>
                <a:path w="977" h="666" extrusionOk="0">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21889;p135">
              <a:extLst>
                <a:ext uri="{FF2B5EF4-FFF2-40B4-BE49-F238E27FC236}">
                  <a16:creationId xmlns:a16="http://schemas.microsoft.com/office/drawing/2014/main" id="{66588789-2634-FAE4-9A5A-9BC22D0810F6}"/>
                </a:ext>
              </a:extLst>
            </p:cNvPr>
            <p:cNvSpPr/>
            <p:nvPr/>
          </p:nvSpPr>
          <p:spPr>
            <a:xfrm>
              <a:off x="3732358" y="1593032"/>
              <a:ext cx="71294" cy="62255"/>
            </a:xfrm>
            <a:custGeom>
              <a:avLst/>
              <a:gdLst/>
              <a:ahLst/>
              <a:cxnLst/>
              <a:rect l="l" t="t" r="r" b="b"/>
              <a:pathLst>
                <a:path w="2240" h="1956" extrusionOk="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9" name="Google Shape;21474;p134">
            <a:extLst>
              <a:ext uri="{FF2B5EF4-FFF2-40B4-BE49-F238E27FC236}">
                <a16:creationId xmlns:a16="http://schemas.microsoft.com/office/drawing/2014/main" id="{B3C29A70-82C6-4AEA-F142-7DDDC868E855}"/>
              </a:ext>
            </a:extLst>
          </p:cNvPr>
          <p:cNvGrpSpPr/>
          <p:nvPr/>
        </p:nvGrpSpPr>
        <p:grpSpPr>
          <a:xfrm>
            <a:off x="255596" y="941405"/>
            <a:ext cx="198119" cy="194164"/>
            <a:chOff x="916127" y="3807056"/>
            <a:chExt cx="221902" cy="380795"/>
          </a:xfrm>
        </p:grpSpPr>
        <p:sp>
          <p:nvSpPr>
            <p:cNvPr id="30" name="Google Shape;21475;p134">
              <a:extLst>
                <a:ext uri="{FF2B5EF4-FFF2-40B4-BE49-F238E27FC236}">
                  <a16:creationId xmlns:a16="http://schemas.microsoft.com/office/drawing/2014/main" id="{9E7F341A-6F22-A66F-A23F-044AA8CD8606}"/>
                </a:ext>
              </a:extLst>
            </p:cNvPr>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76;p134">
              <a:extLst>
                <a:ext uri="{FF2B5EF4-FFF2-40B4-BE49-F238E27FC236}">
                  <a16:creationId xmlns:a16="http://schemas.microsoft.com/office/drawing/2014/main" id="{0392A83D-5469-7CD5-97E7-AC905B0DC7E9}"/>
                </a:ext>
              </a:extLst>
            </p:cNvPr>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477;p134">
              <a:extLst>
                <a:ext uri="{FF2B5EF4-FFF2-40B4-BE49-F238E27FC236}">
                  <a16:creationId xmlns:a16="http://schemas.microsoft.com/office/drawing/2014/main" id="{3BBE719C-5139-55D5-D9C0-5A45213299F2}"/>
                </a:ext>
              </a:extLst>
            </p:cNvPr>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478;p134">
              <a:extLst>
                <a:ext uri="{FF2B5EF4-FFF2-40B4-BE49-F238E27FC236}">
                  <a16:creationId xmlns:a16="http://schemas.microsoft.com/office/drawing/2014/main" id="{4ECFDFC4-C09E-9BE0-CE10-C119705E912F}"/>
                </a:ext>
              </a:extLst>
            </p:cNvPr>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8713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BCB9D-5059-628E-3C2F-B5F1472C44C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826FCA3-174E-8A57-B235-022BBE710226}"/>
              </a:ext>
            </a:extLst>
          </p:cNvPr>
          <p:cNvCxnSpPr>
            <a:cxnSpLocks/>
          </p:cNvCxnSpPr>
          <p:nvPr/>
        </p:nvCxnSpPr>
        <p:spPr>
          <a:xfrm>
            <a:off x="3038807" y="693224"/>
            <a:ext cx="43355" cy="3806322"/>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2F48FD94-F721-3AD6-BB53-D32B1363F0AD}"/>
              </a:ext>
            </a:extLst>
          </p:cNvPr>
          <p:cNvCxnSpPr>
            <a:cxnSpLocks/>
          </p:cNvCxnSpPr>
          <p:nvPr/>
        </p:nvCxnSpPr>
        <p:spPr>
          <a:xfrm>
            <a:off x="5890392" y="689512"/>
            <a:ext cx="43356" cy="381003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0A3E25A8-09B4-CB64-7C16-235DEA5F39EA}"/>
              </a:ext>
            </a:extLst>
          </p:cNvPr>
          <p:cNvSpPr txBox="1"/>
          <p:nvPr/>
        </p:nvSpPr>
        <p:spPr>
          <a:xfrm>
            <a:off x="165538" y="885800"/>
            <a:ext cx="2751083" cy="289310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Strengths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Clear service offerings and locations.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Local SEO keywords partly optimized.</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Sitemap &amp; robots.txt available for crawling.</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Good accessibility &amp; best practices scores.</a:t>
            </a:r>
          </a:p>
        </p:txBody>
      </p:sp>
      <p:sp>
        <p:nvSpPr>
          <p:cNvPr id="10" name="TextBox 9">
            <a:extLst>
              <a:ext uri="{FF2B5EF4-FFF2-40B4-BE49-F238E27FC236}">
                <a16:creationId xmlns:a16="http://schemas.microsoft.com/office/drawing/2014/main" id="{FF41268C-1E21-D9CF-5DB1-F22168C50BE8}"/>
              </a:ext>
            </a:extLst>
          </p:cNvPr>
          <p:cNvSpPr txBox="1"/>
          <p:nvPr/>
        </p:nvSpPr>
        <p:spPr>
          <a:xfrm>
            <a:off x="3120944" y="885800"/>
            <a:ext cx="2717573" cy="289310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Weaknesses </a:t>
            </a:r>
          </a:p>
          <a:p>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Poor mobile speed (41) &amp; average desktop speed (69).</a:t>
            </a:r>
          </a:p>
          <a:p>
            <a:endParaRPr lang="fr-FR"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err="1">
                <a:latin typeface="Calibri" panose="020F0502020204030204" pitchFamily="34" charset="0"/>
                <a:ea typeface="Calibri" panose="020F0502020204030204" pitchFamily="34" charset="0"/>
                <a:cs typeface="Calibri" panose="020F0502020204030204" pitchFamily="34" charset="0"/>
              </a:rPr>
              <a:t>Inconsistent</a:t>
            </a:r>
            <a:r>
              <a:rPr lang="fr-FR" dirty="0">
                <a:latin typeface="Calibri" panose="020F0502020204030204" pitchFamily="34" charset="0"/>
                <a:ea typeface="Calibri" panose="020F0502020204030204" pitchFamily="34" charset="0"/>
                <a:cs typeface="Calibri" panose="020F0502020204030204" pitchFamily="34" charset="0"/>
              </a:rPr>
              <a:t> design/navigation </a:t>
            </a:r>
            <a:r>
              <a:rPr lang="fr-FR" dirty="0" err="1">
                <a:latin typeface="Calibri" panose="020F0502020204030204" pitchFamily="34" charset="0"/>
                <a:ea typeface="Calibri" panose="020F0502020204030204" pitchFamily="34" charset="0"/>
                <a:cs typeface="Calibri" panose="020F0502020204030204" pitchFamily="34" charset="0"/>
              </a:rPr>
              <a:t>across</a:t>
            </a:r>
            <a:r>
              <a:rPr lang="fr-FR" dirty="0">
                <a:latin typeface="Calibri" panose="020F0502020204030204" pitchFamily="34" charset="0"/>
                <a:ea typeface="Calibri" panose="020F0502020204030204" pitchFamily="34" charset="0"/>
                <a:cs typeface="Calibri" panose="020F0502020204030204" pitchFamily="34" charset="0"/>
              </a:rPr>
              <a:t> pages.</a:t>
            </a:r>
            <a:r>
              <a:rPr lang="en-IN"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21% duplicate content + multiple broken links.</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Homepage lacks strong CTAs (forms/call buttons).</a:t>
            </a:r>
          </a:p>
        </p:txBody>
      </p:sp>
      <p:sp>
        <p:nvSpPr>
          <p:cNvPr id="11" name="TextBox 10">
            <a:extLst>
              <a:ext uri="{FF2B5EF4-FFF2-40B4-BE49-F238E27FC236}">
                <a16:creationId xmlns:a16="http://schemas.microsoft.com/office/drawing/2014/main" id="{AC7C31B9-45C3-B1DA-B6FA-878C1A286AEB}"/>
              </a:ext>
            </a:extLst>
          </p:cNvPr>
          <p:cNvSpPr txBox="1"/>
          <p:nvPr/>
        </p:nvSpPr>
        <p:spPr>
          <a:xfrm>
            <a:off x="165537" y="197069"/>
            <a:ext cx="8576441" cy="492443"/>
          </a:xfrm>
          <a:prstGeom prst="rect">
            <a:avLst/>
          </a:prstGeom>
          <a:noFill/>
        </p:spPr>
        <p:txBody>
          <a:bodyPr wrap="square" rtlCol="0">
            <a:spAutoFit/>
          </a:bodyPr>
          <a:lstStyle/>
          <a:p>
            <a:r>
              <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rPr>
              <a:t>Final Website Audit Report </a:t>
            </a:r>
            <a:r>
              <a:rPr lang="fr-FR" sz="2600" b="1" dirty="0">
                <a:solidFill>
                  <a:srgbClr val="0EAD69"/>
                </a:solidFill>
                <a:latin typeface="Calibri" panose="020F0502020204030204" pitchFamily="34" charset="0"/>
                <a:ea typeface="Calibri" panose="020F0502020204030204" pitchFamily="34" charset="0"/>
                <a:cs typeface="Calibri" panose="020F0502020204030204" pitchFamily="34" charset="0"/>
              </a:rPr>
              <a:t>– MMS Solutions</a:t>
            </a:r>
            <a:endPar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38BBAAD7-2A4A-B788-45F5-D8FAB94C954F}"/>
              </a:ext>
            </a:extLst>
          </p:cNvPr>
          <p:cNvSpPr txBox="1"/>
          <p:nvPr/>
        </p:nvSpPr>
        <p:spPr>
          <a:xfrm>
            <a:off x="6026368" y="885800"/>
            <a:ext cx="2952093" cy="353943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Recommendations</a:t>
            </a:r>
          </a:p>
          <a:p>
            <a:r>
              <a:rPr lang="en-IN" b="1"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Improve speed (compress images, remove unused scripts).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Standardize menus &amp; design across all pages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Reduce duplicate content with unique descriptions.</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Add strong homepage CTA (call/WhatsApp/booking form).</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Expand content depth (FAQs, testimonials, pricing).</a:t>
            </a:r>
          </a:p>
        </p:txBody>
      </p:sp>
      <p:sp>
        <p:nvSpPr>
          <p:cNvPr id="13" name="TextBox 12">
            <a:extLst>
              <a:ext uri="{FF2B5EF4-FFF2-40B4-BE49-F238E27FC236}">
                <a16:creationId xmlns:a16="http://schemas.microsoft.com/office/drawing/2014/main" id="{3CE6AD52-B799-38EB-6F4D-6A002AEB5830}"/>
              </a:ext>
            </a:extLst>
          </p:cNvPr>
          <p:cNvSpPr txBox="1"/>
          <p:nvPr/>
        </p:nvSpPr>
        <p:spPr>
          <a:xfrm>
            <a:off x="3857047" y="4695834"/>
            <a:ext cx="5068336" cy="253916"/>
          </a:xfrm>
          <a:prstGeom prst="rect">
            <a:avLst/>
          </a:prstGeom>
          <a:noFill/>
        </p:spPr>
        <p:txBody>
          <a:bodyPr wrap="square" rtlCol="0">
            <a:spAutoFit/>
          </a:bodyPr>
          <a:lstStyle/>
          <a:p>
            <a:r>
              <a:rPr lang="en-US" sz="1050" i="1" dirty="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rPr>
              <a:t>“Implementing these recommendations will improve visibility, usability, and conversions.”</a:t>
            </a:r>
            <a:endParaRPr lang="en-IN" sz="1050" i="1" dirty="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5" name="Google Shape;21474;p134">
            <a:extLst>
              <a:ext uri="{FF2B5EF4-FFF2-40B4-BE49-F238E27FC236}">
                <a16:creationId xmlns:a16="http://schemas.microsoft.com/office/drawing/2014/main" id="{081CB3C9-B941-5804-F20D-C210E59DF75D}"/>
              </a:ext>
            </a:extLst>
          </p:cNvPr>
          <p:cNvGrpSpPr/>
          <p:nvPr/>
        </p:nvGrpSpPr>
        <p:grpSpPr>
          <a:xfrm>
            <a:off x="238752" y="950921"/>
            <a:ext cx="198119" cy="194164"/>
            <a:chOff x="916127" y="3807056"/>
            <a:chExt cx="221902" cy="380795"/>
          </a:xfrm>
        </p:grpSpPr>
        <p:sp>
          <p:nvSpPr>
            <p:cNvPr id="16" name="Google Shape;21475;p134">
              <a:extLst>
                <a:ext uri="{FF2B5EF4-FFF2-40B4-BE49-F238E27FC236}">
                  <a16:creationId xmlns:a16="http://schemas.microsoft.com/office/drawing/2014/main" id="{408E434E-09C1-3330-5FE3-199EA5872C1D}"/>
                </a:ext>
              </a:extLst>
            </p:cNvPr>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476;p134">
              <a:extLst>
                <a:ext uri="{FF2B5EF4-FFF2-40B4-BE49-F238E27FC236}">
                  <a16:creationId xmlns:a16="http://schemas.microsoft.com/office/drawing/2014/main" id="{7391B213-7831-0E00-418D-204BBD0C231C}"/>
                </a:ext>
              </a:extLst>
            </p:cNvPr>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477;p134">
              <a:extLst>
                <a:ext uri="{FF2B5EF4-FFF2-40B4-BE49-F238E27FC236}">
                  <a16:creationId xmlns:a16="http://schemas.microsoft.com/office/drawing/2014/main" id="{F697A1C8-6117-365F-08CF-135C1319CDF7}"/>
                </a:ext>
              </a:extLst>
            </p:cNvPr>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478;p134">
              <a:extLst>
                <a:ext uri="{FF2B5EF4-FFF2-40B4-BE49-F238E27FC236}">
                  <a16:creationId xmlns:a16="http://schemas.microsoft.com/office/drawing/2014/main" id="{365110A7-7E1A-5A96-02A8-BA8249172F53}"/>
                </a:ext>
              </a:extLst>
            </p:cNvPr>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1338;p133">
            <a:extLst>
              <a:ext uri="{FF2B5EF4-FFF2-40B4-BE49-F238E27FC236}">
                <a16:creationId xmlns:a16="http://schemas.microsoft.com/office/drawing/2014/main" id="{DBA14427-32E1-5D84-0FC0-DCC8F387510B}"/>
              </a:ext>
            </a:extLst>
          </p:cNvPr>
          <p:cNvGrpSpPr/>
          <p:nvPr/>
        </p:nvGrpSpPr>
        <p:grpSpPr>
          <a:xfrm>
            <a:off x="3179380" y="933044"/>
            <a:ext cx="227277" cy="196288"/>
            <a:chOff x="3584280" y="3699191"/>
            <a:chExt cx="358069" cy="317995"/>
          </a:xfrm>
        </p:grpSpPr>
        <p:sp>
          <p:nvSpPr>
            <p:cNvPr id="21" name="Google Shape;21339;p133">
              <a:extLst>
                <a:ext uri="{FF2B5EF4-FFF2-40B4-BE49-F238E27FC236}">
                  <a16:creationId xmlns:a16="http://schemas.microsoft.com/office/drawing/2014/main" id="{64A20927-9703-FBBA-ABD9-37F4ED94677E}"/>
                </a:ext>
              </a:extLst>
            </p:cNvPr>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40;p133">
              <a:extLst>
                <a:ext uri="{FF2B5EF4-FFF2-40B4-BE49-F238E27FC236}">
                  <a16:creationId xmlns:a16="http://schemas.microsoft.com/office/drawing/2014/main" id="{9903B6F7-3FA3-B04E-378B-05DC1D38CC0E}"/>
                </a:ext>
              </a:extLst>
            </p:cNvPr>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1;p133">
              <a:extLst>
                <a:ext uri="{FF2B5EF4-FFF2-40B4-BE49-F238E27FC236}">
                  <a16:creationId xmlns:a16="http://schemas.microsoft.com/office/drawing/2014/main" id="{710A2F76-06BE-A6AA-0A58-6170FFC5EB5E}"/>
                </a:ext>
              </a:extLst>
            </p:cNvPr>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42;p133">
              <a:extLst>
                <a:ext uri="{FF2B5EF4-FFF2-40B4-BE49-F238E27FC236}">
                  <a16:creationId xmlns:a16="http://schemas.microsoft.com/office/drawing/2014/main" id="{80683C34-7E59-A683-0B0C-02A8875FC7BE}"/>
                </a:ext>
              </a:extLst>
            </p:cNvPr>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1876;p135">
            <a:extLst>
              <a:ext uri="{FF2B5EF4-FFF2-40B4-BE49-F238E27FC236}">
                <a16:creationId xmlns:a16="http://schemas.microsoft.com/office/drawing/2014/main" id="{A48A791F-C2EE-ABAF-FE22-E4564805C4AE}"/>
              </a:ext>
            </a:extLst>
          </p:cNvPr>
          <p:cNvGrpSpPr/>
          <p:nvPr/>
        </p:nvGrpSpPr>
        <p:grpSpPr>
          <a:xfrm>
            <a:off x="6010016" y="920344"/>
            <a:ext cx="303420" cy="221451"/>
            <a:chOff x="3541011" y="1508594"/>
            <a:chExt cx="350167" cy="349434"/>
          </a:xfrm>
        </p:grpSpPr>
        <p:sp>
          <p:nvSpPr>
            <p:cNvPr id="26" name="Google Shape;21877;p135">
              <a:extLst>
                <a:ext uri="{FF2B5EF4-FFF2-40B4-BE49-F238E27FC236}">
                  <a16:creationId xmlns:a16="http://schemas.microsoft.com/office/drawing/2014/main" id="{629CE7DE-1C00-4A2A-C90B-06F83DC4D85E}"/>
                </a:ext>
              </a:extLst>
            </p:cNvPr>
            <p:cNvSpPr/>
            <p:nvPr/>
          </p:nvSpPr>
          <p:spPr>
            <a:xfrm>
              <a:off x="3600879" y="1568270"/>
              <a:ext cx="230049" cy="289758"/>
            </a:xfrm>
            <a:custGeom>
              <a:avLst/>
              <a:gdLst/>
              <a:ahLst/>
              <a:cxnLst/>
              <a:rect l="l" t="t" r="r" b="b"/>
              <a:pathLst>
                <a:path w="7228" h="9104" extrusionOk="0">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1878;p135">
              <a:extLst>
                <a:ext uri="{FF2B5EF4-FFF2-40B4-BE49-F238E27FC236}">
                  <a16:creationId xmlns:a16="http://schemas.microsoft.com/office/drawing/2014/main" id="{6AB249AA-2DD6-F1BC-B7B3-FC4F5BAFF932}"/>
                </a:ext>
              </a:extLst>
            </p:cNvPr>
            <p:cNvSpPr/>
            <p:nvPr/>
          </p:nvSpPr>
          <p:spPr>
            <a:xfrm>
              <a:off x="3541011" y="1677980"/>
              <a:ext cx="48919" cy="10630"/>
            </a:xfrm>
            <a:custGeom>
              <a:avLst/>
              <a:gdLst/>
              <a:ahLst/>
              <a:cxnLst/>
              <a:rect l="l" t="t" r="r" b="b"/>
              <a:pathLst>
                <a:path w="1537" h="334" extrusionOk="0">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21879;p135">
              <a:extLst>
                <a:ext uri="{FF2B5EF4-FFF2-40B4-BE49-F238E27FC236}">
                  <a16:creationId xmlns:a16="http://schemas.microsoft.com/office/drawing/2014/main" id="{A71A0F89-B792-CB2C-9A60-9ABE22BA19DC}"/>
                </a:ext>
              </a:extLst>
            </p:cNvPr>
            <p:cNvSpPr/>
            <p:nvPr/>
          </p:nvSpPr>
          <p:spPr>
            <a:xfrm>
              <a:off x="3842259" y="1677980"/>
              <a:ext cx="48919" cy="10630"/>
            </a:xfrm>
            <a:custGeom>
              <a:avLst/>
              <a:gdLst/>
              <a:ahLst/>
              <a:cxnLst/>
              <a:rect l="l" t="t" r="r" b="b"/>
              <a:pathLst>
                <a:path w="1537" h="334" extrusionOk="0">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21880;p135">
              <a:extLst>
                <a:ext uri="{FF2B5EF4-FFF2-40B4-BE49-F238E27FC236}">
                  <a16:creationId xmlns:a16="http://schemas.microsoft.com/office/drawing/2014/main" id="{04268877-2251-CF05-3BA8-0BA20A107AFA}"/>
                </a:ext>
              </a:extLst>
            </p:cNvPr>
            <p:cNvSpPr/>
            <p:nvPr/>
          </p:nvSpPr>
          <p:spPr>
            <a:xfrm>
              <a:off x="3711161" y="1508594"/>
              <a:ext cx="10248" cy="48537"/>
            </a:xfrm>
            <a:custGeom>
              <a:avLst/>
              <a:gdLst/>
              <a:ahLst/>
              <a:cxnLst/>
              <a:rect l="l" t="t" r="r" b="b"/>
              <a:pathLst>
                <a:path w="322" h="1525" extrusionOk="0">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21881;p135">
              <a:extLst>
                <a:ext uri="{FF2B5EF4-FFF2-40B4-BE49-F238E27FC236}">
                  <a16:creationId xmlns:a16="http://schemas.microsoft.com/office/drawing/2014/main" id="{CE480837-E535-34CE-FFBF-5D361F6C7B63}"/>
                </a:ext>
              </a:extLst>
            </p:cNvPr>
            <p:cNvSpPr/>
            <p:nvPr/>
          </p:nvSpPr>
          <p:spPr>
            <a:xfrm>
              <a:off x="3633470" y="1792018"/>
              <a:ext cx="22757" cy="29249"/>
            </a:xfrm>
            <a:custGeom>
              <a:avLst/>
              <a:gdLst/>
              <a:ahLst/>
              <a:cxnLst/>
              <a:rect l="l" t="t" r="r" b="b"/>
              <a:pathLst>
                <a:path w="715" h="919" extrusionOk="0">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21882;p135">
              <a:extLst>
                <a:ext uri="{FF2B5EF4-FFF2-40B4-BE49-F238E27FC236}">
                  <a16:creationId xmlns:a16="http://schemas.microsoft.com/office/drawing/2014/main" id="{2BE5D969-A408-0C9A-A81B-6A27E2E3C642}"/>
                </a:ext>
              </a:extLst>
            </p:cNvPr>
            <p:cNvSpPr/>
            <p:nvPr/>
          </p:nvSpPr>
          <p:spPr>
            <a:xfrm>
              <a:off x="3775962" y="1545195"/>
              <a:ext cx="22757" cy="28995"/>
            </a:xfrm>
            <a:custGeom>
              <a:avLst/>
              <a:gdLst/>
              <a:ahLst/>
              <a:cxnLst/>
              <a:rect l="l" t="t" r="r" b="b"/>
              <a:pathLst>
                <a:path w="715" h="911" extrusionOk="0">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21883;p135">
              <a:extLst>
                <a:ext uri="{FF2B5EF4-FFF2-40B4-BE49-F238E27FC236}">
                  <a16:creationId xmlns:a16="http://schemas.microsoft.com/office/drawing/2014/main" id="{4F8A46ED-4DEC-2907-830B-4DDF71D2D049}"/>
                </a:ext>
              </a:extLst>
            </p:cNvPr>
            <p:cNvSpPr/>
            <p:nvPr/>
          </p:nvSpPr>
          <p:spPr>
            <a:xfrm>
              <a:off x="3577390" y="1601498"/>
              <a:ext cx="31095" cy="21197"/>
            </a:xfrm>
            <a:custGeom>
              <a:avLst/>
              <a:gdLst/>
              <a:ahLst/>
              <a:cxnLst/>
              <a:rect l="l" t="t" r="r" b="b"/>
              <a:pathLst>
                <a:path w="977" h="666" extrusionOk="0">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21884;p135">
              <a:extLst>
                <a:ext uri="{FF2B5EF4-FFF2-40B4-BE49-F238E27FC236}">
                  <a16:creationId xmlns:a16="http://schemas.microsoft.com/office/drawing/2014/main" id="{875F0854-AF39-C430-7754-E81715898ADA}"/>
                </a:ext>
              </a:extLst>
            </p:cNvPr>
            <p:cNvSpPr/>
            <p:nvPr/>
          </p:nvSpPr>
          <p:spPr>
            <a:xfrm>
              <a:off x="3823703" y="1743608"/>
              <a:ext cx="31095" cy="21197"/>
            </a:xfrm>
            <a:custGeom>
              <a:avLst/>
              <a:gdLst/>
              <a:ahLst/>
              <a:cxnLst/>
              <a:rect l="l" t="t" r="r" b="b"/>
              <a:pathLst>
                <a:path w="977" h="666" extrusionOk="0">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21885;p135">
              <a:extLst>
                <a:ext uri="{FF2B5EF4-FFF2-40B4-BE49-F238E27FC236}">
                  <a16:creationId xmlns:a16="http://schemas.microsoft.com/office/drawing/2014/main" id="{57C24057-0929-B2DF-D737-581A6CAAEA93}"/>
                </a:ext>
              </a:extLst>
            </p:cNvPr>
            <p:cNvSpPr/>
            <p:nvPr/>
          </p:nvSpPr>
          <p:spPr>
            <a:xfrm>
              <a:off x="3775962" y="1792018"/>
              <a:ext cx="22757" cy="29249"/>
            </a:xfrm>
            <a:custGeom>
              <a:avLst/>
              <a:gdLst/>
              <a:ahLst/>
              <a:cxnLst/>
              <a:rect l="l" t="t" r="r" b="b"/>
              <a:pathLst>
                <a:path w="715" h="919" extrusionOk="0">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21886;p135">
              <a:extLst>
                <a:ext uri="{FF2B5EF4-FFF2-40B4-BE49-F238E27FC236}">
                  <a16:creationId xmlns:a16="http://schemas.microsoft.com/office/drawing/2014/main" id="{6250E199-3E8A-827D-551B-5EC0A88C2BAB}"/>
                </a:ext>
              </a:extLst>
            </p:cNvPr>
            <p:cNvSpPr/>
            <p:nvPr/>
          </p:nvSpPr>
          <p:spPr>
            <a:xfrm>
              <a:off x="3633470" y="1545195"/>
              <a:ext cx="22757" cy="28995"/>
            </a:xfrm>
            <a:custGeom>
              <a:avLst/>
              <a:gdLst/>
              <a:ahLst/>
              <a:cxnLst/>
              <a:rect l="l" t="t" r="r" b="b"/>
              <a:pathLst>
                <a:path w="715" h="911" extrusionOk="0">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21887;p135">
              <a:extLst>
                <a:ext uri="{FF2B5EF4-FFF2-40B4-BE49-F238E27FC236}">
                  <a16:creationId xmlns:a16="http://schemas.microsoft.com/office/drawing/2014/main" id="{578DB404-806E-7163-8D22-A1F22C90D71A}"/>
                </a:ext>
              </a:extLst>
            </p:cNvPr>
            <p:cNvSpPr/>
            <p:nvPr/>
          </p:nvSpPr>
          <p:spPr>
            <a:xfrm>
              <a:off x="3823703" y="1601498"/>
              <a:ext cx="31095" cy="21197"/>
            </a:xfrm>
            <a:custGeom>
              <a:avLst/>
              <a:gdLst/>
              <a:ahLst/>
              <a:cxnLst/>
              <a:rect l="l" t="t" r="r" b="b"/>
              <a:pathLst>
                <a:path w="977" h="666" extrusionOk="0">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21888;p135">
              <a:extLst>
                <a:ext uri="{FF2B5EF4-FFF2-40B4-BE49-F238E27FC236}">
                  <a16:creationId xmlns:a16="http://schemas.microsoft.com/office/drawing/2014/main" id="{E45CCD07-2D19-33A0-DD54-D463BAF34B07}"/>
                </a:ext>
              </a:extLst>
            </p:cNvPr>
            <p:cNvSpPr/>
            <p:nvPr/>
          </p:nvSpPr>
          <p:spPr>
            <a:xfrm>
              <a:off x="3577390" y="1743608"/>
              <a:ext cx="31095" cy="21197"/>
            </a:xfrm>
            <a:custGeom>
              <a:avLst/>
              <a:gdLst/>
              <a:ahLst/>
              <a:cxnLst/>
              <a:rect l="l" t="t" r="r" b="b"/>
              <a:pathLst>
                <a:path w="977" h="666" extrusionOk="0">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21889;p135">
              <a:extLst>
                <a:ext uri="{FF2B5EF4-FFF2-40B4-BE49-F238E27FC236}">
                  <a16:creationId xmlns:a16="http://schemas.microsoft.com/office/drawing/2014/main" id="{249B9027-9B84-D7BD-D3E8-6B867F473E14}"/>
                </a:ext>
              </a:extLst>
            </p:cNvPr>
            <p:cNvSpPr/>
            <p:nvPr/>
          </p:nvSpPr>
          <p:spPr>
            <a:xfrm>
              <a:off x="3732358" y="1593032"/>
              <a:ext cx="71294" cy="62255"/>
            </a:xfrm>
            <a:custGeom>
              <a:avLst/>
              <a:gdLst/>
              <a:ahLst/>
              <a:cxnLst/>
              <a:rect l="l" t="t" r="r" b="b"/>
              <a:pathLst>
                <a:path w="2240" h="1956" extrusionOk="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08235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57"/>
          <p:cNvSpPr/>
          <p:nvPr/>
        </p:nvSpPr>
        <p:spPr>
          <a:xfrm>
            <a:off x="308600" y="201650"/>
            <a:ext cx="8258330" cy="4401682"/>
          </a:xfrm>
          <a:custGeom>
            <a:avLst/>
            <a:gdLst/>
            <a:ahLst/>
            <a:cxnLst/>
            <a:rect l="l" t="t" r="r" b="b"/>
            <a:pathLst>
              <a:path w="195753" h="152426" extrusionOk="0">
                <a:moveTo>
                  <a:pt x="142692" y="0"/>
                </a:moveTo>
                <a:cubicBezTo>
                  <a:pt x="142084" y="0"/>
                  <a:pt x="141476" y="13"/>
                  <a:pt x="140869" y="38"/>
                </a:cubicBezTo>
                <a:cubicBezTo>
                  <a:pt x="129892" y="601"/>
                  <a:pt x="119478" y="5104"/>
                  <a:pt x="109199" y="8763"/>
                </a:cubicBezTo>
                <a:cubicBezTo>
                  <a:pt x="101590" y="11436"/>
                  <a:pt x="93530" y="13737"/>
                  <a:pt x="85625" y="13737"/>
                </a:cubicBezTo>
                <a:cubicBezTo>
                  <a:pt x="82711" y="13737"/>
                  <a:pt x="79819" y="13425"/>
                  <a:pt x="76978" y="12703"/>
                </a:cubicBezTo>
                <a:cubicBezTo>
                  <a:pt x="69233" y="10879"/>
                  <a:pt x="62343" y="6230"/>
                  <a:pt x="54743" y="4124"/>
                </a:cubicBezTo>
                <a:cubicBezTo>
                  <a:pt x="51566" y="3234"/>
                  <a:pt x="48432" y="2817"/>
                  <a:pt x="45386" y="2817"/>
                </a:cubicBezTo>
                <a:cubicBezTo>
                  <a:pt x="19558" y="2817"/>
                  <a:pt x="0" y="32738"/>
                  <a:pt x="13223" y="57038"/>
                </a:cubicBezTo>
                <a:cubicBezTo>
                  <a:pt x="16747" y="63647"/>
                  <a:pt x="22376" y="68995"/>
                  <a:pt x="27014" y="74905"/>
                </a:cubicBezTo>
                <a:cubicBezTo>
                  <a:pt x="31799" y="80962"/>
                  <a:pt x="35604" y="88134"/>
                  <a:pt x="35041" y="95598"/>
                </a:cubicBezTo>
                <a:cubicBezTo>
                  <a:pt x="34478" y="101925"/>
                  <a:pt x="30955" y="107419"/>
                  <a:pt x="29412" y="113611"/>
                </a:cubicBezTo>
                <a:cubicBezTo>
                  <a:pt x="26598" y="125151"/>
                  <a:pt x="32227" y="138098"/>
                  <a:pt x="41931" y="145134"/>
                </a:cubicBezTo>
                <a:cubicBezTo>
                  <a:pt x="48643" y="150088"/>
                  <a:pt x="56895" y="152426"/>
                  <a:pt x="65206" y="152426"/>
                </a:cubicBezTo>
                <a:cubicBezTo>
                  <a:pt x="68926" y="152426"/>
                  <a:pt x="72658" y="151957"/>
                  <a:pt x="76269" y="151045"/>
                </a:cubicBezTo>
                <a:cubicBezTo>
                  <a:pt x="87955" y="148084"/>
                  <a:pt x="98223" y="140912"/>
                  <a:pt x="106385" y="132041"/>
                </a:cubicBezTo>
                <a:cubicBezTo>
                  <a:pt x="110607" y="127256"/>
                  <a:pt x="114828" y="121773"/>
                  <a:pt x="121167" y="120085"/>
                </a:cubicBezTo>
                <a:cubicBezTo>
                  <a:pt x="122489" y="119737"/>
                  <a:pt x="123826" y="119594"/>
                  <a:pt x="125171" y="119594"/>
                </a:cubicBezTo>
                <a:cubicBezTo>
                  <a:pt x="129841" y="119594"/>
                  <a:pt x="134622" y="121316"/>
                  <a:pt x="139315" y="122190"/>
                </a:cubicBezTo>
                <a:cubicBezTo>
                  <a:pt x="141842" y="122665"/>
                  <a:pt x="144390" y="122898"/>
                  <a:pt x="146928" y="122898"/>
                </a:cubicBezTo>
                <a:cubicBezTo>
                  <a:pt x="155698" y="122898"/>
                  <a:pt x="164344" y="120111"/>
                  <a:pt x="171547" y="114872"/>
                </a:cubicBezTo>
                <a:cubicBezTo>
                  <a:pt x="186183" y="104042"/>
                  <a:pt x="194199" y="84058"/>
                  <a:pt x="194908" y="63928"/>
                </a:cubicBezTo>
                <a:cubicBezTo>
                  <a:pt x="195753" y="41558"/>
                  <a:pt x="187726" y="18895"/>
                  <a:pt x="169994" y="8065"/>
                </a:cubicBezTo>
                <a:cubicBezTo>
                  <a:pt x="161792" y="3038"/>
                  <a:pt x="152227" y="0"/>
                  <a:pt x="142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7"/>
          <p:cNvSpPr txBox="1">
            <a:spLocks noGrp="1"/>
          </p:cNvSpPr>
          <p:nvPr>
            <p:ph type="title"/>
          </p:nvPr>
        </p:nvSpPr>
        <p:spPr>
          <a:xfrm>
            <a:off x="4114675" y="3891400"/>
            <a:ext cx="3624900" cy="572700"/>
          </a:xfrm>
          <a:prstGeom prst="rect">
            <a:avLst/>
          </a:prstGeom>
        </p:spPr>
        <p:txBody>
          <a:bodyPr spcFirstLastPara="1" wrap="square" lIns="91425" tIns="91425" rIns="91425" bIns="91425" anchor="t" anchorCtr="0">
            <a:noAutofit/>
          </a:bodyPr>
          <a:lstStyle/>
          <a:p>
            <a:pPr lvl="0">
              <a:buClr>
                <a:srgbClr val="202C39"/>
              </a:buClr>
              <a:buSzPts val="1100"/>
            </a:pPr>
            <a:r>
              <a:rPr lang="en"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Executive Summary</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771" name="Google Shape;771;p57"/>
          <p:cNvSpPr txBox="1">
            <a:spLocks noGrp="1"/>
          </p:cNvSpPr>
          <p:nvPr>
            <p:ph type="subTitle" idx="1"/>
          </p:nvPr>
        </p:nvSpPr>
        <p:spPr>
          <a:xfrm>
            <a:off x="4137775" y="890336"/>
            <a:ext cx="3601800" cy="2472683"/>
          </a:xfrm>
          <a:prstGeom prst="rect">
            <a:avLst/>
          </a:prstGeom>
        </p:spPr>
        <p:txBody>
          <a:bodyPr spcFirstLastPara="1" wrap="square" lIns="91425" tIns="91425" rIns="91425" bIns="91425" anchor="ctr" anchorCtr="0">
            <a:noAutofit/>
          </a:bodyPr>
          <a:lstStyle/>
          <a:p>
            <a:pPr marL="0" lvl="0" indent="0" algn="l">
              <a:buClr>
                <a:srgbClr val="202C39"/>
              </a:buClr>
              <a:buSzPts val="1100"/>
            </a:pPr>
            <a:r>
              <a:rPr lang="en-US" sz="1900" dirty="0">
                <a:latin typeface="Calibri" panose="020F0502020204030204" pitchFamily="34" charset="0"/>
                <a:ea typeface="Calibri" panose="020F0502020204030204" pitchFamily="34" charset="0"/>
                <a:cs typeface="Calibri" panose="020F0502020204030204" pitchFamily="34" charset="0"/>
              </a:rPr>
              <a:t>“The audit shows that while MMS Solutions clearly presents its services, the site struggles with speed, navigation consistency, and weak homepage CTAs. Addressing these gaps will improve usability, SEO performance, and customer conversions.”</a:t>
            </a:r>
            <a:endParaRPr sz="1900" dirty="0">
              <a:solidFill>
                <a:schemeClr val="lt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772" name="Google Shape;772;p57"/>
          <p:cNvGrpSpPr/>
          <p:nvPr/>
        </p:nvGrpSpPr>
        <p:grpSpPr>
          <a:xfrm>
            <a:off x="751442" y="930142"/>
            <a:ext cx="2960825" cy="3328298"/>
            <a:chOff x="1128757" y="1217507"/>
            <a:chExt cx="2583617" cy="2904274"/>
          </a:xfrm>
        </p:grpSpPr>
        <p:sp>
          <p:nvSpPr>
            <p:cNvPr id="773" name="Google Shape;773;p57"/>
            <p:cNvSpPr/>
            <p:nvPr/>
          </p:nvSpPr>
          <p:spPr>
            <a:xfrm>
              <a:off x="1212395" y="3640911"/>
              <a:ext cx="2411731" cy="480870"/>
            </a:xfrm>
            <a:custGeom>
              <a:avLst/>
              <a:gdLst/>
              <a:ahLst/>
              <a:cxnLst/>
              <a:rect l="l" t="t" r="r" b="b"/>
              <a:pathLst>
                <a:path w="146077" h="29126" extrusionOk="0">
                  <a:moveTo>
                    <a:pt x="73044" y="0"/>
                  </a:moveTo>
                  <a:cubicBezTo>
                    <a:pt x="32796" y="0"/>
                    <a:pt x="1" y="6474"/>
                    <a:pt x="1" y="14636"/>
                  </a:cubicBezTo>
                  <a:cubicBezTo>
                    <a:pt x="1" y="22652"/>
                    <a:pt x="32796" y="29125"/>
                    <a:pt x="73044" y="29125"/>
                  </a:cubicBezTo>
                  <a:cubicBezTo>
                    <a:pt x="113428" y="29125"/>
                    <a:pt x="146077" y="22652"/>
                    <a:pt x="146077" y="14636"/>
                  </a:cubicBezTo>
                  <a:cubicBezTo>
                    <a:pt x="146077" y="6474"/>
                    <a:pt x="113428" y="0"/>
                    <a:pt x="73044" y="0"/>
                  </a:cubicBezTo>
                  <a:close/>
                </a:path>
              </a:pathLst>
            </a:custGeom>
            <a:solidFill>
              <a:srgbClr val="3BC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7"/>
            <p:cNvSpPr/>
            <p:nvPr/>
          </p:nvSpPr>
          <p:spPr>
            <a:xfrm>
              <a:off x="1212395" y="3640911"/>
              <a:ext cx="2411731" cy="480870"/>
            </a:xfrm>
            <a:custGeom>
              <a:avLst/>
              <a:gdLst/>
              <a:ahLst/>
              <a:cxnLst/>
              <a:rect l="l" t="t" r="r" b="b"/>
              <a:pathLst>
                <a:path w="146077" h="29126" extrusionOk="0">
                  <a:moveTo>
                    <a:pt x="73044" y="0"/>
                  </a:moveTo>
                  <a:cubicBezTo>
                    <a:pt x="57418" y="0"/>
                    <a:pt x="42929" y="980"/>
                    <a:pt x="30961" y="2668"/>
                  </a:cubicBezTo>
                  <a:lnTo>
                    <a:pt x="30961" y="3231"/>
                  </a:lnTo>
                  <a:cubicBezTo>
                    <a:pt x="30961" y="3794"/>
                    <a:pt x="30545" y="4222"/>
                    <a:pt x="29982" y="4222"/>
                  </a:cubicBezTo>
                  <a:cubicBezTo>
                    <a:pt x="29419" y="4222"/>
                    <a:pt x="28856" y="3794"/>
                    <a:pt x="28856" y="3231"/>
                  </a:cubicBezTo>
                  <a:lnTo>
                    <a:pt x="28856" y="2950"/>
                  </a:lnTo>
                  <a:cubicBezTo>
                    <a:pt x="11406" y="5629"/>
                    <a:pt x="1" y="9851"/>
                    <a:pt x="1" y="14636"/>
                  </a:cubicBezTo>
                  <a:cubicBezTo>
                    <a:pt x="1" y="22652"/>
                    <a:pt x="32796" y="29125"/>
                    <a:pt x="73044" y="29125"/>
                  </a:cubicBezTo>
                  <a:cubicBezTo>
                    <a:pt x="113428" y="29125"/>
                    <a:pt x="146077" y="22652"/>
                    <a:pt x="146077" y="14636"/>
                  </a:cubicBezTo>
                  <a:cubicBezTo>
                    <a:pt x="146077" y="10133"/>
                    <a:pt x="136226" y="6192"/>
                    <a:pt x="120464" y="3513"/>
                  </a:cubicBezTo>
                  <a:cubicBezTo>
                    <a:pt x="120464" y="3659"/>
                    <a:pt x="120329" y="3794"/>
                    <a:pt x="120183" y="3940"/>
                  </a:cubicBezTo>
                  <a:cubicBezTo>
                    <a:pt x="120048" y="4076"/>
                    <a:pt x="119766" y="4222"/>
                    <a:pt x="119485" y="4222"/>
                  </a:cubicBezTo>
                  <a:cubicBezTo>
                    <a:pt x="118922" y="4222"/>
                    <a:pt x="118494" y="3794"/>
                    <a:pt x="118494" y="3231"/>
                  </a:cubicBezTo>
                  <a:lnTo>
                    <a:pt x="118359" y="3096"/>
                  </a:lnTo>
                  <a:cubicBezTo>
                    <a:pt x="105975" y="1126"/>
                    <a:pt x="90213" y="0"/>
                    <a:pt x="73044" y="0"/>
                  </a:cubicBezTo>
                  <a:close/>
                </a:path>
              </a:pathLst>
            </a:custGeom>
            <a:solidFill>
              <a:srgbClr val="9DE7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7"/>
            <p:cNvSpPr/>
            <p:nvPr/>
          </p:nvSpPr>
          <p:spPr>
            <a:xfrm>
              <a:off x="3198963" y="1951713"/>
              <a:ext cx="508756" cy="415986"/>
            </a:xfrm>
            <a:custGeom>
              <a:avLst/>
              <a:gdLst/>
              <a:ahLst/>
              <a:cxnLst/>
              <a:rect l="l" t="t" r="r" b="b"/>
              <a:pathLst>
                <a:path w="30815" h="25196" extrusionOk="0">
                  <a:moveTo>
                    <a:pt x="3660" y="0"/>
                  </a:moveTo>
                  <a:cubicBezTo>
                    <a:pt x="1690" y="0"/>
                    <a:pt x="136" y="1554"/>
                    <a:pt x="136" y="3524"/>
                  </a:cubicBezTo>
                  <a:lnTo>
                    <a:pt x="136" y="16189"/>
                  </a:lnTo>
                  <a:cubicBezTo>
                    <a:pt x="136" y="18160"/>
                    <a:pt x="1690" y="19702"/>
                    <a:pt x="3660" y="19702"/>
                  </a:cubicBezTo>
                  <a:lnTo>
                    <a:pt x="4358" y="19702"/>
                  </a:lnTo>
                  <a:cubicBezTo>
                    <a:pt x="3660" y="21256"/>
                    <a:pt x="2253" y="23789"/>
                    <a:pt x="1" y="25196"/>
                  </a:cubicBezTo>
                  <a:cubicBezTo>
                    <a:pt x="1" y="25196"/>
                    <a:pt x="4786" y="24915"/>
                    <a:pt x="9706" y="19702"/>
                  </a:cubicBezTo>
                  <a:lnTo>
                    <a:pt x="27302" y="19702"/>
                  </a:lnTo>
                  <a:cubicBezTo>
                    <a:pt x="29272" y="19702"/>
                    <a:pt x="30815" y="18160"/>
                    <a:pt x="30815" y="16189"/>
                  </a:cubicBezTo>
                  <a:lnTo>
                    <a:pt x="30815" y="3524"/>
                  </a:lnTo>
                  <a:cubicBezTo>
                    <a:pt x="30815" y="1554"/>
                    <a:pt x="29272" y="0"/>
                    <a:pt x="27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7"/>
            <p:cNvSpPr/>
            <p:nvPr/>
          </p:nvSpPr>
          <p:spPr>
            <a:xfrm>
              <a:off x="3194323" y="1947057"/>
              <a:ext cx="518051" cy="425298"/>
            </a:xfrm>
            <a:custGeom>
              <a:avLst/>
              <a:gdLst/>
              <a:ahLst/>
              <a:cxnLst/>
              <a:rect l="l" t="t" r="r" b="b"/>
              <a:pathLst>
                <a:path w="31378" h="25760" extrusionOk="0">
                  <a:moveTo>
                    <a:pt x="27583" y="563"/>
                  </a:moveTo>
                  <a:cubicBezTo>
                    <a:pt x="29272" y="563"/>
                    <a:pt x="30814" y="1971"/>
                    <a:pt x="30814" y="3806"/>
                  </a:cubicBezTo>
                  <a:lnTo>
                    <a:pt x="30814" y="16471"/>
                  </a:lnTo>
                  <a:cubicBezTo>
                    <a:pt x="30814" y="18160"/>
                    <a:pt x="29272" y="19702"/>
                    <a:pt x="27583" y="19702"/>
                  </a:cubicBezTo>
                  <a:lnTo>
                    <a:pt x="9851" y="19702"/>
                  </a:lnTo>
                  <a:cubicBezTo>
                    <a:pt x="6328" y="23361"/>
                    <a:pt x="2950" y="24634"/>
                    <a:pt x="1408" y="25050"/>
                  </a:cubicBezTo>
                  <a:cubicBezTo>
                    <a:pt x="3232" y="23508"/>
                    <a:pt x="4357" y="21256"/>
                    <a:pt x="4920" y="19984"/>
                  </a:cubicBezTo>
                  <a:lnTo>
                    <a:pt x="4920" y="19849"/>
                  </a:lnTo>
                  <a:cubicBezTo>
                    <a:pt x="4785" y="19702"/>
                    <a:pt x="4785" y="19702"/>
                    <a:pt x="4639" y="19702"/>
                  </a:cubicBezTo>
                  <a:lnTo>
                    <a:pt x="3941" y="19702"/>
                  </a:lnTo>
                  <a:cubicBezTo>
                    <a:pt x="2106" y="19702"/>
                    <a:pt x="699" y="18160"/>
                    <a:pt x="699" y="16471"/>
                  </a:cubicBezTo>
                  <a:lnTo>
                    <a:pt x="699" y="3806"/>
                  </a:lnTo>
                  <a:cubicBezTo>
                    <a:pt x="699" y="1971"/>
                    <a:pt x="2106" y="563"/>
                    <a:pt x="3941" y="563"/>
                  </a:cubicBezTo>
                  <a:close/>
                  <a:moveTo>
                    <a:pt x="3941" y="1"/>
                  </a:moveTo>
                  <a:cubicBezTo>
                    <a:pt x="1824" y="1"/>
                    <a:pt x="136" y="1689"/>
                    <a:pt x="136" y="3806"/>
                  </a:cubicBezTo>
                  <a:lnTo>
                    <a:pt x="136" y="16471"/>
                  </a:lnTo>
                  <a:cubicBezTo>
                    <a:pt x="136" y="18577"/>
                    <a:pt x="1824" y="20265"/>
                    <a:pt x="3941" y="20265"/>
                  </a:cubicBezTo>
                  <a:lnTo>
                    <a:pt x="4222" y="20265"/>
                  </a:lnTo>
                  <a:cubicBezTo>
                    <a:pt x="3513" y="21673"/>
                    <a:pt x="2252" y="23924"/>
                    <a:pt x="136" y="25332"/>
                  </a:cubicBezTo>
                  <a:cubicBezTo>
                    <a:pt x="1" y="25332"/>
                    <a:pt x="1" y="25478"/>
                    <a:pt x="1" y="25613"/>
                  </a:cubicBezTo>
                  <a:cubicBezTo>
                    <a:pt x="1" y="25759"/>
                    <a:pt x="136" y="25759"/>
                    <a:pt x="282" y="25759"/>
                  </a:cubicBezTo>
                  <a:cubicBezTo>
                    <a:pt x="417" y="25759"/>
                    <a:pt x="5202" y="25332"/>
                    <a:pt x="10133" y="20265"/>
                  </a:cubicBezTo>
                  <a:lnTo>
                    <a:pt x="27583" y="20265"/>
                  </a:lnTo>
                  <a:cubicBezTo>
                    <a:pt x="29689" y="20265"/>
                    <a:pt x="31377" y="18577"/>
                    <a:pt x="31377" y="16471"/>
                  </a:cubicBezTo>
                  <a:lnTo>
                    <a:pt x="31377" y="3806"/>
                  </a:lnTo>
                  <a:cubicBezTo>
                    <a:pt x="31377" y="1689"/>
                    <a:pt x="29689" y="1"/>
                    <a:pt x="27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7"/>
            <p:cNvSpPr/>
            <p:nvPr/>
          </p:nvSpPr>
          <p:spPr>
            <a:xfrm>
              <a:off x="3326664" y="2077171"/>
              <a:ext cx="60427" cy="58198"/>
            </a:xfrm>
            <a:custGeom>
              <a:avLst/>
              <a:gdLst/>
              <a:ahLst/>
              <a:cxnLst/>
              <a:rect l="l" t="t" r="r" b="b"/>
              <a:pathLst>
                <a:path w="3660" h="3525" extrusionOk="0">
                  <a:moveTo>
                    <a:pt x="1835" y="0"/>
                  </a:moveTo>
                  <a:cubicBezTo>
                    <a:pt x="845" y="0"/>
                    <a:pt x="147" y="845"/>
                    <a:pt x="0" y="1835"/>
                  </a:cubicBezTo>
                  <a:cubicBezTo>
                    <a:pt x="0" y="2815"/>
                    <a:pt x="845" y="3524"/>
                    <a:pt x="1835" y="3524"/>
                  </a:cubicBezTo>
                  <a:cubicBezTo>
                    <a:pt x="2815" y="3524"/>
                    <a:pt x="3659" y="2815"/>
                    <a:pt x="3659" y="1835"/>
                  </a:cubicBezTo>
                  <a:cubicBezTo>
                    <a:pt x="3659" y="845"/>
                    <a:pt x="2815" y="0"/>
                    <a:pt x="18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7"/>
            <p:cNvSpPr/>
            <p:nvPr/>
          </p:nvSpPr>
          <p:spPr>
            <a:xfrm>
              <a:off x="3324436" y="2072515"/>
              <a:ext cx="67295" cy="67493"/>
            </a:xfrm>
            <a:custGeom>
              <a:avLst/>
              <a:gdLst/>
              <a:ahLst/>
              <a:cxnLst/>
              <a:rect l="l" t="t" r="r" b="b"/>
              <a:pathLst>
                <a:path w="4076" h="4088" extrusionOk="0">
                  <a:moveTo>
                    <a:pt x="1970" y="564"/>
                  </a:moveTo>
                  <a:cubicBezTo>
                    <a:pt x="2387" y="564"/>
                    <a:pt x="2815" y="710"/>
                    <a:pt x="3096" y="992"/>
                  </a:cubicBezTo>
                  <a:cubicBezTo>
                    <a:pt x="3378" y="1273"/>
                    <a:pt x="3513" y="1690"/>
                    <a:pt x="3513" y="2117"/>
                  </a:cubicBezTo>
                  <a:cubicBezTo>
                    <a:pt x="3513" y="2962"/>
                    <a:pt x="2815" y="3660"/>
                    <a:pt x="1970" y="3660"/>
                  </a:cubicBezTo>
                  <a:cubicBezTo>
                    <a:pt x="1543" y="3660"/>
                    <a:pt x="1261" y="3378"/>
                    <a:pt x="980" y="3097"/>
                  </a:cubicBezTo>
                  <a:cubicBezTo>
                    <a:pt x="698" y="2815"/>
                    <a:pt x="417" y="2534"/>
                    <a:pt x="417" y="2117"/>
                  </a:cubicBezTo>
                  <a:cubicBezTo>
                    <a:pt x="417" y="1690"/>
                    <a:pt x="698" y="1273"/>
                    <a:pt x="980" y="992"/>
                  </a:cubicBezTo>
                  <a:cubicBezTo>
                    <a:pt x="1261" y="710"/>
                    <a:pt x="1543" y="564"/>
                    <a:pt x="1970" y="564"/>
                  </a:cubicBezTo>
                  <a:close/>
                  <a:moveTo>
                    <a:pt x="1970" y="1"/>
                  </a:moveTo>
                  <a:cubicBezTo>
                    <a:pt x="1408" y="1"/>
                    <a:pt x="980" y="147"/>
                    <a:pt x="563" y="564"/>
                  </a:cubicBezTo>
                  <a:cubicBezTo>
                    <a:pt x="135" y="992"/>
                    <a:pt x="0" y="1555"/>
                    <a:pt x="0" y="2117"/>
                  </a:cubicBezTo>
                  <a:cubicBezTo>
                    <a:pt x="0" y="2680"/>
                    <a:pt x="135" y="3097"/>
                    <a:pt x="563" y="3525"/>
                  </a:cubicBezTo>
                  <a:cubicBezTo>
                    <a:pt x="980" y="3941"/>
                    <a:pt x="1408" y="4088"/>
                    <a:pt x="1970" y="4088"/>
                  </a:cubicBezTo>
                  <a:cubicBezTo>
                    <a:pt x="3096" y="4088"/>
                    <a:pt x="4076" y="3243"/>
                    <a:pt x="4076" y="2117"/>
                  </a:cubicBezTo>
                  <a:cubicBezTo>
                    <a:pt x="4076" y="992"/>
                    <a:pt x="3096" y="1"/>
                    <a:pt x="19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7"/>
            <p:cNvSpPr/>
            <p:nvPr/>
          </p:nvSpPr>
          <p:spPr>
            <a:xfrm>
              <a:off x="3428892" y="2077171"/>
              <a:ext cx="60427" cy="58198"/>
            </a:xfrm>
            <a:custGeom>
              <a:avLst/>
              <a:gdLst/>
              <a:ahLst/>
              <a:cxnLst/>
              <a:rect l="l" t="t" r="r" b="b"/>
              <a:pathLst>
                <a:path w="3660" h="3525" extrusionOk="0">
                  <a:moveTo>
                    <a:pt x="1836" y="0"/>
                  </a:moveTo>
                  <a:cubicBezTo>
                    <a:pt x="845" y="0"/>
                    <a:pt x="0" y="845"/>
                    <a:pt x="0" y="1835"/>
                  </a:cubicBezTo>
                  <a:cubicBezTo>
                    <a:pt x="0" y="2815"/>
                    <a:pt x="845" y="3524"/>
                    <a:pt x="1836" y="3524"/>
                  </a:cubicBezTo>
                  <a:cubicBezTo>
                    <a:pt x="2815" y="3524"/>
                    <a:pt x="3659" y="2815"/>
                    <a:pt x="3659" y="1835"/>
                  </a:cubicBezTo>
                  <a:cubicBezTo>
                    <a:pt x="3659" y="845"/>
                    <a:pt x="2815" y="0"/>
                    <a:pt x="18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7"/>
            <p:cNvSpPr/>
            <p:nvPr/>
          </p:nvSpPr>
          <p:spPr>
            <a:xfrm>
              <a:off x="3424236" y="2072515"/>
              <a:ext cx="69722" cy="67493"/>
            </a:xfrm>
            <a:custGeom>
              <a:avLst/>
              <a:gdLst/>
              <a:ahLst/>
              <a:cxnLst/>
              <a:rect l="l" t="t" r="r" b="b"/>
              <a:pathLst>
                <a:path w="4223" h="4088" extrusionOk="0">
                  <a:moveTo>
                    <a:pt x="2118" y="564"/>
                  </a:moveTo>
                  <a:cubicBezTo>
                    <a:pt x="2962" y="564"/>
                    <a:pt x="3660" y="1273"/>
                    <a:pt x="3660" y="2117"/>
                  </a:cubicBezTo>
                  <a:cubicBezTo>
                    <a:pt x="3660" y="2962"/>
                    <a:pt x="2962" y="3660"/>
                    <a:pt x="2118" y="3660"/>
                  </a:cubicBezTo>
                  <a:cubicBezTo>
                    <a:pt x="1273" y="3660"/>
                    <a:pt x="564" y="2962"/>
                    <a:pt x="564" y="2117"/>
                  </a:cubicBezTo>
                  <a:cubicBezTo>
                    <a:pt x="564" y="1273"/>
                    <a:pt x="1273" y="564"/>
                    <a:pt x="2118" y="564"/>
                  </a:cubicBezTo>
                  <a:close/>
                  <a:moveTo>
                    <a:pt x="2118" y="1"/>
                  </a:moveTo>
                  <a:cubicBezTo>
                    <a:pt x="992" y="1"/>
                    <a:pt x="1" y="992"/>
                    <a:pt x="1" y="2117"/>
                  </a:cubicBezTo>
                  <a:cubicBezTo>
                    <a:pt x="1" y="3243"/>
                    <a:pt x="992" y="4088"/>
                    <a:pt x="2118" y="4088"/>
                  </a:cubicBezTo>
                  <a:cubicBezTo>
                    <a:pt x="3243" y="4088"/>
                    <a:pt x="4223" y="3243"/>
                    <a:pt x="4223" y="2117"/>
                  </a:cubicBezTo>
                  <a:cubicBezTo>
                    <a:pt x="4223" y="992"/>
                    <a:pt x="3243" y="1"/>
                    <a:pt x="21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7"/>
            <p:cNvSpPr/>
            <p:nvPr/>
          </p:nvSpPr>
          <p:spPr>
            <a:xfrm>
              <a:off x="3528890" y="2077171"/>
              <a:ext cx="60427" cy="58198"/>
            </a:xfrm>
            <a:custGeom>
              <a:avLst/>
              <a:gdLst/>
              <a:ahLst/>
              <a:cxnLst/>
              <a:rect l="l" t="t" r="r" b="b"/>
              <a:pathLst>
                <a:path w="3660" h="3525" extrusionOk="0">
                  <a:moveTo>
                    <a:pt x="1824" y="0"/>
                  </a:moveTo>
                  <a:cubicBezTo>
                    <a:pt x="845" y="0"/>
                    <a:pt x="135" y="845"/>
                    <a:pt x="135" y="1835"/>
                  </a:cubicBezTo>
                  <a:cubicBezTo>
                    <a:pt x="0" y="2815"/>
                    <a:pt x="845" y="3524"/>
                    <a:pt x="1824" y="3524"/>
                  </a:cubicBezTo>
                  <a:cubicBezTo>
                    <a:pt x="2815" y="3524"/>
                    <a:pt x="3659" y="2815"/>
                    <a:pt x="3659" y="1835"/>
                  </a:cubicBezTo>
                  <a:cubicBezTo>
                    <a:pt x="3659" y="845"/>
                    <a:pt x="2815" y="0"/>
                    <a:pt x="1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7"/>
            <p:cNvSpPr/>
            <p:nvPr/>
          </p:nvSpPr>
          <p:spPr>
            <a:xfrm>
              <a:off x="3526480" y="2072515"/>
              <a:ext cx="67476" cy="67493"/>
            </a:xfrm>
            <a:custGeom>
              <a:avLst/>
              <a:gdLst/>
              <a:ahLst/>
              <a:cxnLst/>
              <a:rect l="l" t="t" r="r" b="b"/>
              <a:pathLst>
                <a:path w="4087" h="4088" extrusionOk="0">
                  <a:moveTo>
                    <a:pt x="1970" y="564"/>
                  </a:moveTo>
                  <a:cubicBezTo>
                    <a:pt x="2398" y="564"/>
                    <a:pt x="2815" y="710"/>
                    <a:pt x="3096" y="992"/>
                  </a:cubicBezTo>
                  <a:cubicBezTo>
                    <a:pt x="3377" y="1273"/>
                    <a:pt x="3524" y="1690"/>
                    <a:pt x="3524" y="2117"/>
                  </a:cubicBezTo>
                  <a:cubicBezTo>
                    <a:pt x="3524" y="2962"/>
                    <a:pt x="2815" y="3660"/>
                    <a:pt x="1970" y="3660"/>
                  </a:cubicBezTo>
                  <a:cubicBezTo>
                    <a:pt x="1554" y="3660"/>
                    <a:pt x="1272" y="3378"/>
                    <a:pt x="991" y="3097"/>
                  </a:cubicBezTo>
                  <a:cubicBezTo>
                    <a:pt x="709" y="2815"/>
                    <a:pt x="428" y="2534"/>
                    <a:pt x="428" y="2117"/>
                  </a:cubicBezTo>
                  <a:cubicBezTo>
                    <a:pt x="428" y="1690"/>
                    <a:pt x="709" y="1273"/>
                    <a:pt x="991" y="992"/>
                  </a:cubicBezTo>
                  <a:cubicBezTo>
                    <a:pt x="1272" y="710"/>
                    <a:pt x="1554" y="564"/>
                    <a:pt x="1970" y="564"/>
                  </a:cubicBezTo>
                  <a:close/>
                  <a:moveTo>
                    <a:pt x="1970" y="1"/>
                  </a:moveTo>
                  <a:cubicBezTo>
                    <a:pt x="1407" y="1"/>
                    <a:pt x="991" y="147"/>
                    <a:pt x="563" y="564"/>
                  </a:cubicBezTo>
                  <a:cubicBezTo>
                    <a:pt x="146" y="992"/>
                    <a:pt x="0" y="1555"/>
                    <a:pt x="0" y="2117"/>
                  </a:cubicBezTo>
                  <a:cubicBezTo>
                    <a:pt x="0" y="2680"/>
                    <a:pt x="146" y="3097"/>
                    <a:pt x="563" y="3525"/>
                  </a:cubicBezTo>
                  <a:cubicBezTo>
                    <a:pt x="991" y="3941"/>
                    <a:pt x="1407" y="4088"/>
                    <a:pt x="1970" y="4088"/>
                  </a:cubicBezTo>
                  <a:cubicBezTo>
                    <a:pt x="3096" y="4088"/>
                    <a:pt x="4087" y="3243"/>
                    <a:pt x="4087" y="2117"/>
                  </a:cubicBezTo>
                  <a:cubicBezTo>
                    <a:pt x="4087" y="992"/>
                    <a:pt x="3242" y="1"/>
                    <a:pt x="19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7"/>
            <p:cNvSpPr/>
            <p:nvPr/>
          </p:nvSpPr>
          <p:spPr>
            <a:xfrm>
              <a:off x="1133413" y="1484800"/>
              <a:ext cx="769151" cy="325297"/>
            </a:xfrm>
            <a:custGeom>
              <a:avLst/>
              <a:gdLst/>
              <a:ahLst/>
              <a:cxnLst/>
              <a:rect l="l" t="t" r="r" b="b"/>
              <a:pathLst>
                <a:path w="46587" h="19703" extrusionOk="0">
                  <a:moveTo>
                    <a:pt x="1554" y="0"/>
                  </a:moveTo>
                  <a:cubicBezTo>
                    <a:pt x="709" y="0"/>
                    <a:pt x="0" y="698"/>
                    <a:pt x="0" y="1543"/>
                  </a:cubicBezTo>
                  <a:lnTo>
                    <a:pt x="0" y="18149"/>
                  </a:lnTo>
                  <a:cubicBezTo>
                    <a:pt x="0" y="18993"/>
                    <a:pt x="709" y="19702"/>
                    <a:pt x="1554" y="19702"/>
                  </a:cubicBezTo>
                  <a:lnTo>
                    <a:pt x="45033" y="19702"/>
                  </a:lnTo>
                  <a:cubicBezTo>
                    <a:pt x="45877" y="19702"/>
                    <a:pt x="46587" y="18993"/>
                    <a:pt x="46587" y="18149"/>
                  </a:cubicBezTo>
                  <a:lnTo>
                    <a:pt x="46587" y="1543"/>
                  </a:lnTo>
                  <a:cubicBezTo>
                    <a:pt x="46587" y="698"/>
                    <a:pt x="45877" y="0"/>
                    <a:pt x="45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7"/>
            <p:cNvSpPr/>
            <p:nvPr/>
          </p:nvSpPr>
          <p:spPr>
            <a:xfrm>
              <a:off x="1128757" y="1480144"/>
              <a:ext cx="778463" cy="334592"/>
            </a:xfrm>
            <a:custGeom>
              <a:avLst/>
              <a:gdLst/>
              <a:ahLst/>
              <a:cxnLst/>
              <a:rect l="l" t="t" r="r" b="b"/>
              <a:pathLst>
                <a:path w="47151" h="20266" extrusionOk="0">
                  <a:moveTo>
                    <a:pt x="45315" y="564"/>
                  </a:moveTo>
                  <a:cubicBezTo>
                    <a:pt x="46024" y="564"/>
                    <a:pt x="46587" y="1127"/>
                    <a:pt x="46587" y="1825"/>
                  </a:cubicBezTo>
                  <a:lnTo>
                    <a:pt x="46587" y="18431"/>
                  </a:lnTo>
                  <a:cubicBezTo>
                    <a:pt x="46587" y="19140"/>
                    <a:pt x="46024" y="19703"/>
                    <a:pt x="45315" y="19703"/>
                  </a:cubicBezTo>
                  <a:lnTo>
                    <a:pt x="1836" y="19703"/>
                  </a:lnTo>
                  <a:cubicBezTo>
                    <a:pt x="1127" y="19703"/>
                    <a:pt x="564" y="19140"/>
                    <a:pt x="564" y="18431"/>
                  </a:cubicBezTo>
                  <a:lnTo>
                    <a:pt x="564" y="1825"/>
                  </a:lnTo>
                  <a:cubicBezTo>
                    <a:pt x="564" y="1127"/>
                    <a:pt x="1127" y="564"/>
                    <a:pt x="1836" y="564"/>
                  </a:cubicBezTo>
                  <a:close/>
                  <a:moveTo>
                    <a:pt x="1836" y="1"/>
                  </a:moveTo>
                  <a:cubicBezTo>
                    <a:pt x="845" y="1"/>
                    <a:pt x="1" y="845"/>
                    <a:pt x="1" y="1825"/>
                  </a:cubicBezTo>
                  <a:lnTo>
                    <a:pt x="1" y="18431"/>
                  </a:lnTo>
                  <a:cubicBezTo>
                    <a:pt x="1" y="19421"/>
                    <a:pt x="845" y="20266"/>
                    <a:pt x="1836" y="20266"/>
                  </a:cubicBezTo>
                  <a:lnTo>
                    <a:pt x="45315" y="20266"/>
                  </a:lnTo>
                  <a:cubicBezTo>
                    <a:pt x="46306" y="20266"/>
                    <a:pt x="47150" y="19421"/>
                    <a:pt x="47150" y="18431"/>
                  </a:cubicBezTo>
                  <a:lnTo>
                    <a:pt x="47150" y="1825"/>
                  </a:lnTo>
                  <a:cubicBezTo>
                    <a:pt x="47150" y="845"/>
                    <a:pt x="46306" y="1"/>
                    <a:pt x="453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7"/>
            <p:cNvSpPr/>
            <p:nvPr/>
          </p:nvSpPr>
          <p:spPr>
            <a:xfrm>
              <a:off x="1370392" y="1591668"/>
              <a:ext cx="446117" cy="9312"/>
            </a:xfrm>
            <a:custGeom>
              <a:avLst/>
              <a:gdLst/>
              <a:ahLst/>
              <a:cxnLst/>
              <a:rect l="l" t="t" r="r" b="b"/>
              <a:pathLst>
                <a:path w="27021" h="564" extrusionOk="0">
                  <a:moveTo>
                    <a:pt x="282" y="1"/>
                  </a:moveTo>
                  <a:cubicBezTo>
                    <a:pt x="147" y="1"/>
                    <a:pt x="0" y="136"/>
                    <a:pt x="0" y="282"/>
                  </a:cubicBezTo>
                  <a:cubicBezTo>
                    <a:pt x="0" y="417"/>
                    <a:pt x="147" y="564"/>
                    <a:pt x="282" y="564"/>
                  </a:cubicBezTo>
                  <a:lnTo>
                    <a:pt x="26885" y="564"/>
                  </a:lnTo>
                  <a:cubicBezTo>
                    <a:pt x="27020" y="564"/>
                    <a:pt x="27020" y="417"/>
                    <a:pt x="27020" y="282"/>
                  </a:cubicBezTo>
                  <a:cubicBezTo>
                    <a:pt x="27020" y="136"/>
                    <a:pt x="27020" y="1"/>
                    <a:pt x="268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7"/>
            <p:cNvSpPr/>
            <p:nvPr/>
          </p:nvSpPr>
          <p:spPr>
            <a:xfrm>
              <a:off x="1370392" y="1628848"/>
              <a:ext cx="446117" cy="9312"/>
            </a:xfrm>
            <a:custGeom>
              <a:avLst/>
              <a:gdLst/>
              <a:ahLst/>
              <a:cxnLst/>
              <a:rect l="l" t="t" r="r" b="b"/>
              <a:pathLst>
                <a:path w="27021" h="564" extrusionOk="0">
                  <a:moveTo>
                    <a:pt x="282" y="0"/>
                  </a:moveTo>
                  <a:cubicBezTo>
                    <a:pt x="147" y="0"/>
                    <a:pt x="0" y="136"/>
                    <a:pt x="0" y="282"/>
                  </a:cubicBezTo>
                  <a:cubicBezTo>
                    <a:pt x="0" y="417"/>
                    <a:pt x="147" y="563"/>
                    <a:pt x="282" y="563"/>
                  </a:cubicBezTo>
                  <a:lnTo>
                    <a:pt x="26885" y="563"/>
                  </a:lnTo>
                  <a:cubicBezTo>
                    <a:pt x="27020" y="563"/>
                    <a:pt x="27020" y="417"/>
                    <a:pt x="27020" y="282"/>
                  </a:cubicBezTo>
                  <a:cubicBezTo>
                    <a:pt x="27020" y="136"/>
                    <a:pt x="27020" y="0"/>
                    <a:pt x="26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7"/>
            <p:cNvSpPr/>
            <p:nvPr/>
          </p:nvSpPr>
          <p:spPr>
            <a:xfrm>
              <a:off x="1370392" y="1666028"/>
              <a:ext cx="446117" cy="9295"/>
            </a:xfrm>
            <a:custGeom>
              <a:avLst/>
              <a:gdLst/>
              <a:ahLst/>
              <a:cxnLst/>
              <a:rect l="l" t="t" r="r" b="b"/>
              <a:pathLst>
                <a:path w="27021" h="563" extrusionOk="0">
                  <a:moveTo>
                    <a:pt x="282" y="0"/>
                  </a:moveTo>
                  <a:cubicBezTo>
                    <a:pt x="147" y="0"/>
                    <a:pt x="0" y="135"/>
                    <a:pt x="0" y="282"/>
                  </a:cubicBezTo>
                  <a:cubicBezTo>
                    <a:pt x="0" y="417"/>
                    <a:pt x="147" y="563"/>
                    <a:pt x="282" y="563"/>
                  </a:cubicBezTo>
                  <a:lnTo>
                    <a:pt x="26885" y="563"/>
                  </a:lnTo>
                  <a:cubicBezTo>
                    <a:pt x="27020" y="563"/>
                    <a:pt x="27020" y="417"/>
                    <a:pt x="27020" y="282"/>
                  </a:cubicBezTo>
                  <a:cubicBezTo>
                    <a:pt x="27020" y="135"/>
                    <a:pt x="27020" y="0"/>
                    <a:pt x="26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7"/>
            <p:cNvSpPr/>
            <p:nvPr/>
          </p:nvSpPr>
          <p:spPr>
            <a:xfrm>
              <a:off x="1370392" y="1703191"/>
              <a:ext cx="446117" cy="9312"/>
            </a:xfrm>
            <a:custGeom>
              <a:avLst/>
              <a:gdLst/>
              <a:ahLst/>
              <a:cxnLst/>
              <a:rect l="l" t="t" r="r" b="b"/>
              <a:pathLst>
                <a:path w="27021" h="564" extrusionOk="0">
                  <a:moveTo>
                    <a:pt x="282" y="1"/>
                  </a:moveTo>
                  <a:cubicBezTo>
                    <a:pt x="147" y="1"/>
                    <a:pt x="0" y="136"/>
                    <a:pt x="0" y="282"/>
                  </a:cubicBezTo>
                  <a:cubicBezTo>
                    <a:pt x="0" y="417"/>
                    <a:pt x="147" y="564"/>
                    <a:pt x="282" y="564"/>
                  </a:cubicBezTo>
                  <a:lnTo>
                    <a:pt x="26885" y="564"/>
                  </a:lnTo>
                  <a:cubicBezTo>
                    <a:pt x="27020" y="564"/>
                    <a:pt x="27020" y="417"/>
                    <a:pt x="27020" y="282"/>
                  </a:cubicBezTo>
                  <a:cubicBezTo>
                    <a:pt x="27020" y="136"/>
                    <a:pt x="27020" y="1"/>
                    <a:pt x="268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7"/>
            <p:cNvSpPr/>
            <p:nvPr/>
          </p:nvSpPr>
          <p:spPr>
            <a:xfrm>
              <a:off x="1530799" y="1982239"/>
              <a:ext cx="355411" cy="331702"/>
            </a:xfrm>
            <a:custGeom>
              <a:avLst/>
              <a:gdLst/>
              <a:ahLst/>
              <a:cxnLst/>
              <a:rect l="l" t="t" r="r" b="b"/>
              <a:pathLst>
                <a:path w="21527" h="20091" extrusionOk="0">
                  <a:moveTo>
                    <a:pt x="10721" y="0"/>
                  </a:moveTo>
                  <a:cubicBezTo>
                    <a:pt x="10200" y="0"/>
                    <a:pt x="9672" y="40"/>
                    <a:pt x="9142" y="121"/>
                  </a:cubicBezTo>
                  <a:cubicBezTo>
                    <a:pt x="3659" y="1112"/>
                    <a:pt x="0" y="6178"/>
                    <a:pt x="845" y="11661"/>
                  </a:cubicBezTo>
                  <a:cubicBezTo>
                    <a:pt x="1730" y="16625"/>
                    <a:pt x="5951" y="20091"/>
                    <a:pt x="10809" y="20091"/>
                  </a:cubicBezTo>
                  <a:cubicBezTo>
                    <a:pt x="11328" y="20091"/>
                    <a:pt x="11854" y="20051"/>
                    <a:pt x="12384" y="19970"/>
                  </a:cubicBezTo>
                  <a:cubicBezTo>
                    <a:pt x="17867" y="19125"/>
                    <a:pt x="21526" y="13913"/>
                    <a:pt x="20682" y="8430"/>
                  </a:cubicBezTo>
                  <a:cubicBezTo>
                    <a:pt x="19919" y="3466"/>
                    <a:pt x="15599" y="0"/>
                    <a:pt x="107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7"/>
            <p:cNvSpPr/>
            <p:nvPr/>
          </p:nvSpPr>
          <p:spPr>
            <a:xfrm>
              <a:off x="1533028" y="1977633"/>
              <a:ext cx="350937" cy="341196"/>
            </a:xfrm>
            <a:custGeom>
              <a:avLst/>
              <a:gdLst/>
              <a:ahLst/>
              <a:cxnLst/>
              <a:rect l="l" t="t" r="r" b="b"/>
              <a:pathLst>
                <a:path w="21256" h="20666" extrusionOk="0">
                  <a:moveTo>
                    <a:pt x="10657" y="560"/>
                  </a:moveTo>
                  <a:cubicBezTo>
                    <a:pt x="15296" y="560"/>
                    <a:pt x="19503" y="4001"/>
                    <a:pt x="20265" y="8709"/>
                  </a:cubicBezTo>
                  <a:cubicBezTo>
                    <a:pt x="20693" y="11377"/>
                    <a:pt x="20130" y="13910"/>
                    <a:pt x="18576" y="16027"/>
                  </a:cubicBezTo>
                  <a:cubicBezTo>
                    <a:pt x="17034" y="18132"/>
                    <a:pt x="14782" y="19539"/>
                    <a:pt x="12249" y="19967"/>
                  </a:cubicBezTo>
                  <a:cubicBezTo>
                    <a:pt x="11717" y="20051"/>
                    <a:pt x="11188" y="20092"/>
                    <a:pt x="10665" y="20092"/>
                  </a:cubicBezTo>
                  <a:cubicBezTo>
                    <a:pt x="5935" y="20092"/>
                    <a:pt x="1751" y="16755"/>
                    <a:pt x="991" y="11940"/>
                  </a:cubicBezTo>
                  <a:cubicBezTo>
                    <a:pt x="563" y="9272"/>
                    <a:pt x="1273" y="6739"/>
                    <a:pt x="2680" y="4622"/>
                  </a:cubicBezTo>
                  <a:cubicBezTo>
                    <a:pt x="4222" y="2517"/>
                    <a:pt x="6474" y="1109"/>
                    <a:pt x="9153" y="682"/>
                  </a:cubicBezTo>
                  <a:cubicBezTo>
                    <a:pt x="9657" y="600"/>
                    <a:pt x="10159" y="560"/>
                    <a:pt x="10657" y="560"/>
                  </a:cubicBezTo>
                  <a:close/>
                  <a:moveTo>
                    <a:pt x="10552" y="0"/>
                  </a:moveTo>
                  <a:cubicBezTo>
                    <a:pt x="10036" y="0"/>
                    <a:pt x="9519" y="39"/>
                    <a:pt x="9007" y="119"/>
                  </a:cubicBezTo>
                  <a:cubicBezTo>
                    <a:pt x="6339" y="682"/>
                    <a:pt x="3941" y="2089"/>
                    <a:pt x="2252" y="4341"/>
                  </a:cubicBezTo>
                  <a:cubicBezTo>
                    <a:pt x="710" y="6592"/>
                    <a:pt x="0" y="9272"/>
                    <a:pt x="563" y="11940"/>
                  </a:cubicBezTo>
                  <a:cubicBezTo>
                    <a:pt x="991" y="14754"/>
                    <a:pt x="2398" y="17152"/>
                    <a:pt x="4650" y="18695"/>
                  </a:cubicBezTo>
                  <a:cubicBezTo>
                    <a:pt x="6474" y="19967"/>
                    <a:pt x="8444" y="20665"/>
                    <a:pt x="10696" y="20665"/>
                  </a:cubicBezTo>
                  <a:cubicBezTo>
                    <a:pt x="11259" y="20665"/>
                    <a:pt x="11822" y="20665"/>
                    <a:pt x="12384" y="20530"/>
                  </a:cubicBezTo>
                  <a:cubicBezTo>
                    <a:pt x="15064" y="20102"/>
                    <a:pt x="17451" y="18560"/>
                    <a:pt x="19004" y="16308"/>
                  </a:cubicBezTo>
                  <a:cubicBezTo>
                    <a:pt x="20693" y="14056"/>
                    <a:pt x="21256" y="11377"/>
                    <a:pt x="20828" y="8709"/>
                  </a:cubicBezTo>
                  <a:cubicBezTo>
                    <a:pt x="20412" y="6029"/>
                    <a:pt x="18858" y="3643"/>
                    <a:pt x="16606" y="1954"/>
                  </a:cubicBezTo>
                  <a:cubicBezTo>
                    <a:pt x="14903" y="697"/>
                    <a:pt x="12736" y="0"/>
                    <a:pt x="105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7"/>
            <p:cNvSpPr/>
            <p:nvPr/>
          </p:nvSpPr>
          <p:spPr>
            <a:xfrm>
              <a:off x="1554028" y="2008936"/>
              <a:ext cx="311362" cy="279217"/>
            </a:xfrm>
            <a:custGeom>
              <a:avLst/>
              <a:gdLst/>
              <a:ahLst/>
              <a:cxnLst/>
              <a:rect l="l" t="t" r="r" b="b"/>
              <a:pathLst>
                <a:path w="18859" h="16912" extrusionOk="0">
                  <a:moveTo>
                    <a:pt x="9352" y="0"/>
                  </a:moveTo>
                  <a:cubicBezTo>
                    <a:pt x="7010" y="0"/>
                    <a:pt x="4699" y="958"/>
                    <a:pt x="3097" y="2872"/>
                  </a:cubicBezTo>
                  <a:cubicBezTo>
                    <a:pt x="1" y="6385"/>
                    <a:pt x="282" y="11733"/>
                    <a:pt x="3795" y="14829"/>
                  </a:cubicBezTo>
                  <a:cubicBezTo>
                    <a:pt x="5389" y="16230"/>
                    <a:pt x="7357" y="16911"/>
                    <a:pt x="9321" y="16911"/>
                  </a:cubicBezTo>
                  <a:cubicBezTo>
                    <a:pt x="11697" y="16911"/>
                    <a:pt x="14067" y="15914"/>
                    <a:pt x="15762" y="13984"/>
                  </a:cubicBezTo>
                  <a:cubicBezTo>
                    <a:pt x="18858" y="10472"/>
                    <a:pt x="18430" y="5124"/>
                    <a:pt x="14918" y="2028"/>
                  </a:cubicBezTo>
                  <a:cubicBezTo>
                    <a:pt x="13309" y="676"/>
                    <a:pt x="11320" y="0"/>
                    <a:pt x="93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7"/>
            <p:cNvSpPr/>
            <p:nvPr/>
          </p:nvSpPr>
          <p:spPr>
            <a:xfrm>
              <a:off x="1549389" y="2004924"/>
              <a:ext cx="320641" cy="288430"/>
            </a:xfrm>
            <a:custGeom>
              <a:avLst/>
              <a:gdLst/>
              <a:ahLst/>
              <a:cxnLst/>
              <a:rect l="l" t="t" r="r" b="b"/>
              <a:pathLst>
                <a:path w="19421" h="17470" extrusionOk="0">
                  <a:moveTo>
                    <a:pt x="9705" y="436"/>
                  </a:moveTo>
                  <a:cubicBezTo>
                    <a:pt x="11675" y="436"/>
                    <a:pt x="13510" y="1280"/>
                    <a:pt x="15052" y="2552"/>
                  </a:cubicBezTo>
                  <a:cubicBezTo>
                    <a:pt x="18430" y="5502"/>
                    <a:pt x="18858" y="10715"/>
                    <a:pt x="15897" y="14092"/>
                  </a:cubicBezTo>
                  <a:cubicBezTo>
                    <a:pt x="14216" y="15926"/>
                    <a:pt x="11915" y="16887"/>
                    <a:pt x="9622" y="16887"/>
                  </a:cubicBezTo>
                  <a:cubicBezTo>
                    <a:pt x="7691" y="16887"/>
                    <a:pt x="5766" y="16205"/>
                    <a:pt x="4222" y="14790"/>
                  </a:cubicBezTo>
                  <a:cubicBezTo>
                    <a:pt x="844" y="11841"/>
                    <a:pt x="563" y="6628"/>
                    <a:pt x="3513" y="3251"/>
                  </a:cubicBezTo>
                  <a:cubicBezTo>
                    <a:pt x="4920" y="1708"/>
                    <a:pt x="6890" y="717"/>
                    <a:pt x="9142" y="582"/>
                  </a:cubicBezTo>
                  <a:cubicBezTo>
                    <a:pt x="9288" y="436"/>
                    <a:pt x="9570" y="436"/>
                    <a:pt x="9705" y="436"/>
                  </a:cubicBezTo>
                  <a:close/>
                  <a:moveTo>
                    <a:pt x="9720" y="1"/>
                  </a:moveTo>
                  <a:cubicBezTo>
                    <a:pt x="9527" y="1"/>
                    <a:pt x="9335" y="7"/>
                    <a:pt x="9142" y="19"/>
                  </a:cubicBezTo>
                  <a:cubicBezTo>
                    <a:pt x="6755" y="154"/>
                    <a:pt x="4638" y="1145"/>
                    <a:pt x="3096" y="2969"/>
                  </a:cubicBezTo>
                  <a:cubicBezTo>
                    <a:pt x="0" y="6493"/>
                    <a:pt x="282" y="12122"/>
                    <a:pt x="3940" y="15218"/>
                  </a:cubicBezTo>
                  <a:cubicBezTo>
                    <a:pt x="5629" y="16760"/>
                    <a:pt x="7599" y="17470"/>
                    <a:pt x="9705" y="17470"/>
                  </a:cubicBezTo>
                  <a:cubicBezTo>
                    <a:pt x="12103" y="17470"/>
                    <a:pt x="14489" y="16479"/>
                    <a:pt x="16178" y="14509"/>
                  </a:cubicBezTo>
                  <a:cubicBezTo>
                    <a:pt x="19421" y="10850"/>
                    <a:pt x="18993" y="5367"/>
                    <a:pt x="15480" y="2125"/>
                  </a:cubicBezTo>
                  <a:cubicBezTo>
                    <a:pt x="13802" y="714"/>
                    <a:pt x="11776" y="1"/>
                    <a:pt x="97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7"/>
            <p:cNvSpPr/>
            <p:nvPr/>
          </p:nvSpPr>
          <p:spPr>
            <a:xfrm>
              <a:off x="1700303" y="2037762"/>
              <a:ext cx="86083" cy="118426"/>
            </a:xfrm>
            <a:custGeom>
              <a:avLst/>
              <a:gdLst/>
              <a:ahLst/>
              <a:cxnLst/>
              <a:rect l="l" t="t" r="r" b="b"/>
              <a:pathLst>
                <a:path w="5214" h="7173" extrusionOk="0">
                  <a:moveTo>
                    <a:pt x="564" y="1"/>
                  </a:moveTo>
                  <a:cubicBezTo>
                    <a:pt x="282" y="1"/>
                    <a:pt x="1" y="282"/>
                    <a:pt x="1" y="563"/>
                  </a:cubicBezTo>
                  <a:lnTo>
                    <a:pt x="1" y="6756"/>
                  </a:lnTo>
                  <a:cubicBezTo>
                    <a:pt x="1" y="7037"/>
                    <a:pt x="282" y="7172"/>
                    <a:pt x="564" y="7172"/>
                  </a:cubicBezTo>
                  <a:lnTo>
                    <a:pt x="4650" y="7172"/>
                  </a:lnTo>
                  <a:cubicBezTo>
                    <a:pt x="4932" y="7172"/>
                    <a:pt x="5213" y="7037"/>
                    <a:pt x="5213" y="6756"/>
                  </a:cubicBezTo>
                  <a:cubicBezTo>
                    <a:pt x="5213" y="6328"/>
                    <a:pt x="4932" y="6193"/>
                    <a:pt x="4650" y="6193"/>
                  </a:cubicBezTo>
                  <a:lnTo>
                    <a:pt x="1127" y="6193"/>
                  </a:lnTo>
                  <a:lnTo>
                    <a:pt x="1127" y="563"/>
                  </a:lnTo>
                  <a:cubicBezTo>
                    <a:pt x="1127" y="282"/>
                    <a:pt x="845" y="1"/>
                    <a:pt x="5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7"/>
            <p:cNvSpPr/>
            <p:nvPr/>
          </p:nvSpPr>
          <p:spPr>
            <a:xfrm>
              <a:off x="2701776" y="2079581"/>
              <a:ext cx="276410" cy="462280"/>
            </a:xfrm>
            <a:custGeom>
              <a:avLst/>
              <a:gdLst/>
              <a:ahLst/>
              <a:cxnLst/>
              <a:rect l="l" t="t" r="r" b="b"/>
              <a:pathLst>
                <a:path w="16742" h="28000" extrusionOk="0">
                  <a:moveTo>
                    <a:pt x="9142" y="1"/>
                  </a:moveTo>
                  <a:lnTo>
                    <a:pt x="2668" y="4223"/>
                  </a:lnTo>
                  <a:cubicBezTo>
                    <a:pt x="2668" y="4223"/>
                    <a:pt x="8444" y="16460"/>
                    <a:pt x="8444" y="17170"/>
                  </a:cubicBezTo>
                  <a:cubicBezTo>
                    <a:pt x="8444" y="17732"/>
                    <a:pt x="3231" y="20547"/>
                    <a:pt x="2252" y="21110"/>
                  </a:cubicBezTo>
                  <a:cubicBezTo>
                    <a:pt x="1543" y="21526"/>
                    <a:pt x="845" y="21954"/>
                    <a:pt x="0" y="22236"/>
                  </a:cubicBezTo>
                  <a:lnTo>
                    <a:pt x="563" y="28000"/>
                  </a:lnTo>
                  <a:cubicBezTo>
                    <a:pt x="563" y="28000"/>
                    <a:pt x="9423" y="26030"/>
                    <a:pt x="13082" y="23924"/>
                  </a:cubicBezTo>
                  <a:cubicBezTo>
                    <a:pt x="16741" y="21954"/>
                    <a:pt x="16606" y="19703"/>
                    <a:pt x="15762" y="16325"/>
                  </a:cubicBezTo>
                  <a:cubicBezTo>
                    <a:pt x="14917" y="12948"/>
                    <a:pt x="9142" y="1"/>
                    <a:pt x="91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7"/>
            <p:cNvSpPr/>
            <p:nvPr/>
          </p:nvSpPr>
          <p:spPr>
            <a:xfrm>
              <a:off x="2769052" y="2079581"/>
              <a:ext cx="209132" cy="446117"/>
            </a:xfrm>
            <a:custGeom>
              <a:avLst/>
              <a:gdLst/>
              <a:ahLst/>
              <a:cxnLst/>
              <a:rect l="l" t="t" r="r" b="b"/>
              <a:pathLst>
                <a:path w="12667" h="27021" extrusionOk="0">
                  <a:moveTo>
                    <a:pt x="5067" y="1"/>
                  </a:moveTo>
                  <a:lnTo>
                    <a:pt x="4223" y="564"/>
                  </a:lnTo>
                  <a:lnTo>
                    <a:pt x="3941" y="1127"/>
                  </a:lnTo>
                  <a:cubicBezTo>
                    <a:pt x="3941" y="1127"/>
                    <a:pt x="9154" y="14074"/>
                    <a:pt x="9570" y="18430"/>
                  </a:cubicBezTo>
                  <a:cubicBezTo>
                    <a:pt x="9717" y="21391"/>
                    <a:pt x="3941" y="25050"/>
                    <a:pt x="1" y="27021"/>
                  </a:cubicBezTo>
                  <a:cubicBezTo>
                    <a:pt x="2815" y="26311"/>
                    <a:pt x="6756" y="25185"/>
                    <a:pt x="9007" y="23924"/>
                  </a:cubicBezTo>
                  <a:cubicBezTo>
                    <a:pt x="12666" y="21954"/>
                    <a:pt x="12531" y="19703"/>
                    <a:pt x="11687" y="16325"/>
                  </a:cubicBezTo>
                  <a:cubicBezTo>
                    <a:pt x="10842" y="13083"/>
                    <a:pt x="5348" y="417"/>
                    <a:pt x="5067" y="1"/>
                  </a:cubicBez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7"/>
            <p:cNvSpPr/>
            <p:nvPr/>
          </p:nvSpPr>
          <p:spPr>
            <a:xfrm>
              <a:off x="2697120" y="2074942"/>
              <a:ext cx="288116" cy="471575"/>
            </a:xfrm>
            <a:custGeom>
              <a:avLst/>
              <a:gdLst/>
              <a:ahLst/>
              <a:cxnLst/>
              <a:rect l="l" t="t" r="r" b="b"/>
              <a:pathLst>
                <a:path w="17451" h="28563" extrusionOk="0">
                  <a:moveTo>
                    <a:pt x="9424" y="698"/>
                  </a:moveTo>
                  <a:cubicBezTo>
                    <a:pt x="10268" y="2668"/>
                    <a:pt x="15053" y="13645"/>
                    <a:pt x="15762" y="16741"/>
                  </a:cubicBezTo>
                  <a:cubicBezTo>
                    <a:pt x="16607" y="19837"/>
                    <a:pt x="16742" y="22089"/>
                    <a:pt x="13229" y="24059"/>
                  </a:cubicBezTo>
                  <a:cubicBezTo>
                    <a:pt x="9987" y="25748"/>
                    <a:pt x="2669" y="27583"/>
                    <a:pt x="1127" y="27864"/>
                  </a:cubicBezTo>
                  <a:lnTo>
                    <a:pt x="564" y="22798"/>
                  </a:lnTo>
                  <a:cubicBezTo>
                    <a:pt x="1262" y="22370"/>
                    <a:pt x="1971" y="22089"/>
                    <a:pt x="2669" y="21672"/>
                  </a:cubicBezTo>
                  <a:cubicBezTo>
                    <a:pt x="2950" y="21526"/>
                    <a:pt x="3232" y="21391"/>
                    <a:pt x="3513" y="21109"/>
                  </a:cubicBezTo>
                  <a:cubicBezTo>
                    <a:pt x="7600" y="18858"/>
                    <a:pt x="9007" y="17867"/>
                    <a:pt x="9007" y="17451"/>
                  </a:cubicBezTo>
                  <a:cubicBezTo>
                    <a:pt x="9007" y="16741"/>
                    <a:pt x="4785" y="7735"/>
                    <a:pt x="3232" y="4504"/>
                  </a:cubicBezTo>
                  <a:lnTo>
                    <a:pt x="9424" y="698"/>
                  </a:lnTo>
                  <a:close/>
                  <a:moveTo>
                    <a:pt x="9289" y="0"/>
                  </a:moveTo>
                  <a:lnTo>
                    <a:pt x="2815" y="4222"/>
                  </a:lnTo>
                  <a:cubicBezTo>
                    <a:pt x="2669" y="4357"/>
                    <a:pt x="2669" y="4504"/>
                    <a:pt x="2669" y="4639"/>
                  </a:cubicBezTo>
                  <a:cubicBezTo>
                    <a:pt x="4921" y="9423"/>
                    <a:pt x="8298" y="16741"/>
                    <a:pt x="8444" y="17304"/>
                  </a:cubicBezTo>
                  <a:cubicBezTo>
                    <a:pt x="8163" y="17867"/>
                    <a:pt x="4504" y="19984"/>
                    <a:pt x="3232" y="20682"/>
                  </a:cubicBezTo>
                  <a:cubicBezTo>
                    <a:pt x="2950" y="20963"/>
                    <a:pt x="2669" y="21109"/>
                    <a:pt x="2534" y="21109"/>
                  </a:cubicBezTo>
                  <a:cubicBezTo>
                    <a:pt x="1689" y="21526"/>
                    <a:pt x="980" y="21954"/>
                    <a:pt x="136" y="22370"/>
                  </a:cubicBezTo>
                  <a:cubicBezTo>
                    <a:pt x="1" y="22370"/>
                    <a:pt x="1" y="22517"/>
                    <a:pt x="1" y="22652"/>
                  </a:cubicBezTo>
                  <a:lnTo>
                    <a:pt x="564" y="28281"/>
                  </a:lnTo>
                  <a:cubicBezTo>
                    <a:pt x="564" y="28427"/>
                    <a:pt x="564" y="28427"/>
                    <a:pt x="699" y="28427"/>
                  </a:cubicBezTo>
                  <a:cubicBezTo>
                    <a:pt x="699" y="28562"/>
                    <a:pt x="845" y="28562"/>
                    <a:pt x="845" y="28562"/>
                  </a:cubicBezTo>
                  <a:cubicBezTo>
                    <a:pt x="1262" y="28427"/>
                    <a:pt x="9705" y="26457"/>
                    <a:pt x="13511" y="24487"/>
                  </a:cubicBezTo>
                  <a:cubicBezTo>
                    <a:pt x="17451" y="22370"/>
                    <a:pt x="17170" y="19837"/>
                    <a:pt x="16325" y="16606"/>
                  </a:cubicBezTo>
                  <a:cubicBezTo>
                    <a:pt x="15481" y="13229"/>
                    <a:pt x="9987" y="698"/>
                    <a:pt x="9705" y="135"/>
                  </a:cubicBezTo>
                  <a:cubicBezTo>
                    <a:pt x="9705" y="135"/>
                    <a:pt x="9705" y="0"/>
                    <a:pt x="95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7"/>
            <p:cNvSpPr/>
            <p:nvPr/>
          </p:nvSpPr>
          <p:spPr>
            <a:xfrm>
              <a:off x="1986167" y="2102810"/>
              <a:ext cx="183476" cy="439149"/>
            </a:xfrm>
            <a:custGeom>
              <a:avLst/>
              <a:gdLst/>
              <a:ahLst/>
              <a:cxnLst/>
              <a:rect l="l" t="t" r="r" b="b"/>
              <a:pathLst>
                <a:path w="11113" h="26599" extrusionOk="0">
                  <a:moveTo>
                    <a:pt x="4504" y="1"/>
                  </a:moveTo>
                  <a:cubicBezTo>
                    <a:pt x="4504" y="1"/>
                    <a:pt x="282" y="15481"/>
                    <a:pt x="136" y="18149"/>
                  </a:cubicBezTo>
                  <a:cubicBezTo>
                    <a:pt x="1" y="20829"/>
                    <a:pt x="8445" y="26176"/>
                    <a:pt x="8861" y="26593"/>
                  </a:cubicBezTo>
                  <a:cubicBezTo>
                    <a:pt x="8865" y="26597"/>
                    <a:pt x="8869" y="26599"/>
                    <a:pt x="8873" y="26599"/>
                  </a:cubicBezTo>
                  <a:cubicBezTo>
                    <a:pt x="9119" y="26599"/>
                    <a:pt x="8298" y="17170"/>
                    <a:pt x="8298" y="17170"/>
                  </a:cubicBezTo>
                  <a:lnTo>
                    <a:pt x="11113" y="3232"/>
                  </a:lnTo>
                  <a:lnTo>
                    <a:pt x="45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7"/>
            <p:cNvSpPr/>
            <p:nvPr/>
          </p:nvSpPr>
          <p:spPr>
            <a:xfrm>
              <a:off x="1988412" y="2102810"/>
              <a:ext cx="144066" cy="439050"/>
            </a:xfrm>
            <a:custGeom>
              <a:avLst/>
              <a:gdLst/>
              <a:ahLst/>
              <a:cxnLst/>
              <a:rect l="l" t="t" r="r" b="b"/>
              <a:pathLst>
                <a:path w="8726" h="26593" extrusionOk="0">
                  <a:moveTo>
                    <a:pt x="4368" y="1"/>
                  </a:moveTo>
                  <a:cubicBezTo>
                    <a:pt x="4368" y="1"/>
                    <a:pt x="146" y="15481"/>
                    <a:pt x="0" y="18149"/>
                  </a:cubicBezTo>
                  <a:lnTo>
                    <a:pt x="0" y="18296"/>
                  </a:lnTo>
                  <a:cubicBezTo>
                    <a:pt x="0" y="20964"/>
                    <a:pt x="8309" y="26176"/>
                    <a:pt x="8725" y="26593"/>
                  </a:cubicBezTo>
                  <a:lnTo>
                    <a:pt x="8725" y="26030"/>
                  </a:lnTo>
                  <a:cubicBezTo>
                    <a:pt x="8725" y="25467"/>
                    <a:pt x="8725" y="24488"/>
                    <a:pt x="8590" y="23497"/>
                  </a:cubicBezTo>
                  <a:cubicBezTo>
                    <a:pt x="6057" y="21245"/>
                    <a:pt x="2533" y="18296"/>
                    <a:pt x="2117" y="17023"/>
                  </a:cubicBezTo>
                  <a:lnTo>
                    <a:pt x="6192" y="1262"/>
                  </a:lnTo>
                  <a:lnTo>
                    <a:pt x="6192" y="980"/>
                  </a:lnTo>
                  <a:lnTo>
                    <a:pt x="4368" y="1"/>
                  </a:ln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7"/>
            <p:cNvSpPr/>
            <p:nvPr/>
          </p:nvSpPr>
          <p:spPr>
            <a:xfrm>
              <a:off x="1981528" y="2100400"/>
              <a:ext cx="195181" cy="446117"/>
            </a:xfrm>
            <a:custGeom>
              <a:avLst/>
              <a:gdLst/>
              <a:ahLst/>
              <a:cxnLst/>
              <a:rect l="l" t="t" r="r" b="b"/>
              <a:pathLst>
                <a:path w="11822" h="27021" extrusionOk="0">
                  <a:moveTo>
                    <a:pt x="4920" y="564"/>
                  </a:moveTo>
                  <a:lnTo>
                    <a:pt x="11112" y="3524"/>
                  </a:lnTo>
                  <a:lnTo>
                    <a:pt x="8298" y="17316"/>
                  </a:lnTo>
                  <a:lnTo>
                    <a:pt x="8298" y="17451"/>
                  </a:lnTo>
                  <a:cubicBezTo>
                    <a:pt x="8579" y="20265"/>
                    <a:pt x="8861" y="24915"/>
                    <a:pt x="8861" y="26176"/>
                  </a:cubicBezTo>
                  <a:cubicBezTo>
                    <a:pt x="8726" y="26176"/>
                    <a:pt x="8579" y="26041"/>
                    <a:pt x="8444" y="25895"/>
                  </a:cubicBezTo>
                  <a:cubicBezTo>
                    <a:pt x="6474" y="24634"/>
                    <a:pt x="563" y="20412"/>
                    <a:pt x="699" y="18295"/>
                  </a:cubicBezTo>
                  <a:cubicBezTo>
                    <a:pt x="845" y="15909"/>
                    <a:pt x="4357" y="2815"/>
                    <a:pt x="4920" y="564"/>
                  </a:cubicBezTo>
                  <a:close/>
                  <a:moveTo>
                    <a:pt x="4639" y="1"/>
                  </a:moveTo>
                  <a:cubicBezTo>
                    <a:pt x="4504" y="1"/>
                    <a:pt x="4504" y="1"/>
                    <a:pt x="4504" y="147"/>
                  </a:cubicBezTo>
                  <a:cubicBezTo>
                    <a:pt x="4357" y="710"/>
                    <a:pt x="282" y="15627"/>
                    <a:pt x="136" y="18295"/>
                  </a:cubicBezTo>
                  <a:cubicBezTo>
                    <a:pt x="1" y="20412"/>
                    <a:pt x="4357" y="23789"/>
                    <a:pt x="8163" y="26458"/>
                  </a:cubicBezTo>
                  <a:cubicBezTo>
                    <a:pt x="8579" y="26604"/>
                    <a:pt x="8861" y="26885"/>
                    <a:pt x="8861" y="26885"/>
                  </a:cubicBezTo>
                  <a:cubicBezTo>
                    <a:pt x="8861" y="26885"/>
                    <a:pt x="9007" y="27020"/>
                    <a:pt x="9142" y="27020"/>
                  </a:cubicBezTo>
                  <a:cubicBezTo>
                    <a:pt x="9424" y="26885"/>
                    <a:pt x="9570" y="26739"/>
                    <a:pt x="8861" y="17316"/>
                  </a:cubicBezTo>
                  <a:lnTo>
                    <a:pt x="11675" y="3378"/>
                  </a:lnTo>
                  <a:cubicBezTo>
                    <a:pt x="11822" y="3243"/>
                    <a:pt x="11675" y="3097"/>
                    <a:pt x="11540" y="3097"/>
                  </a:cubicBezTo>
                  <a:lnTo>
                    <a:pt x="49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7"/>
            <p:cNvSpPr/>
            <p:nvPr/>
          </p:nvSpPr>
          <p:spPr>
            <a:xfrm>
              <a:off x="2009413" y="1829177"/>
              <a:ext cx="889790" cy="510654"/>
            </a:xfrm>
            <a:custGeom>
              <a:avLst/>
              <a:gdLst/>
              <a:ahLst/>
              <a:cxnLst/>
              <a:rect l="l" t="t" r="r" b="b"/>
              <a:pathLst>
                <a:path w="53894" h="30930" extrusionOk="0">
                  <a:moveTo>
                    <a:pt x="25608" y="1"/>
                  </a:moveTo>
                  <a:cubicBezTo>
                    <a:pt x="24823" y="1"/>
                    <a:pt x="23854" y="286"/>
                    <a:pt x="22798" y="1230"/>
                  </a:cubicBezTo>
                  <a:cubicBezTo>
                    <a:pt x="22798" y="1230"/>
                    <a:pt x="21109" y="2356"/>
                    <a:pt x="18013" y="2502"/>
                  </a:cubicBezTo>
                  <a:cubicBezTo>
                    <a:pt x="17919" y="2506"/>
                    <a:pt x="17827" y="2508"/>
                    <a:pt x="17738" y="2508"/>
                  </a:cubicBezTo>
                  <a:cubicBezTo>
                    <a:pt x="14760" y="2508"/>
                    <a:pt x="14521" y="386"/>
                    <a:pt x="10696" y="386"/>
                  </a:cubicBezTo>
                  <a:cubicBezTo>
                    <a:pt x="6046" y="386"/>
                    <a:pt x="0" y="15449"/>
                    <a:pt x="0" y="15449"/>
                  </a:cubicBezTo>
                  <a:cubicBezTo>
                    <a:pt x="0" y="15449"/>
                    <a:pt x="2950" y="18264"/>
                    <a:pt x="5911" y="19525"/>
                  </a:cubicBezTo>
                  <a:cubicBezTo>
                    <a:pt x="7453" y="20234"/>
                    <a:pt x="9288" y="20797"/>
                    <a:pt x="10977" y="20932"/>
                  </a:cubicBezTo>
                  <a:lnTo>
                    <a:pt x="11394" y="30929"/>
                  </a:lnTo>
                  <a:lnTo>
                    <a:pt x="43480" y="30929"/>
                  </a:lnTo>
                  <a:lnTo>
                    <a:pt x="43907" y="20932"/>
                  </a:lnTo>
                  <a:lnTo>
                    <a:pt x="53893" y="14458"/>
                  </a:lnTo>
                  <a:cubicBezTo>
                    <a:pt x="53893" y="14458"/>
                    <a:pt x="48974" y="5733"/>
                    <a:pt x="46576" y="2356"/>
                  </a:cubicBezTo>
                  <a:cubicBezTo>
                    <a:pt x="45402" y="767"/>
                    <a:pt x="43817" y="264"/>
                    <a:pt x="42375" y="264"/>
                  </a:cubicBezTo>
                  <a:cubicBezTo>
                    <a:pt x="40885" y="264"/>
                    <a:pt x="39548" y="801"/>
                    <a:pt x="38976" y="1230"/>
                  </a:cubicBezTo>
                  <a:cubicBezTo>
                    <a:pt x="37989" y="1891"/>
                    <a:pt x="35533" y="2124"/>
                    <a:pt x="33903" y="2124"/>
                  </a:cubicBezTo>
                  <a:cubicBezTo>
                    <a:pt x="33450" y="2124"/>
                    <a:pt x="33061" y="2106"/>
                    <a:pt x="32784" y="2074"/>
                  </a:cubicBezTo>
                  <a:cubicBezTo>
                    <a:pt x="30960" y="1658"/>
                    <a:pt x="29272" y="1230"/>
                    <a:pt x="27583" y="667"/>
                  </a:cubicBezTo>
                  <a:cubicBezTo>
                    <a:pt x="27583" y="667"/>
                    <a:pt x="26810" y="1"/>
                    <a:pt x="256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7"/>
            <p:cNvSpPr/>
            <p:nvPr/>
          </p:nvSpPr>
          <p:spPr>
            <a:xfrm>
              <a:off x="2004757" y="1824109"/>
              <a:ext cx="899085" cy="520362"/>
            </a:xfrm>
            <a:custGeom>
              <a:avLst/>
              <a:gdLst/>
              <a:ahLst/>
              <a:cxnLst/>
              <a:rect l="l" t="t" r="r" b="b"/>
              <a:pathLst>
                <a:path w="54457" h="31518" extrusionOk="0">
                  <a:moveTo>
                    <a:pt x="25884" y="571"/>
                  </a:moveTo>
                  <a:cubicBezTo>
                    <a:pt x="26956" y="571"/>
                    <a:pt x="27638" y="1120"/>
                    <a:pt x="27719" y="1120"/>
                  </a:cubicBezTo>
                  <a:cubicBezTo>
                    <a:pt x="29407" y="1683"/>
                    <a:pt x="31242" y="2246"/>
                    <a:pt x="32931" y="2663"/>
                  </a:cubicBezTo>
                  <a:cubicBezTo>
                    <a:pt x="33195" y="2693"/>
                    <a:pt x="33571" y="2711"/>
                    <a:pt x="34013" y="2711"/>
                  </a:cubicBezTo>
                  <a:cubicBezTo>
                    <a:pt x="35681" y="2711"/>
                    <a:pt x="38292" y="2458"/>
                    <a:pt x="39405" y="1683"/>
                  </a:cubicBezTo>
                  <a:cubicBezTo>
                    <a:pt x="39968" y="1329"/>
                    <a:pt x="41198" y="836"/>
                    <a:pt x="42568" y="836"/>
                  </a:cubicBezTo>
                  <a:cubicBezTo>
                    <a:pt x="43939" y="836"/>
                    <a:pt x="45450" y="1329"/>
                    <a:pt x="46576" y="2944"/>
                  </a:cubicBezTo>
                  <a:cubicBezTo>
                    <a:pt x="48828" y="5905"/>
                    <a:pt x="53050" y="13358"/>
                    <a:pt x="53759" y="14765"/>
                  </a:cubicBezTo>
                  <a:lnTo>
                    <a:pt x="44043" y="21104"/>
                  </a:lnTo>
                  <a:cubicBezTo>
                    <a:pt x="43908" y="21104"/>
                    <a:pt x="43908" y="21239"/>
                    <a:pt x="43908" y="21239"/>
                  </a:cubicBezTo>
                  <a:lnTo>
                    <a:pt x="43480" y="30955"/>
                  </a:lnTo>
                  <a:lnTo>
                    <a:pt x="11957" y="30955"/>
                  </a:lnTo>
                  <a:lnTo>
                    <a:pt x="11540" y="21239"/>
                  </a:lnTo>
                  <a:cubicBezTo>
                    <a:pt x="11540" y="21239"/>
                    <a:pt x="11394" y="21104"/>
                    <a:pt x="11259" y="21104"/>
                  </a:cubicBezTo>
                  <a:cubicBezTo>
                    <a:pt x="9570" y="20822"/>
                    <a:pt x="7882" y="20259"/>
                    <a:pt x="6328" y="19550"/>
                  </a:cubicBezTo>
                  <a:cubicBezTo>
                    <a:pt x="3795" y="18571"/>
                    <a:pt x="1262" y="16173"/>
                    <a:pt x="564" y="15610"/>
                  </a:cubicBezTo>
                  <a:cubicBezTo>
                    <a:pt x="1262" y="13921"/>
                    <a:pt x="6756" y="839"/>
                    <a:pt x="10978" y="839"/>
                  </a:cubicBezTo>
                  <a:cubicBezTo>
                    <a:pt x="12948" y="839"/>
                    <a:pt x="13927" y="1537"/>
                    <a:pt x="14918" y="2100"/>
                  </a:cubicBezTo>
                  <a:cubicBezTo>
                    <a:pt x="15762" y="2663"/>
                    <a:pt x="16742" y="3091"/>
                    <a:pt x="18295" y="3091"/>
                  </a:cubicBezTo>
                  <a:cubicBezTo>
                    <a:pt x="21527" y="2944"/>
                    <a:pt x="23080" y="1818"/>
                    <a:pt x="23215" y="1683"/>
                  </a:cubicBezTo>
                  <a:cubicBezTo>
                    <a:pt x="24242" y="826"/>
                    <a:pt x="25153" y="571"/>
                    <a:pt x="25884" y="571"/>
                  </a:cubicBezTo>
                  <a:close/>
                  <a:moveTo>
                    <a:pt x="25850" y="0"/>
                  </a:moveTo>
                  <a:cubicBezTo>
                    <a:pt x="25020" y="0"/>
                    <a:pt x="24015" y="295"/>
                    <a:pt x="22934" y="1256"/>
                  </a:cubicBezTo>
                  <a:cubicBezTo>
                    <a:pt x="22799" y="1402"/>
                    <a:pt x="21245" y="2381"/>
                    <a:pt x="18295" y="2528"/>
                  </a:cubicBezTo>
                  <a:cubicBezTo>
                    <a:pt x="16888" y="2528"/>
                    <a:pt x="16044" y="2100"/>
                    <a:pt x="15199" y="1537"/>
                  </a:cubicBezTo>
                  <a:cubicBezTo>
                    <a:pt x="14209" y="974"/>
                    <a:pt x="13083" y="411"/>
                    <a:pt x="10978" y="411"/>
                  </a:cubicBezTo>
                  <a:cubicBezTo>
                    <a:pt x="6193" y="411"/>
                    <a:pt x="282" y="14912"/>
                    <a:pt x="1" y="15610"/>
                  </a:cubicBezTo>
                  <a:cubicBezTo>
                    <a:pt x="1" y="15756"/>
                    <a:pt x="1" y="15756"/>
                    <a:pt x="136" y="15891"/>
                  </a:cubicBezTo>
                  <a:cubicBezTo>
                    <a:pt x="282" y="16038"/>
                    <a:pt x="3097" y="18852"/>
                    <a:pt x="6046" y="20113"/>
                  </a:cubicBezTo>
                  <a:cubicBezTo>
                    <a:pt x="7600" y="20822"/>
                    <a:pt x="9289" y="21239"/>
                    <a:pt x="10978" y="21520"/>
                  </a:cubicBezTo>
                  <a:lnTo>
                    <a:pt x="11394" y="31236"/>
                  </a:lnTo>
                  <a:cubicBezTo>
                    <a:pt x="11394" y="31371"/>
                    <a:pt x="11540" y="31518"/>
                    <a:pt x="11676" y="31518"/>
                  </a:cubicBezTo>
                  <a:lnTo>
                    <a:pt x="43762" y="31518"/>
                  </a:lnTo>
                  <a:cubicBezTo>
                    <a:pt x="43908" y="31518"/>
                    <a:pt x="44043" y="31371"/>
                    <a:pt x="44043" y="31236"/>
                  </a:cubicBezTo>
                  <a:lnTo>
                    <a:pt x="44324" y="21520"/>
                  </a:lnTo>
                  <a:lnTo>
                    <a:pt x="54322" y="15047"/>
                  </a:lnTo>
                  <a:cubicBezTo>
                    <a:pt x="54457" y="14912"/>
                    <a:pt x="54457" y="14765"/>
                    <a:pt x="54322" y="14630"/>
                  </a:cubicBezTo>
                  <a:cubicBezTo>
                    <a:pt x="54322" y="14630"/>
                    <a:pt x="49391" y="5905"/>
                    <a:pt x="47004" y="2528"/>
                  </a:cubicBezTo>
                  <a:cubicBezTo>
                    <a:pt x="45803" y="837"/>
                    <a:pt x="44146" y="308"/>
                    <a:pt x="42631" y="308"/>
                  </a:cubicBezTo>
                  <a:cubicBezTo>
                    <a:pt x="41121" y="308"/>
                    <a:pt x="39753" y="834"/>
                    <a:pt x="39123" y="1256"/>
                  </a:cubicBezTo>
                  <a:cubicBezTo>
                    <a:pt x="38127" y="1916"/>
                    <a:pt x="35759" y="2150"/>
                    <a:pt x="34167" y="2150"/>
                  </a:cubicBezTo>
                  <a:cubicBezTo>
                    <a:pt x="33725" y="2150"/>
                    <a:pt x="33343" y="2132"/>
                    <a:pt x="33066" y="2100"/>
                  </a:cubicBezTo>
                  <a:cubicBezTo>
                    <a:pt x="31378" y="1683"/>
                    <a:pt x="29689" y="1256"/>
                    <a:pt x="28000" y="693"/>
                  </a:cubicBezTo>
                  <a:cubicBezTo>
                    <a:pt x="27761" y="531"/>
                    <a:pt x="26964" y="0"/>
                    <a:pt x="25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7"/>
            <p:cNvSpPr/>
            <p:nvPr/>
          </p:nvSpPr>
          <p:spPr>
            <a:xfrm>
              <a:off x="2190638" y="1905238"/>
              <a:ext cx="6885" cy="274182"/>
            </a:xfrm>
            <a:custGeom>
              <a:avLst/>
              <a:gdLst/>
              <a:ahLst/>
              <a:cxnLst/>
              <a:rect l="l" t="t" r="r" b="b"/>
              <a:pathLst>
                <a:path w="417" h="16607" extrusionOk="0">
                  <a:moveTo>
                    <a:pt x="135" y="0"/>
                  </a:moveTo>
                  <a:lnTo>
                    <a:pt x="0" y="16471"/>
                  </a:lnTo>
                  <a:cubicBezTo>
                    <a:pt x="0" y="16606"/>
                    <a:pt x="135" y="16606"/>
                    <a:pt x="135" y="16606"/>
                  </a:cubicBezTo>
                  <a:cubicBezTo>
                    <a:pt x="281" y="16606"/>
                    <a:pt x="281" y="16606"/>
                    <a:pt x="281" y="16471"/>
                  </a:cubicBezTo>
                  <a:lnTo>
                    <a:pt x="4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7"/>
            <p:cNvSpPr/>
            <p:nvPr/>
          </p:nvSpPr>
          <p:spPr>
            <a:xfrm>
              <a:off x="2211441" y="1928467"/>
              <a:ext cx="41853" cy="211543"/>
            </a:xfrm>
            <a:custGeom>
              <a:avLst/>
              <a:gdLst/>
              <a:ahLst/>
              <a:cxnLst/>
              <a:rect l="l" t="t" r="r" b="b"/>
              <a:pathLst>
                <a:path w="2535" h="12813" extrusionOk="0">
                  <a:moveTo>
                    <a:pt x="147" y="1"/>
                  </a:moveTo>
                  <a:lnTo>
                    <a:pt x="1" y="147"/>
                  </a:lnTo>
                  <a:cubicBezTo>
                    <a:pt x="1" y="282"/>
                    <a:pt x="564" y="8309"/>
                    <a:pt x="2253" y="12666"/>
                  </a:cubicBezTo>
                  <a:cubicBezTo>
                    <a:pt x="2253" y="12666"/>
                    <a:pt x="2253" y="12813"/>
                    <a:pt x="2399" y="12813"/>
                  </a:cubicBezTo>
                  <a:cubicBezTo>
                    <a:pt x="2534" y="12666"/>
                    <a:pt x="2534" y="12666"/>
                    <a:pt x="2534" y="12531"/>
                  </a:cubicBezTo>
                  <a:cubicBezTo>
                    <a:pt x="845" y="8163"/>
                    <a:pt x="282" y="282"/>
                    <a:pt x="282" y="147"/>
                  </a:cubicBezTo>
                  <a:cubicBezTo>
                    <a:pt x="282" y="147"/>
                    <a:pt x="282" y="1"/>
                    <a:pt x="1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7"/>
            <p:cNvSpPr/>
            <p:nvPr/>
          </p:nvSpPr>
          <p:spPr>
            <a:xfrm>
              <a:off x="2253276" y="2144646"/>
              <a:ext cx="27885" cy="58000"/>
            </a:xfrm>
            <a:custGeom>
              <a:avLst/>
              <a:gdLst/>
              <a:ahLst/>
              <a:cxnLst/>
              <a:rect l="l" t="t" r="r" b="b"/>
              <a:pathLst>
                <a:path w="1689" h="3513" extrusionOk="0">
                  <a:moveTo>
                    <a:pt x="146" y="0"/>
                  </a:moveTo>
                  <a:cubicBezTo>
                    <a:pt x="0" y="135"/>
                    <a:pt x="0" y="135"/>
                    <a:pt x="0" y="282"/>
                  </a:cubicBezTo>
                  <a:cubicBezTo>
                    <a:pt x="428" y="1261"/>
                    <a:pt x="844" y="2387"/>
                    <a:pt x="1407" y="3378"/>
                  </a:cubicBezTo>
                  <a:lnTo>
                    <a:pt x="1407" y="3513"/>
                  </a:lnTo>
                  <a:lnTo>
                    <a:pt x="1554" y="3513"/>
                  </a:lnTo>
                  <a:cubicBezTo>
                    <a:pt x="1554" y="3378"/>
                    <a:pt x="1689" y="3378"/>
                    <a:pt x="1554" y="3231"/>
                  </a:cubicBezTo>
                  <a:cubicBezTo>
                    <a:pt x="1126" y="2252"/>
                    <a:pt x="563" y="1261"/>
                    <a:pt x="282" y="135"/>
                  </a:cubicBezTo>
                  <a:cubicBezTo>
                    <a:pt x="282" y="0"/>
                    <a:pt x="146" y="0"/>
                    <a:pt x="1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7"/>
            <p:cNvSpPr/>
            <p:nvPr/>
          </p:nvSpPr>
          <p:spPr>
            <a:xfrm>
              <a:off x="2230030" y="1914533"/>
              <a:ext cx="46492" cy="144066"/>
            </a:xfrm>
            <a:custGeom>
              <a:avLst/>
              <a:gdLst/>
              <a:ahLst/>
              <a:cxnLst/>
              <a:rect l="l" t="t" r="r" b="b"/>
              <a:pathLst>
                <a:path w="2816" h="8726" extrusionOk="0">
                  <a:moveTo>
                    <a:pt x="147" y="0"/>
                  </a:moveTo>
                  <a:cubicBezTo>
                    <a:pt x="1" y="0"/>
                    <a:pt x="1" y="0"/>
                    <a:pt x="1" y="147"/>
                  </a:cubicBezTo>
                  <a:cubicBezTo>
                    <a:pt x="564" y="3096"/>
                    <a:pt x="1408" y="5911"/>
                    <a:pt x="2534" y="8726"/>
                  </a:cubicBezTo>
                  <a:lnTo>
                    <a:pt x="2680" y="8726"/>
                  </a:lnTo>
                  <a:cubicBezTo>
                    <a:pt x="2815" y="8726"/>
                    <a:pt x="2815" y="8590"/>
                    <a:pt x="2815" y="8590"/>
                  </a:cubicBezTo>
                  <a:cubicBezTo>
                    <a:pt x="1690" y="5776"/>
                    <a:pt x="845" y="2961"/>
                    <a:pt x="2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7"/>
            <p:cNvSpPr/>
            <p:nvPr/>
          </p:nvSpPr>
          <p:spPr>
            <a:xfrm>
              <a:off x="2641367" y="1937762"/>
              <a:ext cx="53360" cy="155788"/>
            </a:xfrm>
            <a:custGeom>
              <a:avLst/>
              <a:gdLst/>
              <a:ahLst/>
              <a:cxnLst/>
              <a:rect l="l" t="t" r="r" b="b"/>
              <a:pathLst>
                <a:path w="3232" h="9436" extrusionOk="0">
                  <a:moveTo>
                    <a:pt x="3096" y="1"/>
                  </a:moveTo>
                  <a:cubicBezTo>
                    <a:pt x="2950" y="1"/>
                    <a:pt x="2950" y="1"/>
                    <a:pt x="2950" y="147"/>
                  </a:cubicBezTo>
                  <a:cubicBezTo>
                    <a:pt x="2950" y="147"/>
                    <a:pt x="1408" y="6474"/>
                    <a:pt x="0" y="9289"/>
                  </a:cubicBezTo>
                  <a:cubicBezTo>
                    <a:pt x="0" y="9289"/>
                    <a:pt x="0" y="9435"/>
                    <a:pt x="135" y="9435"/>
                  </a:cubicBezTo>
                  <a:cubicBezTo>
                    <a:pt x="135" y="9435"/>
                    <a:pt x="282" y="9435"/>
                    <a:pt x="282" y="9289"/>
                  </a:cubicBezTo>
                  <a:cubicBezTo>
                    <a:pt x="1689" y="6474"/>
                    <a:pt x="3231" y="147"/>
                    <a:pt x="3231" y="147"/>
                  </a:cubicBezTo>
                  <a:cubicBezTo>
                    <a:pt x="3231" y="1"/>
                    <a:pt x="3096" y="1"/>
                    <a:pt x="3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7"/>
            <p:cNvSpPr/>
            <p:nvPr/>
          </p:nvSpPr>
          <p:spPr>
            <a:xfrm>
              <a:off x="2729644" y="1963418"/>
              <a:ext cx="6901" cy="216000"/>
            </a:xfrm>
            <a:custGeom>
              <a:avLst/>
              <a:gdLst/>
              <a:ahLst/>
              <a:cxnLst/>
              <a:rect l="l" t="t" r="r" b="b"/>
              <a:pathLst>
                <a:path w="418" h="13083" extrusionOk="0">
                  <a:moveTo>
                    <a:pt x="136" y="0"/>
                  </a:moveTo>
                  <a:cubicBezTo>
                    <a:pt x="136" y="0"/>
                    <a:pt x="1" y="0"/>
                    <a:pt x="1" y="135"/>
                  </a:cubicBezTo>
                  <a:lnTo>
                    <a:pt x="136" y="12947"/>
                  </a:lnTo>
                  <a:cubicBezTo>
                    <a:pt x="136" y="12947"/>
                    <a:pt x="136" y="13082"/>
                    <a:pt x="282" y="13082"/>
                  </a:cubicBezTo>
                  <a:lnTo>
                    <a:pt x="417" y="12947"/>
                  </a:lnTo>
                  <a:lnTo>
                    <a:pt x="282" y="135"/>
                  </a:lnTo>
                  <a:cubicBezTo>
                    <a:pt x="282" y="0"/>
                    <a:pt x="282" y="0"/>
                    <a:pt x="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7"/>
            <p:cNvSpPr/>
            <p:nvPr/>
          </p:nvSpPr>
          <p:spPr>
            <a:xfrm>
              <a:off x="2652891" y="1968057"/>
              <a:ext cx="72132" cy="206705"/>
            </a:xfrm>
            <a:custGeom>
              <a:avLst/>
              <a:gdLst/>
              <a:ahLst/>
              <a:cxnLst/>
              <a:rect l="l" t="t" r="r" b="b"/>
              <a:pathLst>
                <a:path w="4369" h="12520" extrusionOk="0">
                  <a:moveTo>
                    <a:pt x="4087" y="1"/>
                  </a:moveTo>
                  <a:cubicBezTo>
                    <a:pt x="4087" y="136"/>
                    <a:pt x="2815" y="8163"/>
                    <a:pt x="0" y="12385"/>
                  </a:cubicBezTo>
                  <a:cubicBezTo>
                    <a:pt x="0" y="12385"/>
                    <a:pt x="0" y="12520"/>
                    <a:pt x="147" y="12520"/>
                  </a:cubicBezTo>
                  <a:lnTo>
                    <a:pt x="282" y="12520"/>
                  </a:lnTo>
                  <a:cubicBezTo>
                    <a:pt x="3096" y="8298"/>
                    <a:pt x="4222" y="136"/>
                    <a:pt x="4222" y="136"/>
                  </a:cubicBezTo>
                  <a:cubicBezTo>
                    <a:pt x="4368" y="1"/>
                    <a:pt x="4222" y="1"/>
                    <a:pt x="4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7"/>
            <p:cNvSpPr/>
            <p:nvPr/>
          </p:nvSpPr>
          <p:spPr>
            <a:xfrm>
              <a:off x="2659957" y="2144646"/>
              <a:ext cx="41836" cy="65066"/>
            </a:xfrm>
            <a:custGeom>
              <a:avLst/>
              <a:gdLst/>
              <a:ahLst/>
              <a:cxnLst/>
              <a:rect l="l" t="t" r="r" b="b"/>
              <a:pathLst>
                <a:path w="2534" h="3941" extrusionOk="0">
                  <a:moveTo>
                    <a:pt x="2252" y="0"/>
                  </a:moveTo>
                  <a:cubicBezTo>
                    <a:pt x="2252" y="135"/>
                    <a:pt x="844" y="2533"/>
                    <a:pt x="0" y="3794"/>
                  </a:cubicBezTo>
                  <a:lnTo>
                    <a:pt x="0" y="3940"/>
                  </a:lnTo>
                  <a:lnTo>
                    <a:pt x="282" y="3940"/>
                  </a:lnTo>
                  <a:cubicBezTo>
                    <a:pt x="1126" y="2668"/>
                    <a:pt x="2387" y="135"/>
                    <a:pt x="2387" y="135"/>
                  </a:cubicBezTo>
                  <a:cubicBezTo>
                    <a:pt x="2533" y="135"/>
                    <a:pt x="2387" y="0"/>
                    <a:pt x="23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7"/>
            <p:cNvSpPr/>
            <p:nvPr/>
          </p:nvSpPr>
          <p:spPr>
            <a:xfrm>
              <a:off x="2353258" y="1863418"/>
              <a:ext cx="185903" cy="190542"/>
            </a:xfrm>
            <a:custGeom>
              <a:avLst/>
              <a:gdLst/>
              <a:ahLst/>
              <a:cxnLst/>
              <a:rect l="l" t="t" r="r" b="b"/>
              <a:pathLst>
                <a:path w="11260" h="11541" extrusionOk="0">
                  <a:moveTo>
                    <a:pt x="136" y="0"/>
                  </a:moveTo>
                  <a:cubicBezTo>
                    <a:pt x="1" y="0"/>
                    <a:pt x="1" y="0"/>
                    <a:pt x="1" y="147"/>
                  </a:cubicBezTo>
                  <a:cubicBezTo>
                    <a:pt x="1" y="147"/>
                    <a:pt x="980" y="5776"/>
                    <a:pt x="2253" y="8590"/>
                  </a:cubicBezTo>
                  <a:cubicBezTo>
                    <a:pt x="2951" y="10133"/>
                    <a:pt x="4358" y="11540"/>
                    <a:pt x="6193" y="11540"/>
                  </a:cubicBezTo>
                  <a:cubicBezTo>
                    <a:pt x="6756" y="11540"/>
                    <a:pt x="7319" y="11405"/>
                    <a:pt x="7882" y="11259"/>
                  </a:cubicBezTo>
                  <a:cubicBezTo>
                    <a:pt x="9987" y="10279"/>
                    <a:pt x="11259" y="6057"/>
                    <a:pt x="11259" y="845"/>
                  </a:cubicBezTo>
                  <a:cubicBezTo>
                    <a:pt x="11259" y="710"/>
                    <a:pt x="11113" y="710"/>
                    <a:pt x="11113" y="710"/>
                  </a:cubicBezTo>
                  <a:cubicBezTo>
                    <a:pt x="10978" y="710"/>
                    <a:pt x="10978" y="710"/>
                    <a:pt x="10978" y="845"/>
                  </a:cubicBezTo>
                  <a:cubicBezTo>
                    <a:pt x="11113" y="5911"/>
                    <a:pt x="9706" y="10133"/>
                    <a:pt x="7735" y="10977"/>
                  </a:cubicBezTo>
                  <a:cubicBezTo>
                    <a:pt x="7250" y="11181"/>
                    <a:pt x="6718" y="11303"/>
                    <a:pt x="6176" y="11303"/>
                  </a:cubicBezTo>
                  <a:cubicBezTo>
                    <a:pt x="4834" y="11303"/>
                    <a:pt x="3432" y="10554"/>
                    <a:pt x="2534" y="8444"/>
                  </a:cubicBezTo>
                  <a:cubicBezTo>
                    <a:pt x="1127" y="5629"/>
                    <a:pt x="282" y="147"/>
                    <a:pt x="2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7"/>
            <p:cNvSpPr/>
            <p:nvPr/>
          </p:nvSpPr>
          <p:spPr>
            <a:xfrm>
              <a:off x="2227802" y="1651251"/>
              <a:ext cx="71951" cy="84927"/>
            </a:xfrm>
            <a:custGeom>
              <a:avLst/>
              <a:gdLst/>
              <a:ahLst/>
              <a:cxnLst/>
              <a:rect l="l" t="t" r="r" b="b"/>
              <a:pathLst>
                <a:path w="4358" h="5144" extrusionOk="0">
                  <a:moveTo>
                    <a:pt x="1613" y="1"/>
                  </a:moveTo>
                  <a:cubicBezTo>
                    <a:pt x="1404" y="1"/>
                    <a:pt x="1189" y="95"/>
                    <a:pt x="980" y="332"/>
                  </a:cubicBezTo>
                  <a:cubicBezTo>
                    <a:pt x="1" y="1312"/>
                    <a:pt x="1689" y="3845"/>
                    <a:pt x="2669" y="4689"/>
                  </a:cubicBezTo>
                  <a:cubicBezTo>
                    <a:pt x="3038" y="5004"/>
                    <a:pt x="3367" y="5143"/>
                    <a:pt x="3634" y="5143"/>
                  </a:cubicBezTo>
                  <a:cubicBezTo>
                    <a:pt x="4083" y="5143"/>
                    <a:pt x="4358" y="4748"/>
                    <a:pt x="4358" y="4126"/>
                  </a:cubicBezTo>
                  <a:cubicBezTo>
                    <a:pt x="4223" y="3282"/>
                    <a:pt x="3097" y="1312"/>
                    <a:pt x="3097" y="1312"/>
                  </a:cubicBezTo>
                  <a:cubicBezTo>
                    <a:pt x="3097" y="1312"/>
                    <a:pt x="2396" y="1"/>
                    <a:pt x="1613" y="1"/>
                  </a:cubicBezTo>
                  <a:close/>
                </a:path>
              </a:pathLst>
            </a:custGeom>
            <a:solidFill>
              <a:srgbClr val="3BC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7"/>
            <p:cNvSpPr/>
            <p:nvPr/>
          </p:nvSpPr>
          <p:spPr>
            <a:xfrm>
              <a:off x="2234686" y="1645011"/>
              <a:ext cx="69722" cy="95378"/>
            </a:xfrm>
            <a:custGeom>
              <a:avLst/>
              <a:gdLst/>
              <a:ahLst/>
              <a:cxnLst/>
              <a:rect l="l" t="t" r="r" b="b"/>
              <a:pathLst>
                <a:path w="4223" h="5777" extrusionOk="0">
                  <a:moveTo>
                    <a:pt x="1126" y="564"/>
                  </a:moveTo>
                  <a:cubicBezTo>
                    <a:pt x="1689" y="710"/>
                    <a:pt x="2398" y="1555"/>
                    <a:pt x="2533" y="1836"/>
                  </a:cubicBezTo>
                  <a:cubicBezTo>
                    <a:pt x="2815" y="2399"/>
                    <a:pt x="3524" y="3806"/>
                    <a:pt x="3659" y="4504"/>
                  </a:cubicBezTo>
                  <a:cubicBezTo>
                    <a:pt x="3659" y="4932"/>
                    <a:pt x="3524" y="5067"/>
                    <a:pt x="3378" y="5213"/>
                  </a:cubicBezTo>
                  <a:cubicBezTo>
                    <a:pt x="3303" y="5249"/>
                    <a:pt x="3228" y="5266"/>
                    <a:pt x="3150" y="5266"/>
                  </a:cubicBezTo>
                  <a:cubicBezTo>
                    <a:pt x="2937" y="5266"/>
                    <a:pt x="2704" y="5139"/>
                    <a:pt x="2398" y="4932"/>
                  </a:cubicBezTo>
                  <a:cubicBezTo>
                    <a:pt x="1689" y="4223"/>
                    <a:pt x="563" y="2680"/>
                    <a:pt x="563" y="1555"/>
                  </a:cubicBezTo>
                  <a:cubicBezTo>
                    <a:pt x="563" y="1273"/>
                    <a:pt x="563" y="992"/>
                    <a:pt x="710" y="845"/>
                  </a:cubicBezTo>
                  <a:cubicBezTo>
                    <a:pt x="845" y="710"/>
                    <a:pt x="991" y="564"/>
                    <a:pt x="1126" y="564"/>
                  </a:cubicBezTo>
                  <a:close/>
                  <a:moveTo>
                    <a:pt x="1272" y="1"/>
                  </a:moveTo>
                  <a:cubicBezTo>
                    <a:pt x="991" y="1"/>
                    <a:pt x="710" y="147"/>
                    <a:pt x="282" y="429"/>
                  </a:cubicBezTo>
                  <a:cubicBezTo>
                    <a:pt x="0" y="710"/>
                    <a:pt x="0" y="1127"/>
                    <a:pt x="0" y="1690"/>
                  </a:cubicBezTo>
                  <a:cubicBezTo>
                    <a:pt x="147" y="2962"/>
                    <a:pt x="1408" y="4651"/>
                    <a:pt x="2117" y="5349"/>
                  </a:cubicBezTo>
                  <a:cubicBezTo>
                    <a:pt x="2533" y="5630"/>
                    <a:pt x="2815" y="5776"/>
                    <a:pt x="3243" y="5776"/>
                  </a:cubicBezTo>
                  <a:lnTo>
                    <a:pt x="3659" y="5776"/>
                  </a:lnTo>
                  <a:cubicBezTo>
                    <a:pt x="3941" y="5495"/>
                    <a:pt x="4222" y="5067"/>
                    <a:pt x="4222" y="4504"/>
                  </a:cubicBezTo>
                  <a:cubicBezTo>
                    <a:pt x="4087" y="3525"/>
                    <a:pt x="2961" y="1690"/>
                    <a:pt x="2961" y="1555"/>
                  </a:cubicBezTo>
                  <a:cubicBezTo>
                    <a:pt x="2815" y="1408"/>
                    <a:pt x="2117" y="147"/>
                    <a:pt x="12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7"/>
            <p:cNvSpPr/>
            <p:nvPr/>
          </p:nvSpPr>
          <p:spPr>
            <a:xfrm>
              <a:off x="2243981" y="1654306"/>
              <a:ext cx="51131" cy="76788"/>
            </a:xfrm>
            <a:custGeom>
              <a:avLst/>
              <a:gdLst/>
              <a:ahLst/>
              <a:cxnLst/>
              <a:rect l="l" t="t" r="r" b="b"/>
              <a:pathLst>
                <a:path w="3097" h="4651" extrusionOk="0">
                  <a:moveTo>
                    <a:pt x="563" y="1"/>
                  </a:moveTo>
                  <a:cubicBezTo>
                    <a:pt x="428" y="1"/>
                    <a:pt x="282" y="147"/>
                    <a:pt x="147" y="282"/>
                  </a:cubicBezTo>
                  <a:cubicBezTo>
                    <a:pt x="0" y="429"/>
                    <a:pt x="0" y="710"/>
                    <a:pt x="0" y="845"/>
                  </a:cubicBezTo>
                  <a:lnTo>
                    <a:pt x="0" y="992"/>
                  </a:lnTo>
                  <a:cubicBezTo>
                    <a:pt x="0" y="2117"/>
                    <a:pt x="1126" y="3660"/>
                    <a:pt x="1835" y="4369"/>
                  </a:cubicBezTo>
                  <a:cubicBezTo>
                    <a:pt x="2117" y="4504"/>
                    <a:pt x="2398" y="4650"/>
                    <a:pt x="2680" y="4650"/>
                  </a:cubicBezTo>
                  <a:lnTo>
                    <a:pt x="2815" y="4650"/>
                  </a:lnTo>
                  <a:cubicBezTo>
                    <a:pt x="2961" y="4504"/>
                    <a:pt x="3096" y="4369"/>
                    <a:pt x="3096" y="4088"/>
                  </a:cubicBezTo>
                  <a:cubicBezTo>
                    <a:pt x="2680" y="3243"/>
                    <a:pt x="2533" y="2399"/>
                    <a:pt x="2398" y="2117"/>
                  </a:cubicBezTo>
                  <a:cubicBezTo>
                    <a:pt x="2252" y="1690"/>
                    <a:pt x="2117" y="1408"/>
                    <a:pt x="1970" y="1273"/>
                  </a:cubicBezTo>
                  <a:cubicBezTo>
                    <a:pt x="1835" y="992"/>
                    <a:pt x="1126" y="147"/>
                    <a:pt x="563" y="1"/>
                  </a:cubicBezTo>
                  <a:close/>
                </a:path>
              </a:pathLst>
            </a:custGeom>
            <a:solidFill>
              <a:srgbClr val="9DE7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7"/>
            <p:cNvSpPr/>
            <p:nvPr/>
          </p:nvSpPr>
          <p:spPr>
            <a:xfrm>
              <a:off x="2234686" y="1645011"/>
              <a:ext cx="69722" cy="95378"/>
            </a:xfrm>
            <a:custGeom>
              <a:avLst/>
              <a:gdLst/>
              <a:ahLst/>
              <a:cxnLst/>
              <a:rect l="l" t="t" r="r" b="b"/>
              <a:pathLst>
                <a:path w="4223" h="5777" extrusionOk="0">
                  <a:moveTo>
                    <a:pt x="1126" y="564"/>
                  </a:moveTo>
                  <a:cubicBezTo>
                    <a:pt x="1689" y="710"/>
                    <a:pt x="2398" y="1555"/>
                    <a:pt x="2533" y="1836"/>
                  </a:cubicBezTo>
                  <a:cubicBezTo>
                    <a:pt x="2815" y="2399"/>
                    <a:pt x="3524" y="3806"/>
                    <a:pt x="3659" y="4504"/>
                  </a:cubicBezTo>
                  <a:cubicBezTo>
                    <a:pt x="3659" y="4932"/>
                    <a:pt x="3524" y="5067"/>
                    <a:pt x="3378" y="5213"/>
                  </a:cubicBezTo>
                  <a:cubicBezTo>
                    <a:pt x="3303" y="5249"/>
                    <a:pt x="3228" y="5266"/>
                    <a:pt x="3150" y="5266"/>
                  </a:cubicBezTo>
                  <a:cubicBezTo>
                    <a:pt x="2937" y="5266"/>
                    <a:pt x="2704" y="5139"/>
                    <a:pt x="2398" y="4932"/>
                  </a:cubicBezTo>
                  <a:cubicBezTo>
                    <a:pt x="1689" y="4223"/>
                    <a:pt x="563" y="2680"/>
                    <a:pt x="563" y="1555"/>
                  </a:cubicBezTo>
                  <a:cubicBezTo>
                    <a:pt x="563" y="1273"/>
                    <a:pt x="563" y="992"/>
                    <a:pt x="710" y="845"/>
                  </a:cubicBezTo>
                  <a:cubicBezTo>
                    <a:pt x="845" y="710"/>
                    <a:pt x="991" y="564"/>
                    <a:pt x="1126" y="564"/>
                  </a:cubicBezTo>
                  <a:close/>
                  <a:moveTo>
                    <a:pt x="1272" y="1"/>
                  </a:moveTo>
                  <a:cubicBezTo>
                    <a:pt x="991" y="1"/>
                    <a:pt x="710" y="147"/>
                    <a:pt x="282" y="429"/>
                  </a:cubicBezTo>
                  <a:cubicBezTo>
                    <a:pt x="0" y="710"/>
                    <a:pt x="0" y="1127"/>
                    <a:pt x="0" y="1690"/>
                  </a:cubicBezTo>
                  <a:cubicBezTo>
                    <a:pt x="147" y="2962"/>
                    <a:pt x="1408" y="4651"/>
                    <a:pt x="2117" y="5349"/>
                  </a:cubicBezTo>
                  <a:cubicBezTo>
                    <a:pt x="2533" y="5630"/>
                    <a:pt x="2815" y="5776"/>
                    <a:pt x="3243" y="5776"/>
                  </a:cubicBezTo>
                  <a:lnTo>
                    <a:pt x="3659" y="5776"/>
                  </a:lnTo>
                  <a:cubicBezTo>
                    <a:pt x="3941" y="5495"/>
                    <a:pt x="4222" y="5067"/>
                    <a:pt x="4222" y="4504"/>
                  </a:cubicBezTo>
                  <a:cubicBezTo>
                    <a:pt x="4087" y="3525"/>
                    <a:pt x="2961" y="1690"/>
                    <a:pt x="2961" y="1555"/>
                  </a:cubicBezTo>
                  <a:cubicBezTo>
                    <a:pt x="2815" y="1408"/>
                    <a:pt x="2117" y="147"/>
                    <a:pt x="12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7"/>
            <p:cNvSpPr/>
            <p:nvPr/>
          </p:nvSpPr>
          <p:spPr>
            <a:xfrm>
              <a:off x="2583187" y="1651251"/>
              <a:ext cx="72132" cy="84927"/>
            </a:xfrm>
            <a:custGeom>
              <a:avLst/>
              <a:gdLst/>
              <a:ahLst/>
              <a:cxnLst/>
              <a:rect l="l" t="t" r="r" b="b"/>
              <a:pathLst>
                <a:path w="4369" h="5144" extrusionOk="0">
                  <a:moveTo>
                    <a:pt x="2734" y="1"/>
                  </a:moveTo>
                  <a:cubicBezTo>
                    <a:pt x="1918" y="1"/>
                    <a:pt x="1126" y="1312"/>
                    <a:pt x="1126" y="1312"/>
                  </a:cubicBezTo>
                  <a:cubicBezTo>
                    <a:pt x="1126" y="1312"/>
                    <a:pt x="147" y="3282"/>
                    <a:pt x="0" y="4126"/>
                  </a:cubicBezTo>
                  <a:cubicBezTo>
                    <a:pt x="0" y="4748"/>
                    <a:pt x="280" y="5143"/>
                    <a:pt x="729" y="5143"/>
                  </a:cubicBezTo>
                  <a:cubicBezTo>
                    <a:pt x="997" y="5143"/>
                    <a:pt x="1324" y="5004"/>
                    <a:pt x="1689" y="4689"/>
                  </a:cubicBezTo>
                  <a:cubicBezTo>
                    <a:pt x="2534" y="3845"/>
                    <a:pt x="4369" y="1312"/>
                    <a:pt x="3378" y="332"/>
                  </a:cubicBezTo>
                  <a:cubicBezTo>
                    <a:pt x="3171" y="95"/>
                    <a:pt x="2952" y="1"/>
                    <a:pt x="2734" y="1"/>
                  </a:cubicBezTo>
                  <a:close/>
                </a:path>
              </a:pathLst>
            </a:custGeom>
            <a:solidFill>
              <a:srgbClr val="3BC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7"/>
            <p:cNvSpPr/>
            <p:nvPr/>
          </p:nvSpPr>
          <p:spPr>
            <a:xfrm>
              <a:off x="2578532" y="1645011"/>
              <a:ext cx="69722" cy="95378"/>
            </a:xfrm>
            <a:custGeom>
              <a:avLst/>
              <a:gdLst/>
              <a:ahLst/>
              <a:cxnLst/>
              <a:rect l="l" t="t" r="r" b="b"/>
              <a:pathLst>
                <a:path w="4223" h="5777" extrusionOk="0">
                  <a:moveTo>
                    <a:pt x="2962" y="564"/>
                  </a:moveTo>
                  <a:cubicBezTo>
                    <a:pt x="3097" y="564"/>
                    <a:pt x="3243" y="564"/>
                    <a:pt x="3525" y="845"/>
                  </a:cubicBezTo>
                  <a:cubicBezTo>
                    <a:pt x="3660" y="992"/>
                    <a:pt x="3660" y="1273"/>
                    <a:pt x="3660" y="1555"/>
                  </a:cubicBezTo>
                  <a:cubicBezTo>
                    <a:pt x="3660" y="2680"/>
                    <a:pt x="2534" y="4223"/>
                    <a:pt x="1690" y="4932"/>
                  </a:cubicBezTo>
                  <a:cubicBezTo>
                    <a:pt x="1483" y="5139"/>
                    <a:pt x="1204" y="5266"/>
                    <a:pt x="1012" y="5266"/>
                  </a:cubicBezTo>
                  <a:cubicBezTo>
                    <a:pt x="942" y="5266"/>
                    <a:pt x="884" y="5249"/>
                    <a:pt x="845" y="5213"/>
                  </a:cubicBezTo>
                  <a:cubicBezTo>
                    <a:pt x="564" y="5067"/>
                    <a:pt x="564" y="4932"/>
                    <a:pt x="564" y="4504"/>
                  </a:cubicBezTo>
                  <a:cubicBezTo>
                    <a:pt x="564" y="3806"/>
                    <a:pt x="1408" y="2399"/>
                    <a:pt x="1690" y="1836"/>
                  </a:cubicBezTo>
                  <a:cubicBezTo>
                    <a:pt x="1836" y="1555"/>
                    <a:pt x="2534" y="710"/>
                    <a:pt x="2962" y="564"/>
                  </a:cubicBezTo>
                  <a:close/>
                  <a:moveTo>
                    <a:pt x="2962" y="1"/>
                  </a:moveTo>
                  <a:cubicBezTo>
                    <a:pt x="2118" y="147"/>
                    <a:pt x="1273" y="1408"/>
                    <a:pt x="1273" y="1555"/>
                  </a:cubicBezTo>
                  <a:cubicBezTo>
                    <a:pt x="1127" y="1690"/>
                    <a:pt x="147" y="3525"/>
                    <a:pt x="1" y="4504"/>
                  </a:cubicBezTo>
                  <a:cubicBezTo>
                    <a:pt x="1" y="5067"/>
                    <a:pt x="147" y="5495"/>
                    <a:pt x="564" y="5776"/>
                  </a:cubicBezTo>
                  <a:lnTo>
                    <a:pt x="992" y="5776"/>
                  </a:lnTo>
                  <a:cubicBezTo>
                    <a:pt x="1273" y="5776"/>
                    <a:pt x="1690" y="5630"/>
                    <a:pt x="2118" y="5349"/>
                  </a:cubicBezTo>
                  <a:cubicBezTo>
                    <a:pt x="2816" y="4651"/>
                    <a:pt x="4088" y="2962"/>
                    <a:pt x="4223" y="1690"/>
                  </a:cubicBezTo>
                  <a:cubicBezTo>
                    <a:pt x="4223" y="1127"/>
                    <a:pt x="4088" y="710"/>
                    <a:pt x="3806" y="429"/>
                  </a:cubicBezTo>
                  <a:cubicBezTo>
                    <a:pt x="3525" y="147"/>
                    <a:pt x="3243" y="1"/>
                    <a:pt x="2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7"/>
            <p:cNvSpPr/>
            <p:nvPr/>
          </p:nvSpPr>
          <p:spPr>
            <a:xfrm>
              <a:off x="2590253" y="1654306"/>
              <a:ext cx="48704" cy="76788"/>
            </a:xfrm>
            <a:custGeom>
              <a:avLst/>
              <a:gdLst/>
              <a:ahLst/>
              <a:cxnLst/>
              <a:rect l="l" t="t" r="r" b="b"/>
              <a:pathLst>
                <a:path w="2950" h="4651" extrusionOk="0">
                  <a:moveTo>
                    <a:pt x="2252" y="1"/>
                  </a:moveTo>
                  <a:cubicBezTo>
                    <a:pt x="1824" y="147"/>
                    <a:pt x="1126" y="992"/>
                    <a:pt x="980" y="1273"/>
                  </a:cubicBezTo>
                  <a:cubicBezTo>
                    <a:pt x="980" y="1408"/>
                    <a:pt x="845" y="1554"/>
                    <a:pt x="698" y="1690"/>
                  </a:cubicBezTo>
                  <a:cubicBezTo>
                    <a:pt x="563" y="2534"/>
                    <a:pt x="282" y="3378"/>
                    <a:pt x="0" y="4504"/>
                  </a:cubicBezTo>
                  <a:cubicBezTo>
                    <a:pt x="0" y="4504"/>
                    <a:pt x="0" y="4650"/>
                    <a:pt x="135" y="4650"/>
                  </a:cubicBezTo>
                  <a:lnTo>
                    <a:pt x="282" y="4650"/>
                  </a:lnTo>
                  <a:cubicBezTo>
                    <a:pt x="563" y="4650"/>
                    <a:pt x="698" y="4504"/>
                    <a:pt x="980" y="4369"/>
                  </a:cubicBezTo>
                  <a:cubicBezTo>
                    <a:pt x="1824" y="3660"/>
                    <a:pt x="2950" y="2117"/>
                    <a:pt x="2950" y="992"/>
                  </a:cubicBezTo>
                  <a:lnTo>
                    <a:pt x="2950" y="845"/>
                  </a:lnTo>
                  <a:cubicBezTo>
                    <a:pt x="2950" y="710"/>
                    <a:pt x="2950" y="429"/>
                    <a:pt x="2815" y="282"/>
                  </a:cubicBezTo>
                  <a:cubicBezTo>
                    <a:pt x="2533" y="147"/>
                    <a:pt x="2387" y="1"/>
                    <a:pt x="2387" y="1"/>
                  </a:cubicBezTo>
                  <a:close/>
                </a:path>
              </a:pathLst>
            </a:custGeom>
            <a:solidFill>
              <a:srgbClr val="9DE7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7"/>
            <p:cNvSpPr/>
            <p:nvPr/>
          </p:nvSpPr>
          <p:spPr>
            <a:xfrm>
              <a:off x="2578532" y="1645011"/>
              <a:ext cx="69722" cy="95378"/>
            </a:xfrm>
            <a:custGeom>
              <a:avLst/>
              <a:gdLst/>
              <a:ahLst/>
              <a:cxnLst/>
              <a:rect l="l" t="t" r="r" b="b"/>
              <a:pathLst>
                <a:path w="4223" h="5777" extrusionOk="0">
                  <a:moveTo>
                    <a:pt x="2962" y="564"/>
                  </a:moveTo>
                  <a:cubicBezTo>
                    <a:pt x="3097" y="564"/>
                    <a:pt x="3243" y="564"/>
                    <a:pt x="3525" y="845"/>
                  </a:cubicBezTo>
                  <a:cubicBezTo>
                    <a:pt x="3660" y="992"/>
                    <a:pt x="3660" y="1273"/>
                    <a:pt x="3660" y="1555"/>
                  </a:cubicBezTo>
                  <a:cubicBezTo>
                    <a:pt x="3660" y="2680"/>
                    <a:pt x="2534" y="4223"/>
                    <a:pt x="1690" y="4932"/>
                  </a:cubicBezTo>
                  <a:cubicBezTo>
                    <a:pt x="1483" y="5139"/>
                    <a:pt x="1204" y="5266"/>
                    <a:pt x="1012" y="5266"/>
                  </a:cubicBezTo>
                  <a:cubicBezTo>
                    <a:pt x="942" y="5266"/>
                    <a:pt x="884" y="5249"/>
                    <a:pt x="845" y="5213"/>
                  </a:cubicBezTo>
                  <a:cubicBezTo>
                    <a:pt x="564" y="5067"/>
                    <a:pt x="564" y="4932"/>
                    <a:pt x="564" y="4504"/>
                  </a:cubicBezTo>
                  <a:cubicBezTo>
                    <a:pt x="564" y="3806"/>
                    <a:pt x="1408" y="2399"/>
                    <a:pt x="1690" y="1836"/>
                  </a:cubicBezTo>
                  <a:cubicBezTo>
                    <a:pt x="1836" y="1555"/>
                    <a:pt x="2534" y="710"/>
                    <a:pt x="2962" y="564"/>
                  </a:cubicBezTo>
                  <a:close/>
                  <a:moveTo>
                    <a:pt x="2962" y="1"/>
                  </a:moveTo>
                  <a:cubicBezTo>
                    <a:pt x="2118" y="147"/>
                    <a:pt x="1273" y="1408"/>
                    <a:pt x="1273" y="1555"/>
                  </a:cubicBezTo>
                  <a:cubicBezTo>
                    <a:pt x="1127" y="1690"/>
                    <a:pt x="147" y="3525"/>
                    <a:pt x="1" y="4504"/>
                  </a:cubicBezTo>
                  <a:cubicBezTo>
                    <a:pt x="1" y="5067"/>
                    <a:pt x="147" y="5495"/>
                    <a:pt x="564" y="5776"/>
                  </a:cubicBezTo>
                  <a:lnTo>
                    <a:pt x="992" y="5776"/>
                  </a:lnTo>
                  <a:cubicBezTo>
                    <a:pt x="1273" y="5776"/>
                    <a:pt x="1690" y="5630"/>
                    <a:pt x="2118" y="5349"/>
                  </a:cubicBezTo>
                  <a:cubicBezTo>
                    <a:pt x="2816" y="4651"/>
                    <a:pt x="4088" y="2962"/>
                    <a:pt x="4223" y="1690"/>
                  </a:cubicBezTo>
                  <a:cubicBezTo>
                    <a:pt x="4223" y="1127"/>
                    <a:pt x="4088" y="710"/>
                    <a:pt x="3806" y="429"/>
                  </a:cubicBezTo>
                  <a:cubicBezTo>
                    <a:pt x="3525" y="147"/>
                    <a:pt x="3243" y="1"/>
                    <a:pt x="2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7"/>
            <p:cNvSpPr/>
            <p:nvPr/>
          </p:nvSpPr>
          <p:spPr>
            <a:xfrm>
              <a:off x="2376504" y="1842600"/>
              <a:ext cx="132361" cy="171754"/>
            </a:xfrm>
            <a:custGeom>
              <a:avLst/>
              <a:gdLst/>
              <a:ahLst/>
              <a:cxnLst/>
              <a:rect l="l" t="t" r="r" b="b"/>
              <a:pathLst>
                <a:path w="8017" h="10403" extrusionOk="0">
                  <a:moveTo>
                    <a:pt x="0" y="0"/>
                  </a:moveTo>
                  <a:cubicBezTo>
                    <a:pt x="563" y="2669"/>
                    <a:pt x="1408" y="5348"/>
                    <a:pt x="2252" y="8016"/>
                  </a:cubicBezTo>
                  <a:cubicBezTo>
                    <a:pt x="2957" y="9673"/>
                    <a:pt x="3931" y="10403"/>
                    <a:pt x="4823" y="10403"/>
                  </a:cubicBezTo>
                  <a:cubicBezTo>
                    <a:pt x="5525" y="10403"/>
                    <a:pt x="6177" y="9950"/>
                    <a:pt x="6609" y="9142"/>
                  </a:cubicBezTo>
                  <a:cubicBezTo>
                    <a:pt x="7453" y="7172"/>
                    <a:pt x="8016" y="282"/>
                    <a:pt x="8016" y="282"/>
                  </a:cubicBezTo>
                  <a:lnTo>
                    <a:pt x="8016" y="282"/>
                  </a:lnTo>
                  <a:cubicBezTo>
                    <a:pt x="8016" y="282"/>
                    <a:pt x="5840" y="586"/>
                    <a:pt x="3673" y="586"/>
                  </a:cubicBezTo>
                  <a:cubicBezTo>
                    <a:pt x="2229" y="586"/>
                    <a:pt x="788" y="4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7"/>
            <p:cNvSpPr/>
            <p:nvPr/>
          </p:nvSpPr>
          <p:spPr>
            <a:xfrm>
              <a:off x="2371848" y="1836871"/>
              <a:ext cx="141656" cy="182320"/>
            </a:xfrm>
            <a:custGeom>
              <a:avLst/>
              <a:gdLst/>
              <a:ahLst/>
              <a:cxnLst/>
              <a:rect l="l" t="t" r="r" b="b"/>
              <a:pathLst>
                <a:path w="8580" h="11043" extrusionOk="0">
                  <a:moveTo>
                    <a:pt x="564" y="764"/>
                  </a:moveTo>
                  <a:cubicBezTo>
                    <a:pt x="1460" y="1066"/>
                    <a:pt x="2717" y="1162"/>
                    <a:pt x="3961" y="1162"/>
                  </a:cubicBezTo>
                  <a:cubicBezTo>
                    <a:pt x="5638" y="1162"/>
                    <a:pt x="7293" y="988"/>
                    <a:pt x="8017" y="910"/>
                  </a:cubicBezTo>
                  <a:lnTo>
                    <a:pt x="8017" y="910"/>
                  </a:lnTo>
                  <a:cubicBezTo>
                    <a:pt x="7882" y="2318"/>
                    <a:pt x="7319" y="7800"/>
                    <a:pt x="6609" y="9354"/>
                  </a:cubicBezTo>
                  <a:cubicBezTo>
                    <a:pt x="6193" y="10052"/>
                    <a:pt x="5630" y="10480"/>
                    <a:pt x="5067" y="10480"/>
                  </a:cubicBezTo>
                  <a:cubicBezTo>
                    <a:pt x="4223" y="10480"/>
                    <a:pt x="3378" y="9635"/>
                    <a:pt x="2815" y="8363"/>
                  </a:cubicBezTo>
                  <a:cubicBezTo>
                    <a:pt x="1971" y="5830"/>
                    <a:pt x="1262" y="3297"/>
                    <a:pt x="564" y="764"/>
                  </a:cubicBezTo>
                  <a:close/>
                  <a:moveTo>
                    <a:pt x="284" y="1"/>
                  </a:moveTo>
                  <a:cubicBezTo>
                    <a:pt x="201" y="1"/>
                    <a:pt x="136" y="66"/>
                    <a:pt x="136" y="66"/>
                  </a:cubicBezTo>
                  <a:cubicBezTo>
                    <a:pt x="1" y="66"/>
                    <a:pt x="1" y="201"/>
                    <a:pt x="1" y="347"/>
                  </a:cubicBezTo>
                  <a:cubicBezTo>
                    <a:pt x="564" y="3162"/>
                    <a:pt x="1408" y="5830"/>
                    <a:pt x="2252" y="8510"/>
                  </a:cubicBezTo>
                  <a:cubicBezTo>
                    <a:pt x="2950" y="10052"/>
                    <a:pt x="3941" y="11043"/>
                    <a:pt x="5067" y="11043"/>
                  </a:cubicBezTo>
                  <a:cubicBezTo>
                    <a:pt x="5911" y="11043"/>
                    <a:pt x="6609" y="10480"/>
                    <a:pt x="7037" y="9635"/>
                  </a:cubicBezTo>
                  <a:cubicBezTo>
                    <a:pt x="8017" y="7665"/>
                    <a:pt x="8580" y="910"/>
                    <a:pt x="8580" y="629"/>
                  </a:cubicBezTo>
                  <a:cubicBezTo>
                    <a:pt x="8580" y="483"/>
                    <a:pt x="8580" y="483"/>
                    <a:pt x="8444" y="347"/>
                  </a:cubicBezTo>
                  <a:lnTo>
                    <a:pt x="8298" y="347"/>
                  </a:lnTo>
                  <a:cubicBezTo>
                    <a:pt x="8217" y="347"/>
                    <a:pt x="6057" y="651"/>
                    <a:pt x="3945" y="651"/>
                  </a:cubicBezTo>
                  <a:cubicBezTo>
                    <a:pt x="2538" y="651"/>
                    <a:pt x="1151" y="516"/>
                    <a:pt x="417" y="66"/>
                  </a:cubicBezTo>
                  <a:cubicBezTo>
                    <a:pt x="372" y="17"/>
                    <a:pt x="326" y="1"/>
                    <a:pt x="2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7"/>
            <p:cNvSpPr/>
            <p:nvPr/>
          </p:nvSpPr>
          <p:spPr>
            <a:xfrm>
              <a:off x="2262554" y="1450212"/>
              <a:ext cx="348543" cy="458285"/>
            </a:xfrm>
            <a:custGeom>
              <a:avLst/>
              <a:gdLst/>
              <a:ahLst/>
              <a:cxnLst/>
              <a:rect l="l" t="t" r="r" b="b"/>
              <a:pathLst>
                <a:path w="21111" h="27758" extrusionOk="0">
                  <a:moveTo>
                    <a:pt x="10237" y="0"/>
                  </a:moveTo>
                  <a:cubicBezTo>
                    <a:pt x="8683" y="0"/>
                    <a:pt x="7170" y="536"/>
                    <a:pt x="5776" y="1814"/>
                  </a:cubicBezTo>
                  <a:cubicBezTo>
                    <a:pt x="2253" y="4763"/>
                    <a:pt x="1" y="9695"/>
                    <a:pt x="1127" y="14198"/>
                  </a:cubicBezTo>
                  <a:cubicBezTo>
                    <a:pt x="1127" y="14198"/>
                    <a:pt x="2816" y="20108"/>
                    <a:pt x="6058" y="23621"/>
                  </a:cubicBezTo>
                  <a:cubicBezTo>
                    <a:pt x="8796" y="26737"/>
                    <a:pt x="10098" y="27758"/>
                    <a:pt x="11531" y="27758"/>
                  </a:cubicBezTo>
                  <a:cubicBezTo>
                    <a:pt x="11718" y="27758"/>
                    <a:pt x="11908" y="27740"/>
                    <a:pt x="12104" y="27708"/>
                  </a:cubicBezTo>
                  <a:cubicBezTo>
                    <a:pt x="13792" y="27426"/>
                    <a:pt x="15481" y="25310"/>
                    <a:pt x="18014" y="20671"/>
                  </a:cubicBezTo>
                  <a:cubicBezTo>
                    <a:pt x="20547" y="16168"/>
                    <a:pt x="20694" y="12644"/>
                    <a:pt x="20975" y="12228"/>
                  </a:cubicBezTo>
                  <a:cubicBezTo>
                    <a:pt x="21110" y="11946"/>
                    <a:pt x="20412" y="5473"/>
                    <a:pt x="16888" y="2658"/>
                  </a:cubicBezTo>
                  <a:cubicBezTo>
                    <a:pt x="14740" y="1085"/>
                    <a:pt x="12447" y="0"/>
                    <a:pt x="10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7"/>
            <p:cNvSpPr/>
            <p:nvPr/>
          </p:nvSpPr>
          <p:spPr>
            <a:xfrm>
              <a:off x="2276505" y="1449849"/>
              <a:ext cx="334592" cy="350953"/>
            </a:xfrm>
            <a:custGeom>
              <a:avLst/>
              <a:gdLst/>
              <a:ahLst/>
              <a:cxnLst/>
              <a:rect l="l" t="t" r="r" b="b"/>
              <a:pathLst>
                <a:path w="20266" h="21257" extrusionOk="0">
                  <a:moveTo>
                    <a:pt x="9435" y="1"/>
                  </a:moveTo>
                  <a:cubicBezTo>
                    <a:pt x="7881" y="1"/>
                    <a:pt x="6339" y="564"/>
                    <a:pt x="4931" y="1836"/>
                  </a:cubicBezTo>
                  <a:cubicBezTo>
                    <a:pt x="1971" y="4223"/>
                    <a:pt x="0" y="8028"/>
                    <a:pt x="0" y="11687"/>
                  </a:cubicBezTo>
                  <a:cubicBezTo>
                    <a:pt x="0" y="12531"/>
                    <a:pt x="147" y="13376"/>
                    <a:pt x="282" y="14220"/>
                  </a:cubicBezTo>
                  <a:cubicBezTo>
                    <a:pt x="282" y="14220"/>
                    <a:pt x="563" y="14918"/>
                    <a:pt x="991" y="16044"/>
                  </a:cubicBezTo>
                  <a:cubicBezTo>
                    <a:pt x="991" y="16325"/>
                    <a:pt x="1126" y="16607"/>
                    <a:pt x="1273" y="16888"/>
                  </a:cubicBezTo>
                  <a:cubicBezTo>
                    <a:pt x="1273" y="16753"/>
                    <a:pt x="1273" y="16472"/>
                    <a:pt x="1408" y="16325"/>
                  </a:cubicBezTo>
                  <a:cubicBezTo>
                    <a:pt x="1971" y="14355"/>
                    <a:pt x="3659" y="10696"/>
                    <a:pt x="8444" y="10696"/>
                  </a:cubicBezTo>
                  <a:cubicBezTo>
                    <a:pt x="9570" y="10696"/>
                    <a:pt x="10696" y="10978"/>
                    <a:pt x="12103" y="11259"/>
                  </a:cubicBezTo>
                  <a:cubicBezTo>
                    <a:pt x="18160" y="13094"/>
                    <a:pt x="17451" y="18442"/>
                    <a:pt x="16888" y="21256"/>
                  </a:cubicBezTo>
                  <a:lnTo>
                    <a:pt x="17169" y="20693"/>
                  </a:lnTo>
                  <a:cubicBezTo>
                    <a:pt x="19702" y="16044"/>
                    <a:pt x="19849" y="12531"/>
                    <a:pt x="20130" y="12250"/>
                  </a:cubicBezTo>
                  <a:cubicBezTo>
                    <a:pt x="20265" y="12103"/>
                    <a:pt x="20130" y="10696"/>
                    <a:pt x="19702" y="9007"/>
                  </a:cubicBezTo>
                  <a:cubicBezTo>
                    <a:pt x="19139" y="6902"/>
                    <a:pt x="18014" y="4223"/>
                    <a:pt x="16043" y="2680"/>
                  </a:cubicBezTo>
                  <a:cubicBezTo>
                    <a:pt x="13792" y="1127"/>
                    <a:pt x="11540" y="1"/>
                    <a:pt x="9435" y="1"/>
                  </a:cubicBez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7"/>
            <p:cNvSpPr/>
            <p:nvPr/>
          </p:nvSpPr>
          <p:spPr>
            <a:xfrm>
              <a:off x="2260326" y="1445688"/>
              <a:ext cx="357821" cy="466639"/>
            </a:xfrm>
            <a:custGeom>
              <a:avLst/>
              <a:gdLst/>
              <a:ahLst/>
              <a:cxnLst/>
              <a:rect l="l" t="t" r="r" b="b"/>
              <a:pathLst>
                <a:path w="21673" h="28264" extrusionOk="0">
                  <a:moveTo>
                    <a:pt x="10388" y="526"/>
                  </a:moveTo>
                  <a:cubicBezTo>
                    <a:pt x="12345" y="526"/>
                    <a:pt x="14479" y="1414"/>
                    <a:pt x="16742" y="3214"/>
                  </a:cubicBezTo>
                  <a:cubicBezTo>
                    <a:pt x="20266" y="5882"/>
                    <a:pt x="20964" y="11939"/>
                    <a:pt x="20829" y="12355"/>
                  </a:cubicBezTo>
                  <a:cubicBezTo>
                    <a:pt x="20829" y="12502"/>
                    <a:pt x="20829" y="12637"/>
                    <a:pt x="20682" y="13200"/>
                  </a:cubicBezTo>
                  <a:cubicBezTo>
                    <a:pt x="20401" y="14472"/>
                    <a:pt x="19838" y="17286"/>
                    <a:pt x="18014" y="20799"/>
                  </a:cubicBezTo>
                  <a:cubicBezTo>
                    <a:pt x="15481" y="25449"/>
                    <a:pt x="13646" y="27419"/>
                    <a:pt x="12103" y="27700"/>
                  </a:cubicBezTo>
                  <a:cubicBezTo>
                    <a:pt x="11922" y="27733"/>
                    <a:pt x="11749" y="27751"/>
                    <a:pt x="11579" y="27751"/>
                  </a:cubicBezTo>
                  <a:cubicBezTo>
                    <a:pt x="10291" y="27751"/>
                    <a:pt x="9193" y="26744"/>
                    <a:pt x="6328" y="23760"/>
                  </a:cubicBezTo>
                  <a:cubicBezTo>
                    <a:pt x="3232" y="20382"/>
                    <a:pt x="1543" y="14607"/>
                    <a:pt x="1543" y="14326"/>
                  </a:cubicBezTo>
                  <a:cubicBezTo>
                    <a:pt x="417" y="9687"/>
                    <a:pt x="2951" y="4902"/>
                    <a:pt x="6047" y="2223"/>
                  </a:cubicBezTo>
                  <a:cubicBezTo>
                    <a:pt x="7364" y="1096"/>
                    <a:pt x="8819" y="526"/>
                    <a:pt x="10388" y="526"/>
                  </a:cubicBezTo>
                  <a:close/>
                  <a:moveTo>
                    <a:pt x="10373" y="0"/>
                  </a:moveTo>
                  <a:cubicBezTo>
                    <a:pt x="8667" y="0"/>
                    <a:pt x="7077" y="606"/>
                    <a:pt x="5630" y="1806"/>
                  </a:cubicBezTo>
                  <a:cubicBezTo>
                    <a:pt x="1825" y="5184"/>
                    <a:pt x="1" y="10250"/>
                    <a:pt x="980" y="14472"/>
                  </a:cubicBezTo>
                  <a:lnTo>
                    <a:pt x="980" y="14607"/>
                  </a:lnTo>
                  <a:cubicBezTo>
                    <a:pt x="1127" y="14753"/>
                    <a:pt x="2815" y="20518"/>
                    <a:pt x="5911" y="24041"/>
                  </a:cubicBezTo>
                  <a:cubicBezTo>
                    <a:pt x="8726" y="27137"/>
                    <a:pt x="10133" y="28263"/>
                    <a:pt x="11676" y="28263"/>
                  </a:cubicBezTo>
                  <a:lnTo>
                    <a:pt x="12239" y="28263"/>
                  </a:lnTo>
                  <a:cubicBezTo>
                    <a:pt x="13927" y="27982"/>
                    <a:pt x="15762" y="25865"/>
                    <a:pt x="18431" y="21080"/>
                  </a:cubicBezTo>
                  <a:cubicBezTo>
                    <a:pt x="20401" y="17568"/>
                    <a:pt x="20964" y="14607"/>
                    <a:pt x="21245" y="13346"/>
                  </a:cubicBezTo>
                  <a:cubicBezTo>
                    <a:pt x="21245" y="13065"/>
                    <a:pt x="21245" y="12783"/>
                    <a:pt x="21392" y="12637"/>
                  </a:cubicBezTo>
                  <a:cubicBezTo>
                    <a:pt x="21673" y="12220"/>
                    <a:pt x="20829" y="5600"/>
                    <a:pt x="17170" y="2786"/>
                  </a:cubicBezTo>
                  <a:cubicBezTo>
                    <a:pt x="14758" y="921"/>
                    <a:pt x="12477" y="0"/>
                    <a:pt x="10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7"/>
            <p:cNvSpPr/>
            <p:nvPr/>
          </p:nvSpPr>
          <p:spPr>
            <a:xfrm>
              <a:off x="2427617" y="1731076"/>
              <a:ext cx="39426" cy="102246"/>
            </a:xfrm>
            <a:custGeom>
              <a:avLst/>
              <a:gdLst/>
              <a:ahLst/>
              <a:cxnLst/>
              <a:rect l="l" t="t" r="r" b="b"/>
              <a:pathLst>
                <a:path w="2388" h="6193" extrusionOk="0">
                  <a:moveTo>
                    <a:pt x="2106" y="0"/>
                  </a:moveTo>
                  <a:cubicBezTo>
                    <a:pt x="1970" y="0"/>
                    <a:pt x="1824" y="136"/>
                    <a:pt x="1824" y="282"/>
                  </a:cubicBezTo>
                  <a:cubicBezTo>
                    <a:pt x="1543" y="1543"/>
                    <a:pt x="1408" y="2815"/>
                    <a:pt x="1408" y="4076"/>
                  </a:cubicBezTo>
                  <a:cubicBezTo>
                    <a:pt x="1408" y="4639"/>
                    <a:pt x="1543" y="4920"/>
                    <a:pt x="1543" y="5202"/>
                  </a:cubicBezTo>
                  <a:cubicBezTo>
                    <a:pt x="1543" y="5348"/>
                    <a:pt x="1689" y="5630"/>
                    <a:pt x="1689" y="5630"/>
                  </a:cubicBezTo>
                  <a:lnTo>
                    <a:pt x="1543" y="5630"/>
                  </a:lnTo>
                  <a:cubicBezTo>
                    <a:pt x="1513" y="5644"/>
                    <a:pt x="1481" y="5650"/>
                    <a:pt x="1446" y="5650"/>
                  </a:cubicBezTo>
                  <a:cubicBezTo>
                    <a:pt x="1148" y="5650"/>
                    <a:pt x="684" y="5172"/>
                    <a:pt x="563" y="4920"/>
                  </a:cubicBezTo>
                  <a:cubicBezTo>
                    <a:pt x="563" y="4853"/>
                    <a:pt x="493" y="4819"/>
                    <a:pt x="404" y="4819"/>
                  </a:cubicBezTo>
                  <a:cubicBezTo>
                    <a:pt x="316" y="4819"/>
                    <a:pt x="209" y="4853"/>
                    <a:pt x="135" y="4920"/>
                  </a:cubicBezTo>
                  <a:cubicBezTo>
                    <a:pt x="135" y="5067"/>
                    <a:pt x="0" y="5202"/>
                    <a:pt x="135" y="5348"/>
                  </a:cubicBezTo>
                  <a:cubicBezTo>
                    <a:pt x="135" y="5348"/>
                    <a:pt x="845" y="6192"/>
                    <a:pt x="1408" y="6192"/>
                  </a:cubicBezTo>
                  <a:lnTo>
                    <a:pt x="1689" y="6192"/>
                  </a:lnTo>
                  <a:cubicBezTo>
                    <a:pt x="2252" y="6046"/>
                    <a:pt x="2252" y="5630"/>
                    <a:pt x="2106" y="5067"/>
                  </a:cubicBezTo>
                  <a:cubicBezTo>
                    <a:pt x="2106" y="4785"/>
                    <a:pt x="1970" y="4504"/>
                    <a:pt x="1970" y="4076"/>
                  </a:cubicBezTo>
                  <a:cubicBezTo>
                    <a:pt x="1970" y="2815"/>
                    <a:pt x="2106" y="1543"/>
                    <a:pt x="2252" y="282"/>
                  </a:cubicBezTo>
                  <a:cubicBezTo>
                    <a:pt x="2387" y="136"/>
                    <a:pt x="2252" y="0"/>
                    <a:pt x="2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7"/>
            <p:cNvSpPr/>
            <p:nvPr/>
          </p:nvSpPr>
          <p:spPr>
            <a:xfrm>
              <a:off x="2348619" y="1747850"/>
              <a:ext cx="53360" cy="15767"/>
            </a:xfrm>
            <a:custGeom>
              <a:avLst/>
              <a:gdLst/>
              <a:ahLst/>
              <a:cxnLst/>
              <a:rect l="l" t="t" r="r" b="b"/>
              <a:pathLst>
                <a:path w="3232" h="955" extrusionOk="0">
                  <a:moveTo>
                    <a:pt x="350" y="1"/>
                  </a:moveTo>
                  <a:cubicBezTo>
                    <a:pt x="279" y="1"/>
                    <a:pt x="209" y="37"/>
                    <a:pt x="136" y="110"/>
                  </a:cubicBezTo>
                  <a:cubicBezTo>
                    <a:pt x="1" y="245"/>
                    <a:pt x="136" y="392"/>
                    <a:pt x="136" y="527"/>
                  </a:cubicBezTo>
                  <a:cubicBezTo>
                    <a:pt x="699" y="808"/>
                    <a:pt x="1126" y="955"/>
                    <a:pt x="1689" y="955"/>
                  </a:cubicBezTo>
                  <a:cubicBezTo>
                    <a:pt x="2252" y="955"/>
                    <a:pt x="2669" y="808"/>
                    <a:pt x="3097" y="527"/>
                  </a:cubicBezTo>
                  <a:cubicBezTo>
                    <a:pt x="3232" y="527"/>
                    <a:pt x="3232" y="392"/>
                    <a:pt x="3232" y="245"/>
                  </a:cubicBezTo>
                  <a:cubicBezTo>
                    <a:pt x="3097" y="110"/>
                    <a:pt x="2950" y="110"/>
                    <a:pt x="2815" y="110"/>
                  </a:cubicBezTo>
                  <a:cubicBezTo>
                    <a:pt x="2460" y="319"/>
                    <a:pt x="2038" y="423"/>
                    <a:pt x="1634" y="423"/>
                  </a:cubicBezTo>
                  <a:cubicBezTo>
                    <a:pt x="1230" y="423"/>
                    <a:pt x="845" y="319"/>
                    <a:pt x="563" y="110"/>
                  </a:cubicBezTo>
                  <a:cubicBezTo>
                    <a:pt x="490" y="37"/>
                    <a:pt x="420" y="1"/>
                    <a:pt x="3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7"/>
            <p:cNvSpPr/>
            <p:nvPr/>
          </p:nvSpPr>
          <p:spPr>
            <a:xfrm>
              <a:off x="2485599" y="1747850"/>
              <a:ext cx="51131" cy="15767"/>
            </a:xfrm>
            <a:custGeom>
              <a:avLst/>
              <a:gdLst/>
              <a:ahLst/>
              <a:cxnLst/>
              <a:rect l="l" t="t" r="r" b="b"/>
              <a:pathLst>
                <a:path w="3097" h="955" extrusionOk="0">
                  <a:moveTo>
                    <a:pt x="215" y="1"/>
                  </a:moveTo>
                  <a:cubicBezTo>
                    <a:pt x="144" y="1"/>
                    <a:pt x="74" y="37"/>
                    <a:pt x="1" y="110"/>
                  </a:cubicBezTo>
                  <a:cubicBezTo>
                    <a:pt x="1" y="245"/>
                    <a:pt x="1" y="392"/>
                    <a:pt x="147" y="527"/>
                  </a:cubicBezTo>
                  <a:cubicBezTo>
                    <a:pt x="564" y="808"/>
                    <a:pt x="1127" y="955"/>
                    <a:pt x="1554" y="955"/>
                  </a:cubicBezTo>
                  <a:cubicBezTo>
                    <a:pt x="2117" y="955"/>
                    <a:pt x="2534" y="808"/>
                    <a:pt x="2962" y="527"/>
                  </a:cubicBezTo>
                  <a:cubicBezTo>
                    <a:pt x="3097" y="527"/>
                    <a:pt x="3097" y="392"/>
                    <a:pt x="3097" y="245"/>
                  </a:cubicBezTo>
                  <a:cubicBezTo>
                    <a:pt x="2962" y="110"/>
                    <a:pt x="2815" y="110"/>
                    <a:pt x="2680" y="110"/>
                  </a:cubicBezTo>
                  <a:cubicBezTo>
                    <a:pt x="2326" y="319"/>
                    <a:pt x="1937" y="423"/>
                    <a:pt x="1550" y="423"/>
                  </a:cubicBezTo>
                  <a:cubicBezTo>
                    <a:pt x="1163" y="423"/>
                    <a:pt x="778" y="319"/>
                    <a:pt x="429" y="110"/>
                  </a:cubicBezTo>
                  <a:cubicBezTo>
                    <a:pt x="355" y="37"/>
                    <a:pt x="28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7"/>
            <p:cNvSpPr/>
            <p:nvPr/>
          </p:nvSpPr>
          <p:spPr>
            <a:xfrm>
              <a:off x="2330029" y="1679945"/>
              <a:ext cx="97607" cy="41853"/>
            </a:xfrm>
            <a:custGeom>
              <a:avLst/>
              <a:gdLst/>
              <a:ahLst/>
              <a:cxnLst/>
              <a:rect l="l" t="t" r="r" b="b"/>
              <a:pathLst>
                <a:path w="5912" h="2535" extrusionOk="0">
                  <a:moveTo>
                    <a:pt x="2419" y="1"/>
                  </a:moveTo>
                  <a:cubicBezTo>
                    <a:pt x="1805" y="1"/>
                    <a:pt x="1096" y="121"/>
                    <a:pt x="282" y="418"/>
                  </a:cubicBezTo>
                  <a:cubicBezTo>
                    <a:pt x="136" y="418"/>
                    <a:pt x="1" y="564"/>
                    <a:pt x="1" y="699"/>
                  </a:cubicBezTo>
                  <a:cubicBezTo>
                    <a:pt x="97" y="803"/>
                    <a:pt x="198" y="901"/>
                    <a:pt x="297" y="901"/>
                  </a:cubicBezTo>
                  <a:cubicBezTo>
                    <a:pt x="338" y="901"/>
                    <a:pt x="378" y="885"/>
                    <a:pt x="417" y="846"/>
                  </a:cubicBezTo>
                  <a:cubicBezTo>
                    <a:pt x="1144" y="603"/>
                    <a:pt x="1773" y="504"/>
                    <a:pt x="2315" y="504"/>
                  </a:cubicBezTo>
                  <a:cubicBezTo>
                    <a:pt x="4611" y="504"/>
                    <a:pt x="5348" y="2279"/>
                    <a:pt x="5348" y="2388"/>
                  </a:cubicBezTo>
                  <a:cubicBezTo>
                    <a:pt x="5348" y="2388"/>
                    <a:pt x="5483" y="2535"/>
                    <a:pt x="5630" y="2535"/>
                  </a:cubicBezTo>
                  <a:lnTo>
                    <a:pt x="5765" y="2535"/>
                  </a:lnTo>
                  <a:cubicBezTo>
                    <a:pt x="5911" y="2388"/>
                    <a:pt x="5911" y="2253"/>
                    <a:pt x="5911" y="2107"/>
                  </a:cubicBezTo>
                  <a:cubicBezTo>
                    <a:pt x="5911" y="2107"/>
                    <a:pt x="4994" y="1"/>
                    <a:pt x="24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7"/>
            <p:cNvSpPr/>
            <p:nvPr/>
          </p:nvSpPr>
          <p:spPr>
            <a:xfrm>
              <a:off x="2474075" y="1677056"/>
              <a:ext cx="88312" cy="37676"/>
            </a:xfrm>
            <a:custGeom>
              <a:avLst/>
              <a:gdLst/>
              <a:ahLst/>
              <a:cxnLst/>
              <a:rect l="l" t="t" r="r" b="b"/>
              <a:pathLst>
                <a:path w="5349" h="2282" extrusionOk="0">
                  <a:moveTo>
                    <a:pt x="2897" y="0"/>
                  </a:moveTo>
                  <a:cubicBezTo>
                    <a:pt x="2472" y="0"/>
                    <a:pt x="2070" y="67"/>
                    <a:pt x="1690" y="176"/>
                  </a:cubicBezTo>
                  <a:cubicBezTo>
                    <a:pt x="417" y="739"/>
                    <a:pt x="1" y="1865"/>
                    <a:pt x="1" y="2000"/>
                  </a:cubicBezTo>
                  <a:cubicBezTo>
                    <a:pt x="1" y="2147"/>
                    <a:pt x="1" y="2282"/>
                    <a:pt x="136" y="2282"/>
                  </a:cubicBezTo>
                  <a:lnTo>
                    <a:pt x="282" y="2282"/>
                  </a:lnTo>
                  <a:cubicBezTo>
                    <a:pt x="417" y="2282"/>
                    <a:pt x="417" y="2282"/>
                    <a:pt x="564" y="2147"/>
                  </a:cubicBezTo>
                  <a:cubicBezTo>
                    <a:pt x="564" y="2147"/>
                    <a:pt x="845" y="1156"/>
                    <a:pt x="1825" y="739"/>
                  </a:cubicBezTo>
                  <a:cubicBezTo>
                    <a:pt x="2157" y="571"/>
                    <a:pt x="2512" y="491"/>
                    <a:pt x="2898" y="491"/>
                  </a:cubicBezTo>
                  <a:cubicBezTo>
                    <a:pt x="3491" y="491"/>
                    <a:pt x="4156" y="680"/>
                    <a:pt x="4921" y="1021"/>
                  </a:cubicBezTo>
                  <a:cubicBezTo>
                    <a:pt x="4963" y="1060"/>
                    <a:pt x="5005" y="1076"/>
                    <a:pt x="5042" y="1076"/>
                  </a:cubicBezTo>
                  <a:cubicBezTo>
                    <a:pt x="5134" y="1076"/>
                    <a:pt x="5202" y="978"/>
                    <a:pt x="5202" y="874"/>
                  </a:cubicBezTo>
                  <a:cubicBezTo>
                    <a:pt x="5349" y="739"/>
                    <a:pt x="5202" y="593"/>
                    <a:pt x="5067" y="593"/>
                  </a:cubicBezTo>
                  <a:cubicBezTo>
                    <a:pt x="4289" y="166"/>
                    <a:pt x="3566" y="0"/>
                    <a:pt x="28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7"/>
            <p:cNvSpPr/>
            <p:nvPr/>
          </p:nvSpPr>
          <p:spPr>
            <a:xfrm>
              <a:off x="2290439" y="1712486"/>
              <a:ext cx="148722" cy="97607"/>
            </a:xfrm>
            <a:custGeom>
              <a:avLst/>
              <a:gdLst/>
              <a:ahLst/>
              <a:cxnLst/>
              <a:rect l="l" t="t" r="r" b="b"/>
              <a:pathLst>
                <a:path w="9008" h="5912" extrusionOk="0">
                  <a:moveTo>
                    <a:pt x="4369" y="564"/>
                  </a:moveTo>
                  <a:cubicBezTo>
                    <a:pt x="6339" y="564"/>
                    <a:pt x="8591" y="1126"/>
                    <a:pt x="8591" y="2669"/>
                  </a:cubicBezTo>
                  <a:cubicBezTo>
                    <a:pt x="8591" y="4222"/>
                    <a:pt x="6756" y="5348"/>
                    <a:pt x="4504" y="5348"/>
                  </a:cubicBezTo>
                  <a:cubicBezTo>
                    <a:pt x="2252" y="5348"/>
                    <a:pt x="564" y="4222"/>
                    <a:pt x="564" y="2669"/>
                  </a:cubicBezTo>
                  <a:cubicBezTo>
                    <a:pt x="564" y="845"/>
                    <a:pt x="2962" y="564"/>
                    <a:pt x="4369" y="564"/>
                  </a:cubicBezTo>
                  <a:close/>
                  <a:moveTo>
                    <a:pt x="4369" y="1"/>
                  </a:moveTo>
                  <a:cubicBezTo>
                    <a:pt x="1554" y="1"/>
                    <a:pt x="1" y="980"/>
                    <a:pt x="1" y="2669"/>
                  </a:cubicBezTo>
                  <a:cubicBezTo>
                    <a:pt x="1" y="4504"/>
                    <a:pt x="1971" y="5911"/>
                    <a:pt x="4504" y="5911"/>
                  </a:cubicBezTo>
                  <a:cubicBezTo>
                    <a:pt x="7037" y="5911"/>
                    <a:pt x="9007" y="4504"/>
                    <a:pt x="9007" y="2669"/>
                  </a:cubicBezTo>
                  <a:cubicBezTo>
                    <a:pt x="9007" y="980"/>
                    <a:pt x="7319" y="1"/>
                    <a:pt x="43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7"/>
            <p:cNvSpPr/>
            <p:nvPr/>
          </p:nvSpPr>
          <p:spPr>
            <a:xfrm>
              <a:off x="2453075" y="1712486"/>
              <a:ext cx="148722" cy="97607"/>
            </a:xfrm>
            <a:custGeom>
              <a:avLst/>
              <a:gdLst/>
              <a:ahLst/>
              <a:cxnLst/>
              <a:rect l="l" t="t" r="r" b="b"/>
              <a:pathLst>
                <a:path w="9008" h="5912" extrusionOk="0">
                  <a:moveTo>
                    <a:pt x="4369" y="564"/>
                  </a:moveTo>
                  <a:cubicBezTo>
                    <a:pt x="6339" y="564"/>
                    <a:pt x="8444" y="1126"/>
                    <a:pt x="8444" y="2669"/>
                  </a:cubicBezTo>
                  <a:cubicBezTo>
                    <a:pt x="8444" y="4222"/>
                    <a:pt x="6756" y="5348"/>
                    <a:pt x="4504" y="5348"/>
                  </a:cubicBezTo>
                  <a:cubicBezTo>
                    <a:pt x="2252" y="5348"/>
                    <a:pt x="564" y="4222"/>
                    <a:pt x="564" y="2669"/>
                  </a:cubicBezTo>
                  <a:cubicBezTo>
                    <a:pt x="564" y="845"/>
                    <a:pt x="2962" y="564"/>
                    <a:pt x="4369" y="564"/>
                  </a:cubicBezTo>
                  <a:close/>
                  <a:moveTo>
                    <a:pt x="4369" y="1"/>
                  </a:moveTo>
                  <a:cubicBezTo>
                    <a:pt x="1554" y="1"/>
                    <a:pt x="1" y="980"/>
                    <a:pt x="1" y="2669"/>
                  </a:cubicBezTo>
                  <a:cubicBezTo>
                    <a:pt x="1" y="4504"/>
                    <a:pt x="1971" y="5911"/>
                    <a:pt x="4504" y="5911"/>
                  </a:cubicBezTo>
                  <a:cubicBezTo>
                    <a:pt x="7037" y="5911"/>
                    <a:pt x="9007" y="4504"/>
                    <a:pt x="9007" y="2669"/>
                  </a:cubicBezTo>
                  <a:cubicBezTo>
                    <a:pt x="9007" y="980"/>
                    <a:pt x="7319" y="1"/>
                    <a:pt x="43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7"/>
            <p:cNvSpPr/>
            <p:nvPr/>
          </p:nvSpPr>
          <p:spPr>
            <a:xfrm>
              <a:off x="1693435" y="2611542"/>
              <a:ext cx="58000" cy="1094448"/>
            </a:xfrm>
            <a:custGeom>
              <a:avLst/>
              <a:gdLst/>
              <a:ahLst/>
              <a:cxnLst/>
              <a:rect l="l" t="t" r="r" b="b"/>
              <a:pathLst>
                <a:path w="3513" h="66290" extrusionOk="0">
                  <a:moveTo>
                    <a:pt x="282" y="1"/>
                  </a:moveTo>
                  <a:lnTo>
                    <a:pt x="0" y="65580"/>
                  </a:lnTo>
                  <a:cubicBezTo>
                    <a:pt x="0" y="66008"/>
                    <a:pt x="417" y="66289"/>
                    <a:pt x="845" y="66289"/>
                  </a:cubicBezTo>
                  <a:cubicBezTo>
                    <a:pt x="1261" y="66289"/>
                    <a:pt x="1543" y="66008"/>
                    <a:pt x="1543" y="65580"/>
                  </a:cubicBezTo>
                  <a:lnTo>
                    <a:pt x="3513" y="147"/>
                  </a:lnTo>
                  <a:lnTo>
                    <a:pt x="2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7"/>
            <p:cNvSpPr/>
            <p:nvPr/>
          </p:nvSpPr>
          <p:spPr>
            <a:xfrm>
              <a:off x="1688780" y="2606903"/>
              <a:ext cx="67311" cy="1103727"/>
            </a:xfrm>
            <a:custGeom>
              <a:avLst/>
              <a:gdLst/>
              <a:ahLst/>
              <a:cxnLst/>
              <a:rect l="l" t="t" r="r" b="b"/>
              <a:pathLst>
                <a:path w="4077" h="66852" extrusionOk="0">
                  <a:moveTo>
                    <a:pt x="845" y="563"/>
                  </a:moveTo>
                  <a:lnTo>
                    <a:pt x="3513" y="710"/>
                  </a:lnTo>
                  <a:lnTo>
                    <a:pt x="1543" y="65861"/>
                  </a:lnTo>
                  <a:cubicBezTo>
                    <a:pt x="1543" y="66143"/>
                    <a:pt x="1408" y="66289"/>
                    <a:pt x="1127" y="66289"/>
                  </a:cubicBezTo>
                  <a:cubicBezTo>
                    <a:pt x="845" y="66289"/>
                    <a:pt x="564" y="66143"/>
                    <a:pt x="564" y="65861"/>
                  </a:cubicBezTo>
                  <a:lnTo>
                    <a:pt x="845" y="563"/>
                  </a:lnTo>
                  <a:close/>
                  <a:moveTo>
                    <a:pt x="564" y="0"/>
                  </a:moveTo>
                  <a:cubicBezTo>
                    <a:pt x="564" y="0"/>
                    <a:pt x="417" y="0"/>
                    <a:pt x="417" y="147"/>
                  </a:cubicBezTo>
                  <a:lnTo>
                    <a:pt x="282" y="282"/>
                  </a:lnTo>
                  <a:lnTo>
                    <a:pt x="1" y="65861"/>
                  </a:lnTo>
                  <a:cubicBezTo>
                    <a:pt x="1" y="66424"/>
                    <a:pt x="564" y="66852"/>
                    <a:pt x="1127" y="66852"/>
                  </a:cubicBezTo>
                  <a:cubicBezTo>
                    <a:pt x="1690" y="66852"/>
                    <a:pt x="2106" y="66424"/>
                    <a:pt x="2106" y="65861"/>
                  </a:cubicBezTo>
                  <a:lnTo>
                    <a:pt x="4076" y="428"/>
                  </a:lnTo>
                  <a:cubicBezTo>
                    <a:pt x="4076" y="282"/>
                    <a:pt x="3941" y="147"/>
                    <a:pt x="3795" y="147"/>
                  </a:cubicBezTo>
                  <a:lnTo>
                    <a:pt x="56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7"/>
            <p:cNvSpPr/>
            <p:nvPr/>
          </p:nvSpPr>
          <p:spPr>
            <a:xfrm>
              <a:off x="1621321" y="2864885"/>
              <a:ext cx="55771" cy="1131430"/>
            </a:xfrm>
            <a:custGeom>
              <a:avLst/>
              <a:gdLst/>
              <a:ahLst/>
              <a:cxnLst/>
              <a:rect l="l" t="t" r="r" b="b"/>
              <a:pathLst>
                <a:path w="3378" h="68530" extrusionOk="0">
                  <a:moveTo>
                    <a:pt x="281" y="1"/>
                  </a:moveTo>
                  <a:lnTo>
                    <a:pt x="0" y="67685"/>
                  </a:lnTo>
                  <a:cubicBezTo>
                    <a:pt x="0" y="68113"/>
                    <a:pt x="428" y="68530"/>
                    <a:pt x="844" y="68530"/>
                  </a:cubicBezTo>
                  <a:cubicBezTo>
                    <a:pt x="1272" y="68530"/>
                    <a:pt x="1554" y="68113"/>
                    <a:pt x="1554" y="67685"/>
                  </a:cubicBezTo>
                  <a:lnTo>
                    <a:pt x="3378" y="136"/>
                  </a:lnTo>
                  <a:lnTo>
                    <a:pt x="2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7"/>
            <p:cNvSpPr/>
            <p:nvPr/>
          </p:nvSpPr>
          <p:spPr>
            <a:xfrm>
              <a:off x="1616666" y="2860246"/>
              <a:ext cx="65066" cy="1140725"/>
            </a:xfrm>
            <a:custGeom>
              <a:avLst/>
              <a:gdLst/>
              <a:ahLst/>
              <a:cxnLst/>
              <a:rect l="l" t="t" r="r" b="b"/>
              <a:pathLst>
                <a:path w="3941" h="69093" extrusionOk="0">
                  <a:moveTo>
                    <a:pt x="3378" y="563"/>
                  </a:moveTo>
                  <a:lnTo>
                    <a:pt x="1554" y="67966"/>
                  </a:lnTo>
                  <a:cubicBezTo>
                    <a:pt x="1554" y="68248"/>
                    <a:pt x="1408" y="68529"/>
                    <a:pt x="1126" y="68529"/>
                  </a:cubicBezTo>
                  <a:cubicBezTo>
                    <a:pt x="845" y="68529"/>
                    <a:pt x="563" y="68248"/>
                    <a:pt x="563" y="67966"/>
                  </a:cubicBezTo>
                  <a:lnTo>
                    <a:pt x="845" y="563"/>
                  </a:lnTo>
                  <a:close/>
                  <a:moveTo>
                    <a:pt x="563" y="0"/>
                  </a:moveTo>
                  <a:cubicBezTo>
                    <a:pt x="428" y="0"/>
                    <a:pt x="428" y="0"/>
                    <a:pt x="428" y="135"/>
                  </a:cubicBezTo>
                  <a:cubicBezTo>
                    <a:pt x="282" y="135"/>
                    <a:pt x="282" y="135"/>
                    <a:pt x="282" y="282"/>
                  </a:cubicBezTo>
                  <a:lnTo>
                    <a:pt x="1" y="67966"/>
                  </a:lnTo>
                  <a:cubicBezTo>
                    <a:pt x="1" y="68529"/>
                    <a:pt x="428" y="69092"/>
                    <a:pt x="1126" y="69092"/>
                  </a:cubicBezTo>
                  <a:cubicBezTo>
                    <a:pt x="1689" y="69092"/>
                    <a:pt x="2117" y="68529"/>
                    <a:pt x="2117" y="67966"/>
                  </a:cubicBezTo>
                  <a:lnTo>
                    <a:pt x="3941" y="417"/>
                  </a:lnTo>
                  <a:lnTo>
                    <a:pt x="3941" y="135"/>
                  </a:lnTo>
                  <a:lnTo>
                    <a:pt x="3660" y="135"/>
                  </a:lnTo>
                  <a:lnTo>
                    <a:pt x="5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7"/>
            <p:cNvSpPr/>
            <p:nvPr/>
          </p:nvSpPr>
          <p:spPr>
            <a:xfrm>
              <a:off x="3140799" y="2611542"/>
              <a:ext cx="55771" cy="1094448"/>
            </a:xfrm>
            <a:custGeom>
              <a:avLst/>
              <a:gdLst/>
              <a:ahLst/>
              <a:cxnLst/>
              <a:rect l="l" t="t" r="r" b="b"/>
              <a:pathLst>
                <a:path w="3378" h="66290" extrusionOk="0">
                  <a:moveTo>
                    <a:pt x="3243" y="1"/>
                  </a:moveTo>
                  <a:lnTo>
                    <a:pt x="0" y="147"/>
                  </a:lnTo>
                  <a:lnTo>
                    <a:pt x="1835" y="65580"/>
                  </a:lnTo>
                  <a:cubicBezTo>
                    <a:pt x="1970" y="66008"/>
                    <a:pt x="2252" y="66289"/>
                    <a:pt x="2680" y="66289"/>
                  </a:cubicBezTo>
                  <a:cubicBezTo>
                    <a:pt x="3096" y="66289"/>
                    <a:pt x="3378" y="66008"/>
                    <a:pt x="3378" y="65580"/>
                  </a:cubicBezTo>
                  <a:lnTo>
                    <a:pt x="32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7"/>
            <p:cNvSpPr/>
            <p:nvPr/>
          </p:nvSpPr>
          <p:spPr>
            <a:xfrm>
              <a:off x="3136144" y="2606903"/>
              <a:ext cx="65082" cy="1103727"/>
            </a:xfrm>
            <a:custGeom>
              <a:avLst/>
              <a:gdLst/>
              <a:ahLst/>
              <a:cxnLst/>
              <a:rect l="l" t="t" r="r" b="b"/>
              <a:pathLst>
                <a:path w="3942" h="66852" extrusionOk="0">
                  <a:moveTo>
                    <a:pt x="3243" y="563"/>
                  </a:moveTo>
                  <a:lnTo>
                    <a:pt x="3525" y="65861"/>
                  </a:lnTo>
                  <a:cubicBezTo>
                    <a:pt x="3525" y="66008"/>
                    <a:pt x="3378" y="66008"/>
                    <a:pt x="3378" y="66143"/>
                  </a:cubicBezTo>
                  <a:cubicBezTo>
                    <a:pt x="3243" y="66289"/>
                    <a:pt x="3097" y="66289"/>
                    <a:pt x="2962" y="66289"/>
                  </a:cubicBezTo>
                  <a:cubicBezTo>
                    <a:pt x="2680" y="66289"/>
                    <a:pt x="2399" y="66143"/>
                    <a:pt x="2399" y="65861"/>
                  </a:cubicBezTo>
                  <a:lnTo>
                    <a:pt x="564" y="710"/>
                  </a:lnTo>
                  <a:lnTo>
                    <a:pt x="3243" y="563"/>
                  </a:lnTo>
                  <a:close/>
                  <a:moveTo>
                    <a:pt x="3525" y="0"/>
                  </a:moveTo>
                  <a:lnTo>
                    <a:pt x="282" y="147"/>
                  </a:lnTo>
                  <a:cubicBezTo>
                    <a:pt x="147" y="147"/>
                    <a:pt x="1" y="282"/>
                    <a:pt x="1" y="428"/>
                  </a:cubicBezTo>
                  <a:lnTo>
                    <a:pt x="1971" y="65861"/>
                  </a:lnTo>
                  <a:cubicBezTo>
                    <a:pt x="1971" y="66424"/>
                    <a:pt x="2399" y="66852"/>
                    <a:pt x="2962" y="66852"/>
                  </a:cubicBezTo>
                  <a:cubicBezTo>
                    <a:pt x="3243" y="66852"/>
                    <a:pt x="3525" y="66706"/>
                    <a:pt x="3660" y="66570"/>
                  </a:cubicBezTo>
                  <a:cubicBezTo>
                    <a:pt x="3941" y="66289"/>
                    <a:pt x="3941" y="66143"/>
                    <a:pt x="3941" y="65861"/>
                  </a:cubicBezTo>
                  <a:lnTo>
                    <a:pt x="3660" y="282"/>
                  </a:lnTo>
                  <a:lnTo>
                    <a:pt x="3660" y="147"/>
                  </a:lnTo>
                  <a:cubicBezTo>
                    <a:pt x="3660" y="0"/>
                    <a:pt x="3525" y="0"/>
                    <a:pt x="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7"/>
            <p:cNvSpPr/>
            <p:nvPr/>
          </p:nvSpPr>
          <p:spPr>
            <a:xfrm>
              <a:off x="3215142" y="2864885"/>
              <a:ext cx="55771" cy="1131430"/>
            </a:xfrm>
            <a:custGeom>
              <a:avLst/>
              <a:gdLst/>
              <a:ahLst/>
              <a:cxnLst/>
              <a:rect l="l" t="t" r="r" b="b"/>
              <a:pathLst>
                <a:path w="3378" h="68530" extrusionOk="0">
                  <a:moveTo>
                    <a:pt x="3096" y="1"/>
                  </a:moveTo>
                  <a:lnTo>
                    <a:pt x="0" y="136"/>
                  </a:lnTo>
                  <a:lnTo>
                    <a:pt x="1836" y="67685"/>
                  </a:lnTo>
                  <a:cubicBezTo>
                    <a:pt x="1836" y="68113"/>
                    <a:pt x="2117" y="68530"/>
                    <a:pt x="2534" y="68530"/>
                  </a:cubicBezTo>
                  <a:cubicBezTo>
                    <a:pt x="2961" y="68530"/>
                    <a:pt x="3378" y="68113"/>
                    <a:pt x="3378" y="67685"/>
                  </a:cubicBezTo>
                  <a:lnTo>
                    <a:pt x="30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7"/>
            <p:cNvSpPr/>
            <p:nvPr/>
          </p:nvSpPr>
          <p:spPr>
            <a:xfrm>
              <a:off x="3210486" y="2860246"/>
              <a:ext cx="65082" cy="1140725"/>
            </a:xfrm>
            <a:custGeom>
              <a:avLst/>
              <a:gdLst/>
              <a:ahLst/>
              <a:cxnLst/>
              <a:rect l="l" t="t" r="r" b="b"/>
              <a:pathLst>
                <a:path w="3942" h="69093" extrusionOk="0">
                  <a:moveTo>
                    <a:pt x="3097" y="563"/>
                  </a:moveTo>
                  <a:lnTo>
                    <a:pt x="3378" y="67966"/>
                  </a:lnTo>
                  <a:cubicBezTo>
                    <a:pt x="3378" y="68113"/>
                    <a:pt x="3378" y="68248"/>
                    <a:pt x="3243" y="68394"/>
                  </a:cubicBezTo>
                  <a:cubicBezTo>
                    <a:pt x="3097" y="68394"/>
                    <a:pt x="2962" y="68529"/>
                    <a:pt x="2816" y="68529"/>
                  </a:cubicBezTo>
                  <a:cubicBezTo>
                    <a:pt x="2534" y="68529"/>
                    <a:pt x="2399" y="68248"/>
                    <a:pt x="2399" y="67966"/>
                  </a:cubicBezTo>
                  <a:lnTo>
                    <a:pt x="429" y="563"/>
                  </a:lnTo>
                  <a:close/>
                  <a:moveTo>
                    <a:pt x="3378" y="0"/>
                  </a:moveTo>
                  <a:lnTo>
                    <a:pt x="147" y="135"/>
                  </a:lnTo>
                  <a:lnTo>
                    <a:pt x="1" y="135"/>
                  </a:lnTo>
                  <a:lnTo>
                    <a:pt x="1" y="417"/>
                  </a:lnTo>
                  <a:lnTo>
                    <a:pt x="1836" y="67966"/>
                  </a:lnTo>
                  <a:cubicBezTo>
                    <a:pt x="1836" y="68529"/>
                    <a:pt x="2253" y="69092"/>
                    <a:pt x="2816" y="69092"/>
                  </a:cubicBezTo>
                  <a:cubicBezTo>
                    <a:pt x="3378" y="69092"/>
                    <a:pt x="3941" y="68529"/>
                    <a:pt x="3941" y="67966"/>
                  </a:cubicBezTo>
                  <a:lnTo>
                    <a:pt x="3660" y="282"/>
                  </a:lnTo>
                  <a:cubicBezTo>
                    <a:pt x="3660" y="135"/>
                    <a:pt x="3660" y="135"/>
                    <a:pt x="3525" y="135"/>
                  </a:cubicBezTo>
                  <a:cubicBezTo>
                    <a:pt x="3525" y="0"/>
                    <a:pt x="3378" y="0"/>
                    <a:pt x="33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7"/>
            <p:cNvSpPr/>
            <p:nvPr/>
          </p:nvSpPr>
          <p:spPr>
            <a:xfrm>
              <a:off x="2130230" y="2911360"/>
              <a:ext cx="34770" cy="1003725"/>
            </a:xfrm>
            <a:custGeom>
              <a:avLst/>
              <a:gdLst/>
              <a:ahLst/>
              <a:cxnLst/>
              <a:rect l="l" t="t" r="r" b="b"/>
              <a:pathLst>
                <a:path w="2106" h="60795" extrusionOk="0">
                  <a:moveTo>
                    <a:pt x="135" y="0"/>
                  </a:moveTo>
                  <a:lnTo>
                    <a:pt x="0" y="60086"/>
                  </a:lnTo>
                  <a:cubicBezTo>
                    <a:pt x="0" y="60367"/>
                    <a:pt x="135" y="60649"/>
                    <a:pt x="417" y="60795"/>
                  </a:cubicBezTo>
                  <a:cubicBezTo>
                    <a:pt x="844" y="60649"/>
                    <a:pt x="980" y="60367"/>
                    <a:pt x="980" y="60086"/>
                  </a:cubicBezTo>
                  <a:lnTo>
                    <a:pt x="21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7"/>
            <p:cNvSpPr/>
            <p:nvPr/>
          </p:nvSpPr>
          <p:spPr>
            <a:xfrm>
              <a:off x="2125574" y="2906704"/>
              <a:ext cx="44065" cy="1010627"/>
            </a:xfrm>
            <a:custGeom>
              <a:avLst/>
              <a:gdLst/>
              <a:ahLst/>
              <a:cxnLst/>
              <a:rect l="l" t="t" r="r" b="b"/>
              <a:pathLst>
                <a:path w="2669" h="61213" extrusionOk="0">
                  <a:moveTo>
                    <a:pt x="2106" y="564"/>
                  </a:moveTo>
                  <a:lnTo>
                    <a:pt x="980" y="60368"/>
                  </a:lnTo>
                  <a:cubicBezTo>
                    <a:pt x="980" y="60514"/>
                    <a:pt x="845" y="60649"/>
                    <a:pt x="699" y="60796"/>
                  </a:cubicBezTo>
                  <a:cubicBezTo>
                    <a:pt x="564" y="60649"/>
                    <a:pt x="564" y="60514"/>
                    <a:pt x="564" y="60368"/>
                  </a:cubicBezTo>
                  <a:lnTo>
                    <a:pt x="699" y="564"/>
                  </a:lnTo>
                  <a:close/>
                  <a:moveTo>
                    <a:pt x="417" y="1"/>
                  </a:moveTo>
                  <a:cubicBezTo>
                    <a:pt x="417" y="1"/>
                    <a:pt x="282" y="1"/>
                    <a:pt x="282" y="136"/>
                  </a:cubicBezTo>
                  <a:cubicBezTo>
                    <a:pt x="136" y="136"/>
                    <a:pt x="136" y="136"/>
                    <a:pt x="136" y="282"/>
                  </a:cubicBezTo>
                  <a:lnTo>
                    <a:pt x="1" y="60368"/>
                  </a:lnTo>
                  <a:cubicBezTo>
                    <a:pt x="1" y="60796"/>
                    <a:pt x="282" y="61212"/>
                    <a:pt x="699" y="61212"/>
                  </a:cubicBezTo>
                  <a:lnTo>
                    <a:pt x="845" y="61212"/>
                  </a:lnTo>
                  <a:cubicBezTo>
                    <a:pt x="1262" y="61212"/>
                    <a:pt x="1543" y="60796"/>
                    <a:pt x="1543" y="60368"/>
                  </a:cubicBezTo>
                  <a:lnTo>
                    <a:pt x="2669" y="418"/>
                  </a:lnTo>
                  <a:cubicBezTo>
                    <a:pt x="2669" y="136"/>
                    <a:pt x="2534" y="136"/>
                    <a:pt x="2387" y="136"/>
                  </a:cubicBezTo>
                  <a:lnTo>
                    <a:pt x="4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7"/>
            <p:cNvSpPr/>
            <p:nvPr/>
          </p:nvSpPr>
          <p:spPr>
            <a:xfrm>
              <a:off x="2731889" y="2878836"/>
              <a:ext cx="32541" cy="875855"/>
            </a:xfrm>
            <a:custGeom>
              <a:avLst/>
              <a:gdLst/>
              <a:ahLst/>
              <a:cxnLst/>
              <a:rect l="l" t="t" r="r" b="b"/>
              <a:pathLst>
                <a:path w="1971" h="53050" extrusionOk="0">
                  <a:moveTo>
                    <a:pt x="1689" y="0"/>
                  </a:moveTo>
                  <a:lnTo>
                    <a:pt x="0" y="135"/>
                  </a:lnTo>
                  <a:lnTo>
                    <a:pt x="991" y="52486"/>
                  </a:lnTo>
                  <a:cubicBezTo>
                    <a:pt x="991" y="52768"/>
                    <a:pt x="1126" y="52914"/>
                    <a:pt x="1407" y="53049"/>
                  </a:cubicBezTo>
                  <a:cubicBezTo>
                    <a:pt x="1689" y="52914"/>
                    <a:pt x="1970" y="52768"/>
                    <a:pt x="1835" y="52486"/>
                  </a:cubicBezTo>
                  <a:lnTo>
                    <a:pt x="16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7"/>
            <p:cNvSpPr/>
            <p:nvPr/>
          </p:nvSpPr>
          <p:spPr>
            <a:xfrm>
              <a:off x="2727234" y="2874180"/>
              <a:ext cx="41836" cy="885151"/>
            </a:xfrm>
            <a:custGeom>
              <a:avLst/>
              <a:gdLst/>
              <a:ahLst/>
              <a:cxnLst/>
              <a:rect l="l" t="t" r="r" b="b"/>
              <a:pathLst>
                <a:path w="2534" h="53613" extrusionOk="0">
                  <a:moveTo>
                    <a:pt x="1689" y="564"/>
                  </a:moveTo>
                  <a:lnTo>
                    <a:pt x="1836" y="52768"/>
                  </a:lnTo>
                  <a:cubicBezTo>
                    <a:pt x="1836" y="52915"/>
                    <a:pt x="1836" y="53050"/>
                    <a:pt x="1689" y="53050"/>
                  </a:cubicBezTo>
                  <a:cubicBezTo>
                    <a:pt x="1689" y="53050"/>
                    <a:pt x="1554" y="52915"/>
                    <a:pt x="1554" y="52768"/>
                  </a:cubicBezTo>
                  <a:lnTo>
                    <a:pt x="563" y="564"/>
                  </a:lnTo>
                  <a:close/>
                  <a:moveTo>
                    <a:pt x="1971" y="1"/>
                  </a:moveTo>
                  <a:lnTo>
                    <a:pt x="282" y="136"/>
                  </a:lnTo>
                  <a:cubicBezTo>
                    <a:pt x="147" y="136"/>
                    <a:pt x="1" y="282"/>
                    <a:pt x="1" y="417"/>
                  </a:cubicBezTo>
                  <a:lnTo>
                    <a:pt x="991" y="52768"/>
                  </a:lnTo>
                  <a:cubicBezTo>
                    <a:pt x="991" y="53196"/>
                    <a:pt x="1273" y="53477"/>
                    <a:pt x="1689" y="53613"/>
                  </a:cubicBezTo>
                  <a:lnTo>
                    <a:pt x="1836" y="53613"/>
                  </a:lnTo>
                  <a:cubicBezTo>
                    <a:pt x="2117" y="53477"/>
                    <a:pt x="2534" y="53196"/>
                    <a:pt x="2399" y="52768"/>
                  </a:cubicBezTo>
                  <a:lnTo>
                    <a:pt x="2252" y="282"/>
                  </a:lnTo>
                  <a:lnTo>
                    <a:pt x="2252" y="136"/>
                  </a:lnTo>
                  <a:cubicBezTo>
                    <a:pt x="2117" y="136"/>
                    <a:pt x="2117" y="1"/>
                    <a:pt x="19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7"/>
            <p:cNvSpPr/>
            <p:nvPr/>
          </p:nvSpPr>
          <p:spPr>
            <a:xfrm>
              <a:off x="2095279" y="2878836"/>
              <a:ext cx="30312" cy="875855"/>
            </a:xfrm>
            <a:custGeom>
              <a:avLst/>
              <a:gdLst/>
              <a:ahLst/>
              <a:cxnLst/>
              <a:rect l="l" t="t" r="r" b="b"/>
              <a:pathLst>
                <a:path w="1836" h="53050" extrusionOk="0">
                  <a:moveTo>
                    <a:pt x="1689" y="0"/>
                  </a:moveTo>
                  <a:lnTo>
                    <a:pt x="1" y="135"/>
                  </a:lnTo>
                  <a:lnTo>
                    <a:pt x="991" y="52486"/>
                  </a:lnTo>
                  <a:cubicBezTo>
                    <a:pt x="991" y="52768"/>
                    <a:pt x="1126" y="52914"/>
                    <a:pt x="1408" y="53049"/>
                  </a:cubicBezTo>
                  <a:cubicBezTo>
                    <a:pt x="1689" y="52914"/>
                    <a:pt x="1836" y="52768"/>
                    <a:pt x="1836" y="52486"/>
                  </a:cubicBezTo>
                  <a:lnTo>
                    <a:pt x="16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7"/>
            <p:cNvSpPr/>
            <p:nvPr/>
          </p:nvSpPr>
          <p:spPr>
            <a:xfrm>
              <a:off x="2090640" y="2874180"/>
              <a:ext cx="39607" cy="885151"/>
            </a:xfrm>
            <a:custGeom>
              <a:avLst/>
              <a:gdLst/>
              <a:ahLst/>
              <a:cxnLst/>
              <a:rect l="l" t="t" r="r" b="b"/>
              <a:pathLst>
                <a:path w="2399" h="53613" extrusionOk="0">
                  <a:moveTo>
                    <a:pt x="1689" y="564"/>
                  </a:moveTo>
                  <a:lnTo>
                    <a:pt x="1835" y="52768"/>
                  </a:lnTo>
                  <a:cubicBezTo>
                    <a:pt x="1835" y="52915"/>
                    <a:pt x="1835" y="53050"/>
                    <a:pt x="1689" y="53050"/>
                  </a:cubicBezTo>
                  <a:cubicBezTo>
                    <a:pt x="1554" y="53050"/>
                    <a:pt x="1554" y="52915"/>
                    <a:pt x="1554" y="52768"/>
                  </a:cubicBezTo>
                  <a:lnTo>
                    <a:pt x="563" y="564"/>
                  </a:lnTo>
                  <a:close/>
                  <a:moveTo>
                    <a:pt x="1970" y="1"/>
                  </a:moveTo>
                  <a:lnTo>
                    <a:pt x="282" y="136"/>
                  </a:lnTo>
                  <a:cubicBezTo>
                    <a:pt x="146" y="136"/>
                    <a:pt x="0" y="282"/>
                    <a:pt x="0" y="417"/>
                  </a:cubicBezTo>
                  <a:lnTo>
                    <a:pt x="991" y="52768"/>
                  </a:lnTo>
                  <a:cubicBezTo>
                    <a:pt x="991" y="53196"/>
                    <a:pt x="1272" y="53477"/>
                    <a:pt x="1689" y="53613"/>
                  </a:cubicBezTo>
                  <a:cubicBezTo>
                    <a:pt x="2117" y="53477"/>
                    <a:pt x="2398" y="53196"/>
                    <a:pt x="2398" y="52768"/>
                  </a:cubicBezTo>
                  <a:lnTo>
                    <a:pt x="2252" y="282"/>
                  </a:lnTo>
                  <a:cubicBezTo>
                    <a:pt x="2252" y="282"/>
                    <a:pt x="2252" y="136"/>
                    <a:pt x="2117" y="136"/>
                  </a:cubicBezTo>
                  <a:lnTo>
                    <a:pt x="19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7"/>
            <p:cNvSpPr/>
            <p:nvPr/>
          </p:nvSpPr>
          <p:spPr>
            <a:xfrm>
              <a:off x="2708644" y="2911360"/>
              <a:ext cx="37197" cy="1003725"/>
            </a:xfrm>
            <a:custGeom>
              <a:avLst/>
              <a:gdLst/>
              <a:ahLst/>
              <a:cxnLst/>
              <a:rect l="l" t="t" r="r" b="b"/>
              <a:pathLst>
                <a:path w="2253" h="60795" extrusionOk="0">
                  <a:moveTo>
                    <a:pt x="1" y="0"/>
                  </a:moveTo>
                  <a:lnTo>
                    <a:pt x="1273" y="60086"/>
                  </a:lnTo>
                  <a:cubicBezTo>
                    <a:pt x="1273" y="60367"/>
                    <a:pt x="1408" y="60649"/>
                    <a:pt x="1689" y="60795"/>
                  </a:cubicBezTo>
                  <a:cubicBezTo>
                    <a:pt x="1971" y="60649"/>
                    <a:pt x="2252" y="60367"/>
                    <a:pt x="2252" y="60086"/>
                  </a:cubicBezTo>
                  <a:lnTo>
                    <a:pt x="21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7"/>
            <p:cNvSpPr/>
            <p:nvPr/>
          </p:nvSpPr>
          <p:spPr>
            <a:xfrm>
              <a:off x="2704005" y="2906704"/>
              <a:ext cx="46476" cy="1010627"/>
            </a:xfrm>
            <a:custGeom>
              <a:avLst/>
              <a:gdLst/>
              <a:ahLst/>
              <a:cxnLst/>
              <a:rect l="l" t="t" r="r" b="b"/>
              <a:pathLst>
                <a:path w="2815" h="61213" extrusionOk="0">
                  <a:moveTo>
                    <a:pt x="2117" y="564"/>
                  </a:moveTo>
                  <a:lnTo>
                    <a:pt x="2252" y="60368"/>
                  </a:lnTo>
                  <a:cubicBezTo>
                    <a:pt x="2252" y="60514"/>
                    <a:pt x="2117" y="60649"/>
                    <a:pt x="1970" y="60796"/>
                  </a:cubicBezTo>
                  <a:cubicBezTo>
                    <a:pt x="1835" y="60649"/>
                    <a:pt x="1835" y="60514"/>
                    <a:pt x="1835" y="60368"/>
                  </a:cubicBezTo>
                  <a:lnTo>
                    <a:pt x="563" y="564"/>
                  </a:lnTo>
                  <a:close/>
                  <a:moveTo>
                    <a:pt x="2252" y="1"/>
                  </a:moveTo>
                  <a:lnTo>
                    <a:pt x="282" y="136"/>
                  </a:lnTo>
                  <a:cubicBezTo>
                    <a:pt x="147" y="136"/>
                    <a:pt x="0" y="136"/>
                    <a:pt x="0" y="418"/>
                  </a:cubicBezTo>
                  <a:lnTo>
                    <a:pt x="1272" y="60368"/>
                  </a:lnTo>
                  <a:cubicBezTo>
                    <a:pt x="1272" y="60796"/>
                    <a:pt x="1554" y="61212"/>
                    <a:pt x="1970" y="61212"/>
                  </a:cubicBezTo>
                  <a:lnTo>
                    <a:pt x="2117" y="61212"/>
                  </a:lnTo>
                  <a:cubicBezTo>
                    <a:pt x="2533" y="61212"/>
                    <a:pt x="2815" y="60796"/>
                    <a:pt x="2815" y="60368"/>
                  </a:cubicBezTo>
                  <a:lnTo>
                    <a:pt x="2533" y="282"/>
                  </a:lnTo>
                  <a:lnTo>
                    <a:pt x="2533" y="136"/>
                  </a:lnTo>
                  <a:cubicBezTo>
                    <a:pt x="2533" y="1"/>
                    <a:pt x="2398" y="1"/>
                    <a:pt x="22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7"/>
            <p:cNvSpPr/>
            <p:nvPr/>
          </p:nvSpPr>
          <p:spPr>
            <a:xfrm>
              <a:off x="2037281" y="2799836"/>
              <a:ext cx="792216" cy="181247"/>
            </a:xfrm>
            <a:custGeom>
              <a:avLst/>
              <a:gdLst/>
              <a:ahLst/>
              <a:cxnLst/>
              <a:rect l="l" t="t" r="r" b="b"/>
              <a:pathLst>
                <a:path w="47984" h="10978" extrusionOk="0">
                  <a:moveTo>
                    <a:pt x="23925" y="0"/>
                  </a:moveTo>
                  <a:cubicBezTo>
                    <a:pt x="10696" y="0"/>
                    <a:pt x="1" y="2387"/>
                    <a:pt x="1" y="5483"/>
                  </a:cubicBezTo>
                  <a:cubicBezTo>
                    <a:pt x="1" y="8444"/>
                    <a:pt x="10696" y="10977"/>
                    <a:pt x="23925" y="10977"/>
                  </a:cubicBezTo>
                  <a:cubicBezTo>
                    <a:pt x="37288" y="10977"/>
                    <a:pt x="47984" y="8444"/>
                    <a:pt x="47984" y="5483"/>
                  </a:cubicBezTo>
                  <a:cubicBezTo>
                    <a:pt x="47984" y="2387"/>
                    <a:pt x="37288" y="0"/>
                    <a:pt x="239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7"/>
            <p:cNvSpPr/>
            <p:nvPr/>
          </p:nvSpPr>
          <p:spPr>
            <a:xfrm>
              <a:off x="2032642" y="2795181"/>
              <a:ext cx="801511" cy="190542"/>
            </a:xfrm>
            <a:custGeom>
              <a:avLst/>
              <a:gdLst/>
              <a:ahLst/>
              <a:cxnLst/>
              <a:rect l="l" t="t" r="r" b="b"/>
              <a:pathLst>
                <a:path w="48547" h="11541" extrusionOk="0">
                  <a:moveTo>
                    <a:pt x="24206" y="564"/>
                  </a:moveTo>
                  <a:cubicBezTo>
                    <a:pt x="38414" y="564"/>
                    <a:pt x="47983" y="3232"/>
                    <a:pt x="47983" y="5765"/>
                  </a:cubicBezTo>
                  <a:cubicBezTo>
                    <a:pt x="47983" y="8298"/>
                    <a:pt x="38414" y="10978"/>
                    <a:pt x="24206" y="10978"/>
                  </a:cubicBezTo>
                  <a:cubicBezTo>
                    <a:pt x="9987" y="10978"/>
                    <a:pt x="563" y="8298"/>
                    <a:pt x="563" y="5765"/>
                  </a:cubicBezTo>
                  <a:cubicBezTo>
                    <a:pt x="563" y="3232"/>
                    <a:pt x="9987" y="564"/>
                    <a:pt x="24206" y="564"/>
                  </a:cubicBezTo>
                  <a:close/>
                  <a:moveTo>
                    <a:pt x="24206" y="1"/>
                  </a:moveTo>
                  <a:cubicBezTo>
                    <a:pt x="12238" y="1"/>
                    <a:pt x="1" y="2106"/>
                    <a:pt x="1" y="5765"/>
                  </a:cubicBezTo>
                  <a:cubicBezTo>
                    <a:pt x="1" y="9289"/>
                    <a:pt x="12238" y="11541"/>
                    <a:pt x="24206" y="11541"/>
                  </a:cubicBezTo>
                  <a:cubicBezTo>
                    <a:pt x="36162" y="11541"/>
                    <a:pt x="48546" y="9289"/>
                    <a:pt x="48546" y="5765"/>
                  </a:cubicBezTo>
                  <a:cubicBezTo>
                    <a:pt x="48546" y="2106"/>
                    <a:pt x="36162" y="1"/>
                    <a:pt x="242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7"/>
            <p:cNvSpPr/>
            <p:nvPr/>
          </p:nvSpPr>
          <p:spPr>
            <a:xfrm>
              <a:off x="2197556" y="3637675"/>
              <a:ext cx="132493" cy="305121"/>
            </a:xfrm>
            <a:custGeom>
              <a:avLst/>
              <a:gdLst/>
              <a:ahLst/>
              <a:cxnLst/>
              <a:rect l="l" t="t" r="r" b="b"/>
              <a:pathLst>
                <a:path w="8025" h="18481" extrusionOk="0">
                  <a:moveTo>
                    <a:pt x="6161" y="0"/>
                  </a:moveTo>
                  <a:cubicBezTo>
                    <a:pt x="4941" y="0"/>
                    <a:pt x="3026" y="827"/>
                    <a:pt x="2531" y="1322"/>
                  </a:cubicBezTo>
                  <a:cubicBezTo>
                    <a:pt x="2531" y="1322"/>
                    <a:pt x="1270" y="3146"/>
                    <a:pt x="2249" y="3990"/>
                  </a:cubicBezTo>
                  <a:cubicBezTo>
                    <a:pt x="3094" y="4981"/>
                    <a:pt x="3938" y="4553"/>
                    <a:pt x="3938" y="5544"/>
                  </a:cubicBezTo>
                  <a:cubicBezTo>
                    <a:pt x="3803" y="6388"/>
                    <a:pt x="2396" y="9484"/>
                    <a:pt x="1123" y="12715"/>
                  </a:cubicBezTo>
                  <a:cubicBezTo>
                    <a:pt x="1" y="15602"/>
                    <a:pt x="1993" y="18481"/>
                    <a:pt x="4136" y="18481"/>
                  </a:cubicBezTo>
                  <a:cubicBezTo>
                    <a:pt x="4400" y="18481"/>
                    <a:pt x="4666" y="18437"/>
                    <a:pt x="4929" y="18344"/>
                  </a:cubicBezTo>
                  <a:cubicBezTo>
                    <a:pt x="7315" y="17365"/>
                    <a:pt x="7034" y="8358"/>
                    <a:pt x="7462" y="6805"/>
                  </a:cubicBezTo>
                  <a:cubicBezTo>
                    <a:pt x="7743" y="5116"/>
                    <a:pt x="8025" y="4834"/>
                    <a:pt x="8025" y="3292"/>
                  </a:cubicBezTo>
                  <a:cubicBezTo>
                    <a:pt x="7878" y="1738"/>
                    <a:pt x="7743" y="196"/>
                    <a:pt x="6617" y="50"/>
                  </a:cubicBezTo>
                  <a:cubicBezTo>
                    <a:pt x="6482" y="16"/>
                    <a:pt x="6328" y="0"/>
                    <a:pt x="61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7"/>
            <p:cNvSpPr/>
            <p:nvPr/>
          </p:nvSpPr>
          <p:spPr>
            <a:xfrm>
              <a:off x="2199917" y="3633035"/>
              <a:ext cx="134788" cy="314582"/>
            </a:xfrm>
            <a:custGeom>
              <a:avLst/>
              <a:gdLst/>
              <a:ahLst/>
              <a:cxnLst/>
              <a:rect l="l" t="t" r="r" b="b"/>
              <a:pathLst>
                <a:path w="8164" h="19054" extrusionOk="0">
                  <a:moveTo>
                    <a:pt x="5957" y="556"/>
                  </a:moveTo>
                  <a:cubicBezTo>
                    <a:pt x="6146" y="556"/>
                    <a:pt x="6321" y="574"/>
                    <a:pt x="6474" y="612"/>
                  </a:cubicBezTo>
                  <a:cubicBezTo>
                    <a:pt x="7319" y="759"/>
                    <a:pt x="7454" y="2166"/>
                    <a:pt x="7600" y="3573"/>
                  </a:cubicBezTo>
                  <a:cubicBezTo>
                    <a:pt x="7600" y="4699"/>
                    <a:pt x="7454" y="5115"/>
                    <a:pt x="7319" y="5825"/>
                  </a:cubicBezTo>
                  <a:cubicBezTo>
                    <a:pt x="7172" y="6106"/>
                    <a:pt x="7172" y="6523"/>
                    <a:pt x="7037" y="6951"/>
                  </a:cubicBezTo>
                  <a:cubicBezTo>
                    <a:pt x="6891" y="7367"/>
                    <a:pt x="6891" y="8211"/>
                    <a:pt x="6756" y="9337"/>
                  </a:cubicBezTo>
                  <a:cubicBezTo>
                    <a:pt x="6610" y="12298"/>
                    <a:pt x="6328" y="17646"/>
                    <a:pt x="4639" y="18344"/>
                  </a:cubicBezTo>
                  <a:cubicBezTo>
                    <a:pt x="4421" y="18417"/>
                    <a:pt x="4193" y="18452"/>
                    <a:pt x="3964" y="18452"/>
                  </a:cubicBezTo>
                  <a:cubicBezTo>
                    <a:pt x="3306" y="18452"/>
                    <a:pt x="2632" y="18163"/>
                    <a:pt x="2106" y="17646"/>
                  </a:cubicBezTo>
                  <a:cubicBezTo>
                    <a:pt x="1262" y="16655"/>
                    <a:pt x="417" y="14966"/>
                    <a:pt x="1262" y="13143"/>
                  </a:cubicBezTo>
                  <a:cubicBezTo>
                    <a:pt x="1690" y="11870"/>
                    <a:pt x="2106" y="10745"/>
                    <a:pt x="2669" y="9765"/>
                  </a:cubicBezTo>
                  <a:cubicBezTo>
                    <a:pt x="3378" y="7795"/>
                    <a:pt x="3941" y="6388"/>
                    <a:pt x="4076" y="5825"/>
                  </a:cubicBezTo>
                  <a:cubicBezTo>
                    <a:pt x="4076" y="5115"/>
                    <a:pt x="3660" y="4980"/>
                    <a:pt x="3232" y="4699"/>
                  </a:cubicBezTo>
                  <a:cubicBezTo>
                    <a:pt x="2951" y="4699"/>
                    <a:pt x="2669" y="4553"/>
                    <a:pt x="2253" y="4136"/>
                  </a:cubicBezTo>
                  <a:cubicBezTo>
                    <a:pt x="1543" y="3427"/>
                    <a:pt x="2534" y="1884"/>
                    <a:pt x="2669" y="1738"/>
                  </a:cubicBezTo>
                  <a:cubicBezTo>
                    <a:pt x="3038" y="1252"/>
                    <a:pt x="4767" y="556"/>
                    <a:pt x="5957" y="556"/>
                  </a:cubicBezTo>
                  <a:close/>
                  <a:moveTo>
                    <a:pt x="6017" y="0"/>
                  </a:moveTo>
                  <a:cubicBezTo>
                    <a:pt x="4772" y="0"/>
                    <a:pt x="2748" y="842"/>
                    <a:pt x="2253" y="1457"/>
                  </a:cubicBezTo>
                  <a:cubicBezTo>
                    <a:pt x="2106" y="1603"/>
                    <a:pt x="845" y="3427"/>
                    <a:pt x="1825" y="4553"/>
                  </a:cubicBezTo>
                  <a:cubicBezTo>
                    <a:pt x="2253" y="4980"/>
                    <a:pt x="2669" y="5115"/>
                    <a:pt x="3097" y="5262"/>
                  </a:cubicBezTo>
                  <a:cubicBezTo>
                    <a:pt x="3514" y="5397"/>
                    <a:pt x="3514" y="5397"/>
                    <a:pt x="3514" y="5678"/>
                  </a:cubicBezTo>
                  <a:cubicBezTo>
                    <a:pt x="3514" y="6241"/>
                    <a:pt x="2816" y="7795"/>
                    <a:pt x="2106" y="9484"/>
                  </a:cubicBezTo>
                  <a:cubicBezTo>
                    <a:pt x="1690" y="10610"/>
                    <a:pt x="1127" y="11735"/>
                    <a:pt x="699" y="12861"/>
                  </a:cubicBezTo>
                  <a:cubicBezTo>
                    <a:pt x="1" y="14685"/>
                    <a:pt x="417" y="16655"/>
                    <a:pt x="1690" y="17927"/>
                  </a:cubicBezTo>
                  <a:cubicBezTo>
                    <a:pt x="2388" y="18625"/>
                    <a:pt x="3097" y="19053"/>
                    <a:pt x="3941" y="19053"/>
                  </a:cubicBezTo>
                  <a:cubicBezTo>
                    <a:pt x="4223" y="19053"/>
                    <a:pt x="4504" y="18907"/>
                    <a:pt x="4921" y="18772"/>
                  </a:cubicBezTo>
                  <a:cubicBezTo>
                    <a:pt x="6891" y="18062"/>
                    <a:pt x="7172" y="12861"/>
                    <a:pt x="7319" y="9337"/>
                  </a:cubicBezTo>
                  <a:cubicBezTo>
                    <a:pt x="7454" y="8358"/>
                    <a:pt x="7454" y="7513"/>
                    <a:pt x="7600" y="7086"/>
                  </a:cubicBezTo>
                  <a:cubicBezTo>
                    <a:pt x="7600" y="6669"/>
                    <a:pt x="7735" y="6241"/>
                    <a:pt x="7882" y="5960"/>
                  </a:cubicBezTo>
                  <a:cubicBezTo>
                    <a:pt x="8017" y="5262"/>
                    <a:pt x="8163" y="4699"/>
                    <a:pt x="8163" y="3573"/>
                  </a:cubicBezTo>
                  <a:cubicBezTo>
                    <a:pt x="8017" y="2019"/>
                    <a:pt x="7882" y="196"/>
                    <a:pt x="6474" y="49"/>
                  </a:cubicBezTo>
                  <a:cubicBezTo>
                    <a:pt x="6340" y="16"/>
                    <a:pt x="6186" y="0"/>
                    <a:pt x="60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7"/>
            <p:cNvSpPr/>
            <p:nvPr/>
          </p:nvSpPr>
          <p:spPr>
            <a:xfrm>
              <a:off x="2192867" y="3573435"/>
              <a:ext cx="116181" cy="125113"/>
            </a:xfrm>
            <a:custGeom>
              <a:avLst/>
              <a:gdLst/>
              <a:ahLst/>
              <a:cxnLst/>
              <a:rect l="l" t="t" r="r" b="b"/>
              <a:pathLst>
                <a:path w="7037" h="7578" extrusionOk="0">
                  <a:moveTo>
                    <a:pt x="5776" y="0"/>
                  </a:moveTo>
                  <a:lnTo>
                    <a:pt x="428" y="1273"/>
                  </a:lnTo>
                  <a:lnTo>
                    <a:pt x="0" y="1273"/>
                  </a:lnTo>
                  <a:cubicBezTo>
                    <a:pt x="0" y="1273"/>
                    <a:pt x="2680" y="5629"/>
                    <a:pt x="3378" y="6902"/>
                  </a:cubicBezTo>
                  <a:cubicBezTo>
                    <a:pt x="3661" y="7352"/>
                    <a:pt x="4213" y="7577"/>
                    <a:pt x="4792" y="7577"/>
                  </a:cubicBezTo>
                  <a:cubicBezTo>
                    <a:pt x="5659" y="7577"/>
                    <a:pt x="6586" y="7071"/>
                    <a:pt x="6755" y="6057"/>
                  </a:cubicBezTo>
                  <a:cubicBezTo>
                    <a:pt x="7037" y="4369"/>
                    <a:pt x="5776" y="0"/>
                    <a:pt x="5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7"/>
            <p:cNvSpPr/>
            <p:nvPr/>
          </p:nvSpPr>
          <p:spPr>
            <a:xfrm>
              <a:off x="2188212" y="3567871"/>
              <a:ext cx="125476" cy="135696"/>
            </a:xfrm>
            <a:custGeom>
              <a:avLst/>
              <a:gdLst/>
              <a:ahLst/>
              <a:cxnLst/>
              <a:rect l="l" t="t" r="r" b="b"/>
              <a:pathLst>
                <a:path w="7600" h="8219" extrusionOk="0">
                  <a:moveTo>
                    <a:pt x="5911" y="619"/>
                  </a:moveTo>
                  <a:cubicBezTo>
                    <a:pt x="6193" y="1610"/>
                    <a:pt x="7037" y="4987"/>
                    <a:pt x="6902" y="6394"/>
                  </a:cubicBezTo>
                  <a:cubicBezTo>
                    <a:pt x="6756" y="7092"/>
                    <a:pt x="6058" y="7520"/>
                    <a:pt x="5495" y="7520"/>
                  </a:cubicBezTo>
                  <a:cubicBezTo>
                    <a:pt x="5355" y="7554"/>
                    <a:pt x="5207" y="7570"/>
                    <a:pt x="5059" y="7570"/>
                  </a:cubicBezTo>
                  <a:cubicBezTo>
                    <a:pt x="4607" y="7570"/>
                    <a:pt x="4153" y="7414"/>
                    <a:pt x="3941" y="7092"/>
                  </a:cubicBezTo>
                  <a:cubicBezTo>
                    <a:pt x="3378" y="6113"/>
                    <a:pt x="1408" y="3017"/>
                    <a:pt x="845" y="1891"/>
                  </a:cubicBezTo>
                  <a:lnTo>
                    <a:pt x="5911" y="619"/>
                  </a:lnTo>
                  <a:close/>
                  <a:moveTo>
                    <a:pt x="6174" y="0"/>
                  </a:moveTo>
                  <a:cubicBezTo>
                    <a:pt x="6137" y="0"/>
                    <a:pt x="6097" y="17"/>
                    <a:pt x="6058" y="56"/>
                  </a:cubicBezTo>
                  <a:lnTo>
                    <a:pt x="710" y="1328"/>
                  </a:lnTo>
                  <a:lnTo>
                    <a:pt x="282" y="1328"/>
                  </a:lnTo>
                  <a:lnTo>
                    <a:pt x="147" y="1463"/>
                  </a:lnTo>
                  <a:cubicBezTo>
                    <a:pt x="1" y="1610"/>
                    <a:pt x="1" y="1610"/>
                    <a:pt x="147" y="1745"/>
                  </a:cubicBezTo>
                  <a:cubicBezTo>
                    <a:pt x="147" y="1745"/>
                    <a:pt x="2680" y="6248"/>
                    <a:pt x="3378" y="7374"/>
                  </a:cubicBezTo>
                  <a:cubicBezTo>
                    <a:pt x="3806" y="7802"/>
                    <a:pt x="4369" y="8218"/>
                    <a:pt x="5067" y="8218"/>
                  </a:cubicBezTo>
                  <a:cubicBezTo>
                    <a:pt x="5213" y="8218"/>
                    <a:pt x="5495" y="8083"/>
                    <a:pt x="5630" y="8083"/>
                  </a:cubicBezTo>
                  <a:cubicBezTo>
                    <a:pt x="6474" y="7937"/>
                    <a:pt x="7183" y="7239"/>
                    <a:pt x="7319" y="6394"/>
                  </a:cubicBezTo>
                  <a:cubicBezTo>
                    <a:pt x="7600" y="4841"/>
                    <a:pt x="6474" y="337"/>
                    <a:pt x="6339" y="202"/>
                  </a:cubicBezTo>
                  <a:cubicBezTo>
                    <a:pt x="6339" y="98"/>
                    <a:pt x="6265" y="0"/>
                    <a:pt x="61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7"/>
            <p:cNvSpPr/>
            <p:nvPr/>
          </p:nvSpPr>
          <p:spPr>
            <a:xfrm>
              <a:off x="2079116" y="3427125"/>
              <a:ext cx="241640" cy="180933"/>
            </a:xfrm>
            <a:custGeom>
              <a:avLst/>
              <a:gdLst/>
              <a:ahLst/>
              <a:cxnLst/>
              <a:rect l="l" t="t" r="r" b="b"/>
              <a:pathLst>
                <a:path w="14636" h="10959" extrusionOk="0">
                  <a:moveTo>
                    <a:pt x="10828" y="0"/>
                  </a:moveTo>
                  <a:cubicBezTo>
                    <a:pt x="10649" y="0"/>
                    <a:pt x="10462" y="2"/>
                    <a:pt x="10268" y="2"/>
                  </a:cubicBezTo>
                  <a:cubicBezTo>
                    <a:pt x="8725" y="2"/>
                    <a:pt x="2105" y="1826"/>
                    <a:pt x="698" y="3098"/>
                  </a:cubicBezTo>
                  <a:cubicBezTo>
                    <a:pt x="698" y="3098"/>
                    <a:pt x="0" y="4359"/>
                    <a:pt x="417" y="5068"/>
                  </a:cubicBezTo>
                  <a:cubicBezTo>
                    <a:pt x="698" y="5913"/>
                    <a:pt x="1689" y="8299"/>
                    <a:pt x="2387" y="9425"/>
                  </a:cubicBezTo>
                  <a:cubicBezTo>
                    <a:pt x="2837" y="10325"/>
                    <a:pt x="4818" y="10959"/>
                    <a:pt x="7244" y="10959"/>
                  </a:cubicBezTo>
                  <a:cubicBezTo>
                    <a:pt x="7854" y="10959"/>
                    <a:pt x="8493" y="10918"/>
                    <a:pt x="9142" y="10833"/>
                  </a:cubicBezTo>
                  <a:cubicBezTo>
                    <a:pt x="12519" y="10270"/>
                    <a:pt x="14354" y="8727"/>
                    <a:pt x="14489" y="7320"/>
                  </a:cubicBezTo>
                  <a:cubicBezTo>
                    <a:pt x="14636" y="6048"/>
                    <a:pt x="13927" y="4224"/>
                    <a:pt x="13510" y="2107"/>
                  </a:cubicBezTo>
                  <a:cubicBezTo>
                    <a:pt x="13131" y="115"/>
                    <a:pt x="12206" y="0"/>
                    <a:pt x="108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7"/>
            <p:cNvSpPr/>
            <p:nvPr/>
          </p:nvSpPr>
          <p:spPr>
            <a:xfrm>
              <a:off x="2074460" y="3422503"/>
              <a:ext cx="250952" cy="190542"/>
            </a:xfrm>
            <a:custGeom>
              <a:avLst/>
              <a:gdLst/>
              <a:ahLst/>
              <a:cxnLst/>
              <a:rect l="l" t="t" r="r" b="b"/>
              <a:pathLst>
                <a:path w="15200" h="11541" extrusionOk="0">
                  <a:moveTo>
                    <a:pt x="10696" y="564"/>
                  </a:moveTo>
                  <a:cubicBezTo>
                    <a:pt x="12238" y="564"/>
                    <a:pt x="13083" y="564"/>
                    <a:pt x="13511" y="2387"/>
                  </a:cubicBezTo>
                  <a:cubicBezTo>
                    <a:pt x="13646" y="3097"/>
                    <a:pt x="13792" y="3660"/>
                    <a:pt x="13927" y="4222"/>
                  </a:cubicBezTo>
                  <a:cubicBezTo>
                    <a:pt x="14355" y="5630"/>
                    <a:pt x="14636" y="6756"/>
                    <a:pt x="14490" y="7600"/>
                  </a:cubicBezTo>
                  <a:cubicBezTo>
                    <a:pt x="14490" y="8861"/>
                    <a:pt x="12666" y="10268"/>
                    <a:pt x="9424" y="10831"/>
                  </a:cubicBezTo>
                  <a:cubicBezTo>
                    <a:pt x="8765" y="10918"/>
                    <a:pt x="8123" y="10958"/>
                    <a:pt x="7514" y="10958"/>
                  </a:cubicBezTo>
                  <a:cubicBezTo>
                    <a:pt x="5138" y="10958"/>
                    <a:pt x="3263" y="10350"/>
                    <a:pt x="2815" y="9570"/>
                  </a:cubicBezTo>
                  <a:cubicBezTo>
                    <a:pt x="2387" y="8726"/>
                    <a:pt x="1689" y="7037"/>
                    <a:pt x="1262" y="5911"/>
                  </a:cubicBezTo>
                  <a:cubicBezTo>
                    <a:pt x="1126" y="5630"/>
                    <a:pt x="980" y="5483"/>
                    <a:pt x="845" y="5348"/>
                  </a:cubicBezTo>
                  <a:cubicBezTo>
                    <a:pt x="699" y="4785"/>
                    <a:pt x="980" y="3941"/>
                    <a:pt x="1262" y="3513"/>
                  </a:cubicBezTo>
                  <a:cubicBezTo>
                    <a:pt x="2534" y="2387"/>
                    <a:pt x="9007" y="564"/>
                    <a:pt x="10550" y="564"/>
                  </a:cubicBezTo>
                  <a:close/>
                  <a:moveTo>
                    <a:pt x="10550" y="1"/>
                  </a:moveTo>
                  <a:cubicBezTo>
                    <a:pt x="8861" y="1"/>
                    <a:pt x="2252" y="1824"/>
                    <a:pt x="845" y="3232"/>
                  </a:cubicBezTo>
                  <a:cubicBezTo>
                    <a:pt x="699" y="3378"/>
                    <a:pt x="1" y="4504"/>
                    <a:pt x="417" y="5483"/>
                  </a:cubicBezTo>
                  <a:cubicBezTo>
                    <a:pt x="417" y="5630"/>
                    <a:pt x="564" y="5911"/>
                    <a:pt x="699" y="6193"/>
                  </a:cubicBezTo>
                  <a:cubicBezTo>
                    <a:pt x="1126" y="7318"/>
                    <a:pt x="1971" y="8861"/>
                    <a:pt x="2387" y="9852"/>
                  </a:cubicBezTo>
                  <a:cubicBezTo>
                    <a:pt x="2950" y="10831"/>
                    <a:pt x="4920" y="11540"/>
                    <a:pt x="7318" y="11540"/>
                  </a:cubicBezTo>
                  <a:cubicBezTo>
                    <a:pt x="8016" y="11540"/>
                    <a:pt x="8726" y="11394"/>
                    <a:pt x="9570" y="11259"/>
                  </a:cubicBezTo>
                  <a:cubicBezTo>
                    <a:pt x="12666" y="10831"/>
                    <a:pt x="14918" y="9289"/>
                    <a:pt x="15053" y="7600"/>
                  </a:cubicBezTo>
                  <a:cubicBezTo>
                    <a:pt x="15199" y="6609"/>
                    <a:pt x="14771" y="5483"/>
                    <a:pt x="14490" y="4076"/>
                  </a:cubicBezTo>
                  <a:cubicBezTo>
                    <a:pt x="14355" y="3513"/>
                    <a:pt x="14209" y="2950"/>
                    <a:pt x="14073" y="2252"/>
                  </a:cubicBezTo>
                  <a:cubicBezTo>
                    <a:pt x="13646" y="1"/>
                    <a:pt x="12238" y="1"/>
                    <a:pt x="10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7"/>
            <p:cNvSpPr/>
            <p:nvPr/>
          </p:nvSpPr>
          <p:spPr>
            <a:xfrm>
              <a:off x="1965167" y="2806721"/>
              <a:ext cx="313773" cy="714058"/>
            </a:xfrm>
            <a:custGeom>
              <a:avLst/>
              <a:gdLst/>
              <a:ahLst/>
              <a:cxnLst/>
              <a:rect l="l" t="t" r="r" b="b"/>
              <a:pathLst>
                <a:path w="19005" h="43250" extrusionOk="0">
                  <a:moveTo>
                    <a:pt x="15762" y="0"/>
                  </a:moveTo>
                  <a:cubicBezTo>
                    <a:pt x="8726" y="146"/>
                    <a:pt x="3660" y="281"/>
                    <a:pt x="3525" y="281"/>
                  </a:cubicBezTo>
                  <a:cubicBezTo>
                    <a:pt x="3378" y="428"/>
                    <a:pt x="3097" y="1970"/>
                    <a:pt x="2962" y="3242"/>
                  </a:cubicBezTo>
                  <a:cubicBezTo>
                    <a:pt x="2962" y="3242"/>
                    <a:pt x="1" y="3524"/>
                    <a:pt x="429" y="11968"/>
                  </a:cubicBezTo>
                  <a:cubicBezTo>
                    <a:pt x="564" y="13093"/>
                    <a:pt x="3660" y="26603"/>
                    <a:pt x="3806" y="28146"/>
                  </a:cubicBezTo>
                  <a:cubicBezTo>
                    <a:pt x="5213" y="37580"/>
                    <a:pt x="8163" y="42218"/>
                    <a:pt x="8163" y="42218"/>
                  </a:cubicBezTo>
                  <a:cubicBezTo>
                    <a:pt x="8163" y="42218"/>
                    <a:pt x="8391" y="43250"/>
                    <a:pt x="11009" y="43250"/>
                  </a:cubicBezTo>
                  <a:cubicBezTo>
                    <a:pt x="11299" y="43250"/>
                    <a:pt x="11617" y="43237"/>
                    <a:pt x="11968" y="43209"/>
                  </a:cubicBezTo>
                  <a:cubicBezTo>
                    <a:pt x="15481" y="42928"/>
                    <a:pt x="19005" y="40530"/>
                    <a:pt x="19005" y="40530"/>
                  </a:cubicBezTo>
                  <a:cubicBezTo>
                    <a:pt x="19005" y="40530"/>
                    <a:pt x="17170" y="22235"/>
                    <a:pt x="17316" y="14219"/>
                  </a:cubicBezTo>
                  <a:cubicBezTo>
                    <a:pt x="17451" y="11968"/>
                    <a:pt x="18723" y="10977"/>
                    <a:pt x="18723" y="9434"/>
                  </a:cubicBezTo>
                  <a:cubicBezTo>
                    <a:pt x="19005" y="7464"/>
                    <a:pt x="18723" y="5348"/>
                    <a:pt x="18295" y="3377"/>
                  </a:cubicBezTo>
                  <a:lnTo>
                    <a:pt x="157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7"/>
            <p:cNvSpPr/>
            <p:nvPr/>
          </p:nvSpPr>
          <p:spPr>
            <a:xfrm>
              <a:off x="1960528" y="2803403"/>
              <a:ext cx="323068" cy="721355"/>
            </a:xfrm>
            <a:custGeom>
              <a:avLst/>
              <a:gdLst/>
              <a:ahLst/>
              <a:cxnLst/>
              <a:rect l="l" t="t" r="r" b="b"/>
              <a:pathLst>
                <a:path w="19568" h="43692" extrusionOk="0">
                  <a:moveTo>
                    <a:pt x="16043" y="482"/>
                  </a:moveTo>
                  <a:lnTo>
                    <a:pt x="18295" y="3725"/>
                  </a:lnTo>
                  <a:cubicBezTo>
                    <a:pt x="18858" y="5695"/>
                    <a:pt x="19004" y="7665"/>
                    <a:pt x="18858" y="9635"/>
                  </a:cubicBezTo>
                  <a:cubicBezTo>
                    <a:pt x="18723" y="10198"/>
                    <a:pt x="18441" y="10761"/>
                    <a:pt x="18160" y="11324"/>
                  </a:cubicBezTo>
                  <a:cubicBezTo>
                    <a:pt x="17878" y="12169"/>
                    <a:pt x="17451" y="13148"/>
                    <a:pt x="17316" y="14420"/>
                  </a:cubicBezTo>
                  <a:cubicBezTo>
                    <a:pt x="17169" y="22020"/>
                    <a:pt x="18858" y="38761"/>
                    <a:pt x="19004" y="40596"/>
                  </a:cubicBezTo>
                  <a:cubicBezTo>
                    <a:pt x="18295" y="41012"/>
                    <a:pt x="15199" y="42847"/>
                    <a:pt x="12249" y="43129"/>
                  </a:cubicBezTo>
                  <a:cubicBezTo>
                    <a:pt x="12009" y="43139"/>
                    <a:pt x="11785" y="43143"/>
                    <a:pt x="11576" y="43143"/>
                  </a:cubicBezTo>
                  <a:cubicBezTo>
                    <a:pt x="8967" y="43143"/>
                    <a:pt x="8725" y="42419"/>
                    <a:pt x="8725" y="42419"/>
                  </a:cubicBezTo>
                  <a:lnTo>
                    <a:pt x="8725" y="42284"/>
                  </a:lnTo>
                  <a:cubicBezTo>
                    <a:pt x="8725" y="42284"/>
                    <a:pt x="5629" y="37500"/>
                    <a:pt x="4369" y="28347"/>
                  </a:cubicBezTo>
                  <a:cubicBezTo>
                    <a:pt x="4222" y="27649"/>
                    <a:pt x="3659" y="24553"/>
                    <a:pt x="2961" y="21310"/>
                  </a:cubicBezTo>
                  <a:cubicBezTo>
                    <a:pt x="2117" y="17370"/>
                    <a:pt x="1126" y="12731"/>
                    <a:pt x="991" y="12169"/>
                  </a:cubicBezTo>
                  <a:cubicBezTo>
                    <a:pt x="563" y="4141"/>
                    <a:pt x="3243" y="3725"/>
                    <a:pt x="3243" y="3578"/>
                  </a:cubicBezTo>
                  <a:cubicBezTo>
                    <a:pt x="3378" y="3578"/>
                    <a:pt x="3524" y="3578"/>
                    <a:pt x="3524" y="3443"/>
                  </a:cubicBezTo>
                  <a:lnTo>
                    <a:pt x="3524" y="3016"/>
                  </a:lnTo>
                  <a:cubicBezTo>
                    <a:pt x="3659" y="2318"/>
                    <a:pt x="3806" y="1045"/>
                    <a:pt x="3941" y="764"/>
                  </a:cubicBezTo>
                  <a:cubicBezTo>
                    <a:pt x="4650" y="764"/>
                    <a:pt x="9288" y="629"/>
                    <a:pt x="16043" y="482"/>
                  </a:cubicBezTo>
                  <a:close/>
                  <a:moveTo>
                    <a:pt x="16181" y="1"/>
                  </a:moveTo>
                  <a:cubicBezTo>
                    <a:pt x="16140" y="1"/>
                    <a:pt x="16092" y="17"/>
                    <a:pt x="16043" y="66"/>
                  </a:cubicBezTo>
                  <a:cubicBezTo>
                    <a:pt x="11821" y="66"/>
                    <a:pt x="3941" y="201"/>
                    <a:pt x="3806" y="201"/>
                  </a:cubicBezTo>
                  <a:cubicBezTo>
                    <a:pt x="3378" y="347"/>
                    <a:pt x="3243" y="910"/>
                    <a:pt x="2961" y="3016"/>
                  </a:cubicBezTo>
                  <a:lnTo>
                    <a:pt x="2961" y="3162"/>
                  </a:lnTo>
                  <a:cubicBezTo>
                    <a:pt x="2252" y="3443"/>
                    <a:pt x="0" y="4851"/>
                    <a:pt x="563" y="12169"/>
                  </a:cubicBezTo>
                  <a:cubicBezTo>
                    <a:pt x="563" y="12867"/>
                    <a:pt x="1554" y="17235"/>
                    <a:pt x="2398" y="21457"/>
                  </a:cubicBezTo>
                  <a:cubicBezTo>
                    <a:pt x="3096" y="24688"/>
                    <a:pt x="3806" y="27649"/>
                    <a:pt x="3806" y="28347"/>
                  </a:cubicBezTo>
                  <a:cubicBezTo>
                    <a:pt x="5067" y="37353"/>
                    <a:pt x="7881" y="42138"/>
                    <a:pt x="8163" y="42566"/>
                  </a:cubicBezTo>
                  <a:cubicBezTo>
                    <a:pt x="8309" y="42847"/>
                    <a:pt x="8725" y="43692"/>
                    <a:pt x="11259" y="43692"/>
                  </a:cubicBezTo>
                  <a:lnTo>
                    <a:pt x="12249" y="43692"/>
                  </a:lnTo>
                  <a:cubicBezTo>
                    <a:pt x="15762" y="43410"/>
                    <a:pt x="19286" y="41012"/>
                    <a:pt x="19421" y="41012"/>
                  </a:cubicBezTo>
                  <a:cubicBezTo>
                    <a:pt x="19567" y="40877"/>
                    <a:pt x="19567" y="40877"/>
                    <a:pt x="19567" y="40731"/>
                  </a:cubicBezTo>
                  <a:cubicBezTo>
                    <a:pt x="19567" y="40596"/>
                    <a:pt x="17732" y="22301"/>
                    <a:pt x="17878" y="14420"/>
                  </a:cubicBezTo>
                  <a:cubicBezTo>
                    <a:pt x="17878" y="13294"/>
                    <a:pt x="18295" y="12450"/>
                    <a:pt x="18723" y="11606"/>
                  </a:cubicBezTo>
                  <a:cubicBezTo>
                    <a:pt x="19004" y="10896"/>
                    <a:pt x="19286" y="10333"/>
                    <a:pt x="19286" y="9635"/>
                  </a:cubicBezTo>
                  <a:cubicBezTo>
                    <a:pt x="19567" y="7519"/>
                    <a:pt x="19286" y="5549"/>
                    <a:pt x="18858" y="3578"/>
                  </a:cubicBezTo>
                  <a:lnTo>
                    <a:pt x="18858" y="3443"/>
                  </a:lnTo>
                  <a:lnTo>
                    <a:pt x="16325" y="66"/>
                  </a:lnTo>
                  <a:cubicBezTo>
                    <a:pt x="16325" y="66"/>
                    <a:pt x="16265" y="1"/>
                    <a:pt x="16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7"/>
            <p:cNvSpPr/>
            <p:nvPr/>
          </p:nvSpPr>
          <p:spPr>
            <a:xfrm>
              <a:off x="1873786" y="2829835"/>
              <a:ext cx="264820" cy="124403"/>
            </a:xfrm>
            <a:custGeom>
              <a:avLst/>
              <a:gdLst/>
              <a:ahLst/>
              <a:cxnLst/>
              <a:rect l="l" t="t" r="r" b="b"/>
              <a:pathLst>
                <a:path w="16040" h="7535" extrusionOk="0">
                  <a:moveTo>
                    <a:pt x="10086" y="0"/>
                  </a:moveTo>
                  <a:cubicBezTo>
                    <a:pt x="9378" y="0"/>
                    <a:pt x="8687" y="125"/>
                    <a:pt x="8069" y="435"/>
                  </a:cubicBezTo>
                  <a:cubicBezTo>
                    <a:pt x="8069" y="435"/>
                    <a:pt x="4275" y="998"/>
                    <a:pt x="2023" y="3531"/>
                  </a:cubicBezTo>
                  <a:cubicBezTo>
                    <a:pt x="1" y="5928"/>
                    <a:pt x="1267" y="7534"/>
                    <a:pt x="4809" y="7534"/>
                  </a:cubicBezTo>
                  <a:cubicBezTo>
                    <a:pt x="5210" y="7534"/>
                    <a:pt x="5641" y="7514"/>
                    <a:pt x="6099" y="7472"/>
                  </a:cubicBezTo>
                  <a:cubicBezTo>
                    <a:pt x="10467" y="6909"/>
                    <a:pt x="15668" y="2405"/>
                    <a:pt x="15815" y="2124"/>
                  </a:cubicBezTo>
                  <a:cubicBezTo>
                    <a:pt x="16040" y="2007"/>
                    <a:pt x="12926" y="0"/>
                    <a:pt x="100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7"/>
            <p:cNvSpPr/>
            <p:nvPr/>
          </p:nvSpPr>
          <p:spPr>
            <a:xfrm>
              <a:off x="1883940" y="2824486"/>
              <a:ext cx="257837" cy="133351"/>
            </a:xfrm>
            <a:custGeom>
              <a:avLst/>
              <a:gdLst/>
              <a:ahLst/>
              <a:cxnLst/>
              <a:rect l="l" t="t" r="r" b="b"/>
              <a:pathLst>
                <a:path w="15617" h="8077" extrusionOk="0">
                  <a:moveTo>
                    <a:pt x="9424" y="613"/>
                  </a:moveTo>
                  <a:cubicBezTo>
                    <a:pt x="11822" y="613"/>
                    <a:pt x="14355" y="1885"/>
                    <a:pt x="14918" y="2448"/>
                  </a:cubicBezTo>
                  <a:cubicBezTo>
                    <a:pt x="13927" y="3292"/>
                    <a:pt x="9289" y="7086"/>
                    <a:pt x="5484" y="7514"/>
                  </a:cubicBezTo>
                  <a:cubicBezTo>
                    <a:pt x="5116" y="7535"/>
                    <a:pt x="4761" y="7546"/>
                    <a:pt x="4423" y="7546"/>
                  </a:cubicBezTo>
                  <a:cubicBezTo>
                    <a:pt x="2565" y="7546"/>
                    <a:pt x="1198" y="7217"/>
                    <a:pt x="845" y="6388"/>
                  </a:cubicBezTo>
                  <a:cubicBezTo>
                    <a:pt x="564" y="5825"/>
                    <a:pt x="845" y="4981"/>
                    <a:pt x="1543" y="3990"/>
                  </a:cubicBezTo>
                  <a:cubicBezTo>
                    <a:pt x="3795" y="1603"/>
                    <a:pt x="7454" y="1041"/>
                    <a:pt x="7454" y="1041"/>
                  </a:cubicBezTo>
                  <a:cubicBezTo>
                    <a:pt x="8163" y="759"/>
                    <a:pt x="8726" y="613"/>
                    <a:pt x="9424" y="613"/>
                  </a:cubicBezTo>
                  <a:close/>
                  <a:moveTo>
                    <a:pt x="9495" y="1"/>
                  </a:moveTo>
                  <a:cubicBezTo>
                    <a:pt x="8739" y="1"/>
                    <a:pt x="7996" y="138"/>
                    <a:pt x="7319" y="478"/>
                  </a:cubicBezTo>
                  <a:cubicBezTo>
                    <a:pt x="6891" y="478"/>
                    <a:pt x="3378" y="1176"/>
                    <a:pt x="1127" y="3709"/>
                  </a:cubicBezTo>
                  <a:cubicBezTo>
                    <a:pt x="1" y="5116"/>
                    <a:pt x="1" y="6107"/>
                    <a:pt x="282" y="6670"/>
                  </a:cubicBezTo>
                  <a:cubicBezTo>
                    <a:pt x="845" y="7514"/>
                    <a:pt x="2106" y="8077"/>
                    <a:pt x="4076" y="8077"/>
                  </a:cubicBezTo>
                  <a:cubicBezTo>
                    <a:pt x="4504" y="8077"/>
                    <a:pt x="5067" y="8077"/>
                    <a:pt x="5484" y="7931"/>
                  </a:cubicBezTo>
                  <a:cubicBezTo>
                    <a:pt x="10133" y="7514"/>
                    <a:pt x="15335" y="2729"/>
                    <a:pt x="15481" y="2729"/>
                  </a:cubicBezTo>
                  <a:cubicBezTo>
                    <a:pt x="15481" y="2583"/>
                    <a:pt x="15616" y="2448"/>
                    <a:pt x="15481" y="2301"/>
                  </a:cubicBezTo>
                  <a:cubicBezTo>
                    <a:pt x="15041" y="1756"/>
                    <a:pt x="12195" y="1"/>
                    <a:pt x="94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7"/>
            <p:cNvSpPr/>
            <p:nvPr/>
          </p:nvSpPr>
          <p:spPr>
            <a:xfrm>
              <a:off x="2074460" y="2809131"/>
              <a:ext cx="336821" cy="116181"/>
            </a:xfrm>
            <a:custGeom>
              <a:avLst/>
              <a:gdLst/>
              <a:ahLst/>
              <a:cxnLst/>
              <a:rect l="l" t="t" r="r" b="b"/>
              <a:pathLst>
                <a:path w="20401" h="7037" extrusionOk="0">
                  <a:moveTo>
                    <a:pt x="1971" y="0"/>
                  </a:moveTo>
                  <a:cubicBezTo>
                    <a:pt x="1" y="0"/>
                    <a:pt x="2387" y="3231"/>
                    <a:pt x="2387" y="3231"/>
                  </a:cubicBezTo>
                  <a:cubicBezTo>
                    <a:pt x="4785" y="3378"/>
                    <a:pt x="7172" y="3794"/>
                    <a:pt x="9424" y="4357"/>
                  </a:cubicBezTo>
                  <a:cubicBezTo>
                    <a:pt x="12520" y="5202"/>
                    <a:pt x="18014" y="7037"/>
                    <a:pt x="19140" y="7037"/>
                  </a:cubicBezTo>
                  <a:cubicBezTo>
                    <a:pt x="20401" y="7037"/>
                    <a:pt x="20119" y="2387"/>
                    <a:pt x="20119" y="1543"/>
                  </a:cubicBezTo>
                  <a:cubicBezTo>
                    <a:pt x="20119" y="563"/>
                    <a:pt x="3941" y="0"/>
                    <a:pt x="1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7"/>
            <p:cNvSpPr/>
            <p:nvPr/>
          </p:nvSpPr>
          <p:spPr>
            <a:xfrm>
              <a:off x="2083755" y="2804476"/>
              <a:ext cx="327525" cy="125493"/>
            </a:xfrm>
            <a:custGeom>
              <a:avLst/>
              <a:gdLst/>
              <a:ahLst/>
              <a:cxnLst/>
              <a:rect l="l" t="t" r="r" b="b"/>
              <a:pathLst>
                <a:path w="19838" h="7601" extrusionOk="0">
                  <a:moveTo>
                    <a:pt x="1408" y="564"/>
                  </a:moveTo>
                  <a:cubicBezTo>
                    <a:pt x="3941" y="564"/>
                    <a:pt x="18014" y="1127"/>
                    <a:pt x="19275" y="1825"/>
                  </a:cubicBezTo>
                  <a:lnTo>
                    <a:pt x="19275" y="2388"/>
                  </a:lnTo>
                  <a:cubicBezTo>
                    <a:pt x="19275" y="3378"/>
                    <a:pt x="19421" y="6328"/>
                    <a:pt x="18858" y="7037"/>
                  </a:cubicBezTo>
                  <a:lnTo>
                    <a:pt x="18577" y="7037"/>
                  </a:lnTo>
                  <a:cubicBezTo>
                    <a:pt x="17732" y="7037"/>
                    <a:pt x="14355" y="6047"/>
                    <a:pt x="11675" y="5202"/>
                  </a:cubicBezTo>
                  <a:cubicBezTo>
                    <a:pt x="10696" y="4921"/>
                    <a:pt x="9705" y="4639"/>
                    <a:pt x="9007" y="4358"/>
                  </a:cubicBezTo>
                  <a:cubicBezTo>
                    <a:pt x="6755" y="3795"/>
                    <a:pt x="4357" y="3378"/>
                    <a:pt x="1971" y="3232"/>
                  </a:cubicBezTo>
                  <a:cubicBezTo>
                    <a:pt x="1408" y="2534"/>
                    <a:pt x="699" y="1262"/>
                    <a:pt x="845" y="699"/>
                  </a:cubicBezTo>
                  <a:cubicBezTo>
                    <a:pt x="980" y="699"/>
                    <a:pt x="1126" y="564"/>
                    <a:pt x="1408" y="564"/>
                  </a:cubicBezTo>
                  <a:close/>
                  <a:moveTo>
                    <a:pt x="1408" y="1"/>
                  </a:moveTo>
                  <a:cubicBezTo>
                    <a:pt x="699" y="1"/>
                    <a:pt x="563" y="282"/>
                    <a:pt x="417" y="564"/>
                  </a:cubicBezTo>
                  <a:cubicBezTo>
                    <a:pt x="1" y="1408"/>
                    <a:pt x="1408" y="3378"/>
                    <a:pt x="1689" y="3795"/>
                  </a:cubicBezTo>
                  <a:lnTo>
                    <a:pt x="1824" y="3795"/>
                  </a:lnTo>
                  <a:cubicBezTo>
                    <a:pt x="4222" y="3941"/>
                    <a:pt x="6609" y="4358"/>
                    <a:pt x="8861" y="4921"/>
                  </a:cubicBezTo>
                  <a:cubicBezTo>
                    <a:pt x="9570" y="5067"/>
                    <a:pt x="10550" y="5349"/>
                    <a:pt x="11540" y="5765"/>
                  </a:cubicBezTo>
                  <a:cubicBezTo>
                    <a:pt x="14490" y="6610"/>
                    <a:pt x="17586" y="7600"/>
                    <a:pt x="18577" y="7600"/>
                  </a:cubicBezTo>
                  <a:cubicBezTo>
                    <a:pt x="18858" y="7600"/>
                    <a:pt x="18993" y="7600"/>
                    <a:pt x="19140" y="7319"/>
                  </a:cubicBezTo>
                  <a:cubicBezTo>
                    <a:pt x="19838" y="6610"/>
                    <a:pt x="19838" y="4504"/>
                    <a:pt x="19838" y="2253"/>
                  </a:cubicBezTo>
                  <a:lnTo>
                    <a:pt x="19838" y="1825"/>
                  </a:lnTo>
                  <a:cubicBezTo>
                    <a:pt x="19838" y="1408"/>
                    <a:pt x="19838" y="980"/>
                    <a:pt x="11259" y="417"/>
                  </a:cubicBezTo>
                  <a:cubicBezTo>
                    <a:pt x="6755" y="136"/>
                    <a:pt x="2252" y="1"/>
                    <a:pt x="1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7"/>
            <p:cNvSpPr/>
            <p:nvPr/>
          </p:nvSpPr>
          <p:spPr>
            <a:xfrm>
              <a:off x="2353258" y="2834424"/>
              <a:ext cx="179909" cy="150142"/>
            </a:xfrm>
            <a:custGeom>
              <a:avLst/>
              <a:gdLst/>
              <a:ahLst/>
              <a:cxnLst/>
              <a:rect l="l" t="t" r="r" b="b"/>
              <a:pathLst>
                <a:path w="10897" h="9094" extrusionOk="0">
                  <a:moveTo>
                    <a:pt x="3963" y="1"/>
                  </a:moveTo>
                  <a:cubicBezTo>
                    <a:pt x="3512" y="1"/>
                    <a:pt x="3232" y="11"/>
                    <a:pt x="3232" y="11"/>
                  </a:cubicBezTo>
                  <a:cubicBezTo>
                    <a:pt x="3232" y="11"/>
                    <a:pt x="1825" y="720"/>
                    <a:pt x="1262" y="3388"/>
                  </a:cubicBezTo>
                  <a:cubicBezTo>
                    <a:pt x="699" y="6068"/>
                    <a:pt x="1" y="7475"/>
                    <a:pt x="1127" y="8173"/>
                  </a:cubicBezTo>
                  <a:cubicBezTo>
                    <a:pt x="1763" y="8721"/>
                    <a:pt x="3945" y="9094"/>
                    <a:pt x="5629" y="9094"/>
                  </a:cubicBezTo>
                  <a:cubicBezTo>
                    <a:pt x="6539" y="9094"/>
                    <a:pt x="7304" y="8985"/>
                    <a:pt x="7600" y="8736"/>
                  </a:cubicBezTo>
                  <a:cubicBezTo>
                    <a:pt x="8298" y="8038"/>
                    <a:pt x="10269" y="4514"/>
                    <a:pt x="10550" y="2127"/>
                  </a:cubicBezTo>
                  <a:cubicBezTo>
                    <a:pt x="10896" y="185"/>
                    <a:pt x="5882" y="1"/>
                    <a:pt x="39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7"/>
            <p:cNvSpPr/>
            <p:nvPr/>
          </p:nvSpPr>
          <p:spPr>
            <a:xfrm>
              <a:off x="2350848" y="2829901"/>
              <a:ext cx="183657" cy="160477"/>
            </a:xfrm>
            <a:custGeom>
              <a:avLst/>
              <a:gdLst/>
              <a:ahLst/>
              <a:cxnLst/>
              <a:rect l="l" t="t" r="r" b="b"/>
              <a:pathLst>
                <a:path w="11124" h="9720" extrusionOk="0">
                  <a:moveTo>
                    <a:pt x="3378" y="431"/>
                  </a:moveTo>
                  <a:cubicBezTo>
                    <a:pt x="5067" y="431"/>
                    <a:pt x="9289" y="566"/>
                    <a:pt x="10279" y="1692"/>
                  </a:cubicBezTo>
                  <a:cubicBezTo>
                    <a:pt x="10415" y="1973"/>
                    <a:pt x="10561" y="2120"/>
                    <a:pt x="10415" y="2401"/>
                  </a:cubicBezTo>
                  <a:cubicBezTo>
                    <a:pt x="10133" y="4653"/>
                    <a:pt x="8163" y="8166"/>
                    <a:pt x="7465" y="8875"/>
                  </a:cubicBezTo>
                  <a:cubicBezTo>
                    <a:pt x="7284" y="9056"/>
                    <a:pt x="6695" y="9134"/>
                    <a:pt x="5946" y="9134"/>
                  </a:cubicBezTo>
                  <a:cubicBezTo>
                    <a:pt x="4368" y="9134"/>
                    <a:pt x="2080" y="8785"/>
                    <a:pt x="1408" y="8312"/>
                  </a:cubicBezTo>
                  <a:cubicBezTo>
                    <a:pt x="710" y="7884"/>
                    <a:pt x="845" y="7040"/>
                    <a:pt x="1273" y="5351"/>
                  </a:cubicBezTo>
                  <a:cubicBezTo>
                    <a:pt x="1408" y="4934"/>
                    <a:pt x="1554" y="4371"/>
                    <a:pt x="1689" y="3662"/>
                  </a:cubicBezTo>
                  <a:cubicBezTo>
                    <a:pt x="2117" y="1411"/>
                    <a:pt x="3243" y="713"/>
                    <a:pt x="3378" y="431"/>
                  </a:cubicBezTo>
                  <a:close/>
                  <a:moveTo>
                    <a:pt x="3829" y="0"/>
                  </a:moveTo>
                  <a:cubicBezTo>
                    <a:pt x="3581" y="0"/>
                    <a:pt x="3420" y="3"/>
                    <a:pt x="3378" y="3"/>
                  </a:cubicBezTo>
                  <a:lnTo>
                    <a:pt x="3243" y="3"/>
                  </a:lnTo>
                  <a:cubicBezTo>
                    <a:pt x="3243" y="3"/>
                    <a:pt x="1689" y="848"/>
                    <a:pt x="1126" y="3527"/>
                  </a:cubicBezTo>
                  <a:cubicBezTo>
                    <a:pt x="991" y="4225"/>
                    <a:pt x="845" y="4788"/>
                    <a:pt x="710" y="5216"/>
                  </a:cubicBezTo>
                  <a:cubicBezTo>
                    <a:pt x="282" y="6905"/>
                    <a:pt x="1" y="8030"/>
                    <a:pt x="991" y="8728"/>
                  </a:cubicBezTo>
                  <a:cubicBezTo>
                    <a:pt x="1836" y="9156"/>
                    <a:pt x="4087" y="9719"/>
                    <a:pt x="5911" y="9719"/>
                  </a:cubicBezTo>
                  <a:cubicBezTo>
                    <a:pt x="6756" y="9719"/>
                    <a:pt x="7600" y="9573"/>
                    <a:pt x="7881" y="9291"/>
                  </a:cubicBezTo>
                  <a:cubicBezTo>
                    <a:pt x="8726" y="8447"/>
                    <a:pt x="10696" y="4788"/>
                    <a:pt x="10977" y="2401"/>
                  </a:cubicBezTo>
                  <a:cubicBezTo>
                    <a:pt x="11124" y="2120"/>
                    <a:pt x="10977" y="1692"/>
                    <a:pt x="10696" y="1411"/>
                  </a:cubicBezTo>
                  <a:cubicBezTo>
                    <a:pt x="9498" y="98"/>
                    <a:pt x="5244" y="0"/>
                    <a:pt x="38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7"/>
            <p:cNvSpPr/>
            <p:nvPr/>
          </p:nvSpPr>
          <p:spPr>
            <a:xfrm>
              <a:off x="2460141" y="2770020"/>
              <a:ext cx="555215" cy="313294"/>
            </a:xfrm>
            <a:custGeom>
              <a:avLst/>
              <a:gdLst/>
              <a:ahLst/>
              <a:cxnLst/>
              <a:rect l="l" t="t" r="r" b="b"/>
              <a:pathLst>
                <a:path w="33629" h="18976" extrusionOk="0">
                  <a:moveTo>
                    <a:pt x="12531" y="0"/>
                  </a:moveTo>
                  <a:cubicBezTo>
                    <a:pt x="11867" y="0"/>
                    <a:pt x="11372" y="38"/>
                    <a:pt x="11112" y="118"/>
                  </a:cubicBezTo>
                  <a:cubicBezTo>
                    <a:pt x="9289" y="681"/>
                    <a:pt x="2815" y="4756"/>
                    <a:pt x="2815" y="4756"/>
                  </a:cubicBezTo>
                  <a:cubicBezTo>
                    <a:pt x="1971" y="5747"/>
                    <a:pt x="1408" y="6873"/>
                    <a:pt x="845" y="7998"/>
                  </a:cubicBezTo>
                  <a:cubicBezTo>
                    <a:pt x="563" y="9259"/>
                    <a:pt x="136" y="10532"/>
                    <a:pt x="0" y="11793"/>
                  </a:cubicBezTo>
                  <a:cubicBezTo>
                    <a:pt x="1689" y="12220"/>
                    <a:pt x="3378" y="12783"/>
                    <a:pt x="5067" y="13628"/>
                  </a:cubicBezTo>
                  <a:cubicBezTo>
                    <a:pt x="7881" y="14889"/>
                    <a:pt x="12801" y="15733"/>
                    <a:pt x="17451" y="16859"/>
                  </a:cubicBezTo>
                  <a:cubicBezTo>
                    <a:pt x="22089" y="17849"/>
                    <a:pt x="23361" y="18975"/>
                    <a:pt x="25050" y="18975"/>
                  </a:cubicBezTo>
                  <a:cubicBezTo>
                    <a:pt x="26592" y="18975"/>
                    <a:pt x="28563" y="17703"/>
                    <a:pt x="31096" y="14607"/>
                  </a:cubicBezTo>
                  <a:cubicBezTo>
                    <a:pt x="33629" y="11657"/>
                    <a:pt x="31524" y="5184"/>
                    <a:pt x="28990" y="3067"/>
                  </a:cubicBezTo>
                  <a:cubicBezTo>
                    <a:pt x="26816" y="1376"/>
                    <a:pt x="16555" y="0"/>
                    <a:pt x="12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7"/>
            <p:cNvSpPr/>
            <p:nvPr/>
          </p:nvSpPr>
          <p:spPr>
            <a:xfrm>
              <a:off x="2455502" y="2765381"/>
              <a:ext cx="543691" cy="322572"/>
            </a:xfrm>
            <a:custGeom>
              <a:avLst/>
              <a:gdLst/>
              <a:ahLst/>
              <a:cxnLst/>
              <a:rect l="l" t="t" r="r" b="b"/>
              <a:pathLst>
                <a:path w="32931" h="19538" extrusionOk="0">
                  <a:moveTo>
                    <a:pt x="12897" y="563"/>
                  </a:moveTo>
                  <a:cubicBezTo>
                    <a:pt x="16798" y="563"/>
                    <a:pt x="26951" y="1939"/>
                    <a:pt x="29125" y="3630"/>
                  </a:cubicBezTo>
                  <a:cubicBezTo>
                    <a:pt x="30532" y="4756"/>
                    <a:pt x="31940" y="7717"/>
                    <a:pt x="32221" y="10250"/>
                  </a:cubicBezTo>
                  <a:cubicBezTo>
                    <a:pt x="32367" y="11657"/>
                    <a:pt x="32367" y="13481"/>
                    <a:pt x="31242" y="14753"/>
                  </a:cubicBezTo>
                  <a:cubicBezTo>
                    <a:pt x="28844" y="17568"/>
                    <a:pt x="26873" y="18975"/>
                    <a:pt x="25331" y="18975"/>
                  </a:cubicBezTo>
                  <a:cubicBezTo>
                    <a:pt x="24487" y="18975"/>
                    <a:pt x="23924" y="18693"/>
                    <a:pt x="22798" y="18412"/>
                  </a:cubicBezTo>
                  <a:cubicBezTo>
                    <a:pt x="21672" y="17984"/>
                    <a:pt x="20118" y="17421"/>
                    <a:pt x="17732" y="16858"/>
                  </a:cubicBezTo>
                  <a:cubicBezTo>
                    <a:pt x="16741" y="16577"/>
                    <a:pt x="15762" y="16442"/>
                    <a:pt x="14771" y="16160"/>
                  </a:cubicBezTo>
                  <a:cubicBezTo>
                    <a:pt x="11112" y="15316"/>
                    <a:pt x="7599" y="14607"/>
                    <a:pt x="5483" y="13627"/>
                  </a:cubicBezTo>
                  <a:cubicBezTo>
                    <a:pt x="3794" y="12918"/>
                    <a:pt x="2252" y="12355"/>
                    <a:pt x="563" y="11792"/>
                  </a:cubicBezTo>
                  <a:lnTo>
                    <a:pt x="1407" y="8415"/>
                  </a:lnTo>
                  <a:cubicBezTo>
                    <a:pt x="1824" y="7289"/>
                    <a:pt x="2533" y="6163"/>
                    <a:pt x="3377" y="5183"/>
                  </a:cubicBezTo>
                  <a:cubicBezTo>
                    <a:pt x="3794" y="4902"/>
                    <a:pt x="9851" y="1097"/>
                    <a:pt x="11540" y="680"/>
                  </a:cubicBezTo>
                  <a:cubicBezTo>
                    <a:pt x="11779" y="600"/>
                    <a:pt x="12253" y="563"/>
                    <a:pt x="12897" y="563"/>
                  </a:cubicBezTo>
                  <a:close/>
                  <a:moveTo>
                    <a:pt x="12808" y="0"/>
                  </a:moveTo>
                  <a:cubicBezTo>
                    <a:pt x="12145" y="0"/>
                    <a:pt x="11652" y="38"/>
                    <a:pt x="11393" y="117"/>
                  </a:cubicBezTo>
                  <a:cubicBezTo>
                    <a:pt x="9570" y="680"/>
                    <a:pt x="3231" y="4621"/>
                    <a:pt x="2950" y="4756"/>
                  </a:cubicBezTo>
                  <a:lnTo>
                    <a:pt x="2950" y="4902"/>
                  </a:lnTo>
                  <a:cubicBezTo>
                    <a:pt x="2105" y="5881"/>
                    <a:pt x="1407" y="7007"/>
                    <a:pt x="844" y="8133"/>
                  </a:cubicBezTo>
                  <a:cubicBezTo>
                    <a:pt x="563" y="9405"/>
                    <a:pt x="281" y="10666"/>
                    <a:pt x="0" y="12074"/>
                  </a:cubicBezTo>
                  <a:cubicBezTo>
                    <a:pt x="0" y="12074"/>
                    <a:pt x="0" y="12220"/>
                    <a:pt x="135" y="12355"/>
                  </a:cubicBezTo>
                  <a:cubicBezTo>
                    <a:pt x="1970" y="12783"/>
                    <a:pt x="3513" y="13346"/>
                    <a:pt x="5201" y="14044"/>
                  </a:cubicBezTo>
                  <a:cubicBezTo>
                    <a:pt x="7453" y="15034"/>
                    <a:pt x="10977" y="15879"/>
                    <a:pt x="14636" y="16723"/>
                  </a:cubicBezTo>
                  <a:cubicBezTo>
                    <a:pt x="15615" y="16858"/>
                    <a:pt x="16606" y="17140"/>
                    <a:pt x="17732" y="17421"/>
                  </a:cubicBezTo>
                  <a:cubicBezTo>
                    <a:pt x="19983" y="17849"/>
                    <a:pt x="21526" y="18412"/>
                    <a:pt x="22652" y="18828"/>
                  </a:cubicBezTo>
                  <a:cubicBezTo>
                    <a:pt x="23777" y="19256"/>
                    <a:pt x="24487" y="19538"/>
                    <a:pt x="25331" y="19538"/>
                  </a:cubicBezTo>
                  <a:cubicBezTo>
                    <a:pt x="27155" y="19538"/>
                    <a:pt x="29125" y="18130"/>
                    <a:pt x="31658" y="15170"/>
                  </a:cubicBezTo>
                  <a:cubicBezTo>
                    <a:pt x="32784" y="13627"/>
                    <a:pt x="32930" y="11657"/>
                    <a:pt x="32784" y="10250"/>
                  </a:cubicBezTo>
                  <a:cubicBezTo>
                    <a:pt x="32503" y="7435"/>
                    <a:pt x="31095" y="4474"/>
                    <a:pt x="29407" y="3213"/>
                  </a:cubicBezTo>
                  <a:cubicBezTo>
                    <a:pt x="27230" y="1395"/>
                    <a:pt x="16853" y="0"/>
                    <a:pt x="128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7"/>
            <p:cNvSpPr/>
            <p:nvPr/>
          </p:nvSpPr>
          <p:spPr>
            <a:xfrm>
              <a:off x="1874661" y="2878836"/>
              <a:ext cx="74361" cy="74361"/>
            </a:xfrm>
            <a:custGeom>
              <a:avLst/>
              <a:gdLst/>
              <a:ahLst/>
              <a:cxnLst/>
              <a:rect l="l" t="t" r="r" b="b"/>
              <a:pathLst>
                <a:path w="4504" h="4504" extrusionOk="0">
                  <a:moveTo>
                    <a:pt x="2387" y="0"/>
                  </a:moveTo>
                  <a:cubicBezTo>
                    <a:pt x="2252" y="282"/>
                    <a:pt x="2105" y="417"/>
                    <a:pt x="1970" y="563"/>
                  </a:cubicBezTo>
                  <a:cubicBezTo>
                    <a:pt x="0" y="2815"/>
                    <a:pt x="1261" y="4504"/>
                    <a:pt x="4503" y="4504"/>
                  </a:cubicBezTo>
                  <a:cubicBezTo>
                    <a:pt x="4222" y="2815"/>
                    <a:pt x="3513" y="1407"/>
                    <a:pt x="23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7"/>
            <p:cNvSpPr/>
            <p:nvPr/>
          </p:nvSpPr>
          <p:spPr>
            <a:xfrm>
              <a:off x="1883940" y="2876409"/>
              <a:ext cx="69722" cy="81427"/>
            </a:xfrm>
            <a:custGeom>
              <a:avLst/>
              <a:gdLst/>
              <a:ahLst/>
              <a:cxnLst/>
              <a:rect l="l" t="t" r="r" b="b"/>
              <a:pathLst>
                <a:path w="4223" h="4932" extrusionOk="0">
                  <a:moveTo>
                    <a:pt x="1825" y="564"/>
                  </a:moveTo>
                  <a:cubicBezTo>
                    <a:pt x="2669" y="1690"/>
                    <a:pt x="3232" y="2962"/>
                    <a:pt x="3660" y="4369"/>
                  </a:cubicBezTo>
                  <a:cubicBezTo>
                    <a:pt x="2106" y="4223"/>
                    <a:pt x="1127" y="3806"/>
                    <a:pt x="845" y="3243"/>
                  </a:cubicBezTo>
                  <a:cubicBezTo>
                    <a:pt x="564" y="2534"/>
                    <a:pt x="845" y="1836"/>
                    <a:pt x="1543" y="845"/>
                  </a:cubicBezTo>
                  <a:cubicBezTo>
                    <a:pt x="1690" y="845"/>
                    <a:pt x="1825" y="710"/>
                    <a:pt x="1825" y="564"/>
                  </a:cubicBezTo>
                  <a:close/>
                  <a:moveTo>
                    <a:pt x="1690" y="1"/>
                  </a:moveTo>
                  <a:lnTo>
                    <a:pt x="1127" y="564"/>
                  </a:lnTo>
                  <a:cubicBezTo>
                    <a:pt x="1" y="1836"/>
                    <a:pt x="1" y="2815"/>
                    <a:pt x="282" y="3378"/>
                  </a:cubicBezTo>
                  <a:cubicBezTo>
                    <a:pt x="699" y="4369"/>
                    <a:pt x="1971" y="4932"/>
                    <a:pt x="3941" y="4932"/>
                  </a:cubicBezTo>
                  <a:cubicBezTo>
                    <a:pt x="4076" y="4932"/>
                    <a:pt x="4076" y="4932"/>
                    <a:pt x="4223" y="4786"/>
                  </a:cubicBezTo>
                  <a:lnTo>
                    <a:pt x="4223" y="4651"/>
                  </a:lnTo>
                  <a:cubicBezTo>
                    <a:pt x="3941" y="2962"/>
                    <a:pt x="3097" y="1408"/>
                    <a:pt x="21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7"/>
            <p:cNvSpPr/>
            <p:nvPr/>
          </p:nvSpPr>
          <p:spPr>
            <a:xfrm>
              <a:off x="2151048" y="2973998"/>
              <a:ext cx="97591" cy="383478"/>
            </a:xfrm>
            <a:custGeom>
              <a:avLst/>
              <a:gdLst/>
              <a:ahLst/>
              <a:cxnLst/>
              <a:rect l="l" t="t" r="r" b="b"/>
              <a:pathLst>
                <a:path w="5911" h="23227" extrusionOk="0">
                  <a:moveTo>
                    <a:pt x="5776" y="0"/>
                  </a:moveTo>
                  <a:cubicBezTo>
                    <a:pt x="5776" y="0"/>
                    <a:pt x="5629" y="0"/>
                    <a:pt x="5629" y="147"/>
                  </a:cubicBezTo>
                  <a:cubicBezTo>
                    <a:pt x="5629" y="282"/>
                    <a:pt x="3805" y="19984"/>
                    <a:pt x="146" y="23080"/>
                  </a:cubicBezTo>
                  <a:cubicBezTo>
                    <a:pt x="0" y="23080"/>
                    <a:pt x="0" y="23226"/>
                    <a:pt x="146" y="23226"/>
                  </a:cubicBezTo>
                  <a:lnTo>
                    <a:pt x="281" y="23226"/>
                  </a:lnTo>
                  <a:cubicBezTo>
                    <a:pt x="4087" y="20130"/>
                    <a:pt x="5911" y="991"/>
                    <a:pt x="5911" y="147"/>
                  </a:cubicBezTo>
                  <a:cubicBezTo>
                    <a:pt x="5911" y="147"/>
                    <a:pt x="5911" y="0"/>
                    <a:pt x="5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7"/>
            <p:cNvSpPr/>
            <p:nvPr/>
          </p:nvSpPr>
          <p:spPr>
            <a:xfrm>
              <a:off x="2134869" y="3285339"/>
              <a:ext cx="92951" cy="155772"/>
            </a:xfrm>
            <a:custGeom>
              <a:avLst/>
              <a:gdLst/>
              <a:ahLst/>
              <a:cxnLst/>
              <a:rect l="l" t="t" r="r" b="b"/>
              <a:pathLst>
                <a:path w="5630" h="9435" extrusionOk="0">
                  <a:moveTo>
                    <a:pt x="5483" y="0"/>
                  </a:moveTo>
                  <a:cubicBezTo>
                    <a:pt x="5483" y="0"/>
                    <a:pt x="5348" y="0"/>
                    <a:pt x="5348" y="146"/>
                  </a:cubicBezTo>
                  <a:cubicBezTo>
                    <a:pt x="5348" y="146"/>
                    <a:pt x="3795" y="6620"/>
                    <a:pt x="136" y="9153"/>
                  </a:cubicBezTo>
                  <a:cubicBezTo>
                    <a:pt x="1" y="9153"/>
                    <a:pt x="1" y="9288"/>
                    <a:pt x="1" y="9288"/>
                  </a:cubicBezTo>
                  <a:lnTo>
                    <a:pt x="136" y="9434"/>
                  </a:lnTo>
                  <a:cubicBezTo>
                    <a:pt x="136" y="9434"/>
                    <a:pt x="136" y="9288"/>
                    <a:pt x="282" y="9288"/>
                  </a:cubicBezTo>
                  <a:cubicBezTo>
                    <a:pt x="4076" y="6755"/>
                    <a:pt x="5630" y="281"/>
                    <a:pt x="5630" y="146"/>
                  </a:cubicBezTo>
                  <a:cubicBezTo>
                    <a:pt x="5630" y="146"/>
                    <a:pt x="5630" y="0"/>
                    <a:pt x="54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7"/>
            <p:cNvSpPr/>
            <p:nvPr/>
          </p:nvSpPr>
          <p:spPr>
            <a:xfrm>
              <a:off x="2562369" y="2913589"/>
              <a:ext cx="202066" cy="120837"/>
            </a:xfrm>
            <a:custGeom>
              <a:avLst/>
              <a:gdLst/>
              <a:ahLst/>
              <a:cxnLst/>
              <a:rect l="l" t="t" r="r" b="b"/>
              <a:pathLst>
                <a:path w="12239" h="7319" extrusionOk="0">
                  <a:moveTo>
                    <a:pt x="3513" y="1"/>
                  </a:moveTo>
                  <a:cubicBezTo>
                    <a:pt x="3232" y="147"/>
                    <a:pt x="417" y="282"/>
                    <a:pt x="136" y="1408"/>
                  </a:cubicBezTo>
                  <a:cubicBezTo>
                    <a:pt x="1" y="1971"/>
                    <a:pt x="417" y="2534"/>
                    <a:pt x="1408" y="3243"/>
                  </a:cubicBezTo>
                  <a:cubicBezTo>
                    <a:pt x="5202" y="5630"/>
                    <a:pt x="12103" y="7318"/>
                    <a:pt x="12103" y="7318"/>
                  </a:cubicBezTo>
                  <a:cubicBezTo>
                    <a:pt x="12238" y="7318"/>
                    <a:pt x="12238" y="7318"/>
                    <a:pt x="12238" y="7183"/>
                  </a:cubicBezTo>
                  <a:lnTo>
                    <a:pt x="12238" y="7037"/>
                  </a:lnTo>
                  <a:cubicBezTo>
                    <a:pt x="12103" y="7037"/>
                    <a:pt x="5348" y="5495"/>
                    <a:pt x="1543" y="2961"/>
                  </a:cubicBezTo>
                  <a:cubicBezTo>
                    <a:pt x="699" y="2399"/>
                    <a:pt x="282" y="1836"/>
                    <a:pt x="417" y="1408"/>
                  </a:cubicBezTo>
                  <a:cubicBezTo>
                    <a:pt x="563" y="710"/>
                    <a:pt x="2669" y="428"/>
                    <a:pt x="3513" y="282"/>
                  </a:cubicBezTo>
                  <a:cubicBezTo>
                    <a:pt x="3659" y="282"/>
                    <a:pt x="3659" y="282"/>
                    <a:pt x="3659" y="147"/>
                  </a:cubicBezTo>
                  <a:lnTo>
                    <a:pt x="35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7"/>
            <p:cNvSpPr/>
            <p:nvPr/>
          </p:nvSpPr>
          <p:spPr>
            <a:xfrm>
              <a:off x="1577257" y="2590724"/>
              <a:ext cx="1735531" cy="285706"/>
            </a:xfrm>
            <a:custGeom>
              <a:avLst/>
              <a:gdLst/>
              <a:ahLst/>
              <a:cxnLst/>
              <a:rect l="l" t="t" r="r" b="b"/>
              <a:pathLst>
                <a:path w="105120" h="17305" extrusionOk="0">
                  <a:moveTo>
                    <a:pt x="9007" y="1"/>
                  </a:moveTo>
                  <a:cubicBezTo>
                    <a:pt x="7882" y="1"/>
                    <a:pt x="7037" y="564"/>
                    <a:pt x="6609" y="1408"/>
                  </a:cubicBezTo>
                  <a:lnTo>
                    <a:pt x="980" y="13511"/>
                  </a:lnTo>
                  <a:lnTo>
                    <a:pt x="1" y="13229"/>
                  </a:lnTo>
                  <a:lnTo>
                    <a:pt x="1" y="16044"/>
                  </a:lnTo>
                  <a:lnTo>
                    <a:pt x="136" y="16044"/>
                  </a:lnTo>
                  <a:cubicBezTo>
                    <a:pt x="282" y="16742"/>
                    <a:pt x="845" y="17305"/>
                    <a:pt x="1690" y="17305"/>
                  </a:cubicBezTo>
                  <a:lnTo>
                    <a:pt x="103577" y="17305"/>
                  </a:lnTo>
                  <a:cubicBezTo>
                    <a:pt x="104275" y="17305"/>
                    <a:pt x="104984" y="16742"/>
                    <a:pt x="105119" y="15898"/>
                  </a:cubicBezTo>
                  <a:lnTo>
                    <a:pt x="104984" y="12948"/>
                  </a:lnTo>
                  <a:lnTo>
                    <a:pt x="103149" y="11259"/>
                  </a:lnTo>
                  <a:lnTo>
                    <a:pt x="98646" y="1408"/>
                  </a:lnTo>
                  <a:cubicBezTo>
                    <a:pt x="98229" y="564"/>
                    <a:pt x="97238" y="1"/>
                    <a:pt x="962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7"/>
            <p:cNvSpPr/>
            <p:nvPr/>
          </p:nvSpPr>
          <p:spPr>
            <a:xfrm>
              <a:off x="1572618" y="2586084"/>
              <a:ext cx="1744810" cy="295001"/>
            </a:xfrm>
            <a:custGeom>
              <a:avLst/>
              <a:gdLst/>
              <a:ahLst/>
              <a:cxnLst/>
              <a:rect l="l" t="t" r="r" b="b"/>
              <a:pathLst>
                <a:path w="105682" h="17868" extrusionOk="0">
                  <a:moveTo>
                    <a:pt x="96540" y="563"/>
                  </a:moveTo>
                  <a:cubicBezTo>
                    <a:pt x="97384" y="563"/>
                    <a:pt x="98229" y="1126"/>
                    <a:pt x="98645" y="1824"/>
                  </a:cubicBezTo>
                  <a:lnTo>
                    <a:pt x="103148" y="11540"/>
                  </a:lnTo>
                  <a:lnTo>
                    <a:pt x="103148" y="11675"/>
                  </a:lnTo>
                  <a:lnTo>
                    <a:pt x="104983" y="13364"/>
                  </a:lnTo>
                  <a:lnTo>
                    <a:pt x="105119" y="16179"/>
                  </a:lnTo>
                  <a:cubicBezTo>
                    <a:pt x="104983" y="16741"/>
                    <a:pt x="104421" y="17304"/>
                    <a:pt x="103858" y="17304"/>
                  </a:cubicBezTo>
                  <a:lnTo>
                    <a:pt x="1971" y="17304"/>
                  </a:lnTo>
                  <a:cubicBezTo>
                    <a:pt x="1261" y="17304"/>
                    <a:pt x="698" y="16888"/>
                    <a:pt x="698" y="16179"/>
                  </a:cubicBezTo>
                  <a:cubicBezTo>
                    <a:pt x="698" y="16179"/>
                    <a:pt x="563" y="16179"/>
                    <a:pt x="563" y="16043"/>
                  </a:cubicBezTo>
                  <a:lnTo>
                    <a:pt x="563" y="13927"/>
                  </a:lnTo>
                  <a:lnTo>
                    <a:pt x="1126" y="14073"/>
                  </a:lnTo>
                  <a:cubicBezTo>
                    <a:pt x="1165" y="14113"/>
                    <a:pt x="1206" y="14129"/>
                    <a:pt x="1246" y="14129"/>
                  </a:cubicBezTo>
                  <a:cubicBezTo>
                    <a:pt x="1345" y="14129"/>
                    <a:pt x="1447" y="14031"/>
                    <a:pt x="1543" y="13927"/>
                  </a:cubicBezTo>
                  <a:lnTo>
                    <a:pt x="7037" y="1824"/>
                  </a:lnTo>
                  <a:cubicBezTo>
                    <a:pt x="7453" y="1126"/>
                    <a:pt x="8298" y="563"/>
                    <a:pt x="9288" y="563"/>
                  </a:cubicBezTo>
                  <a:close/>
                  <a:moveTo>
                    <a:pt x="9142" y="0"/>
                  </a:moveTo>
                  <a:cubicBezTo>
                    <a:pt x="8163" y="0"/>
                    <a:pt x="7037" y="698"/>
                    <a:pt x="6609" y="1689"/>
                  </a:cubicBezTo>
                  <a:lnTo>
                    <a:pt x="1126" y="13510"/>
                  </a:lnTo>
                  <a:lnTo>
                    <a:pt x="417" y="13229"/>
                  </a:lnTo>
                  <a:cubicBezTo>
                    <a:pt x="282" y="13229"/>
                    <a:pt x="282" y="13229"/>
                    <a:pt x="135" y="13364"/>
                  </a:cubicBezTo>
                  <a:cubicBezTo>
                    <a:pt x="135" y="13364"/>
                    <a:pt x="0" y="13364"/>
                    <a:pt x="0" y="13510"/>
                  </a:cubicBezTo>
                  <a:lnTo>
                    <a:pt x="0" y="16325"/>
                  </a:lnTo>
                  <a:lnTo>
                    <a:pt x="135" y="16460"/>
                  </a:lnTo>
                  <a:cubicBezTo>
                    <a:pt x="417" y="17304"/>
                    <a:pt x="1126" y="17867"/>
                    <a:pt x="1971" y="17867"/>
                  </a:cubicBezTo>
                  <a:lnTo>
                    <a:pt x="103858" y="17867"/>
                  </a:lnTo>
                  <a:cubicBezTo>
                    <a:pt x="104837" y="17867"/>
                    <a:pt x="105546" y="17169"/>
                    <a:pt x="105681" y="16179"/>
                  </a:cubicBezTo>
                  <a:lnTo>
                    <a:pt x="105546" y="13229"/>
                  </a:lnTo>
                  <a:lnTo>
                    <a:pt x="105546" y="13083"/>
                  </a:lnTo>
                  <a:lnTo>
                    <a:pt x="103576" y="11259"/>
                  </a:lnTo>
                  <a:lnTo>
                    <a:pt x="99073" y="1689"/>
                  </a:lnTo>
                  <a:cubicBezTo>
                    <a:pt x="98645" y="698"/>
                    <a:pt x="97666" y="0"/>
                    <a:pt x="965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7"/>
            <p:cNvSpPr/>
            <p:nvPr/>
          </p:nvSpPr>
          <p:spPr>
            <a:xfrm>
              <a:off x="1579486" y="2548904"/>
              <a:ext cx="1735713" cy="285706"/>
            </a:xfrm>
            <a:custGeom>
              <a:avLst/>
              <a:gdLst/>
              <a:ahLst/>
              <a:cxnLst/>
              <a:rect l="l" t="t" r="r" b="b"/>
              <a:pathLst>
                <a:path w="105131" h="17305" extrusionOk="0">
                  <a:moveTo>
                    <a:pt x="8872" y="1"/>
                  </a:moveTo>
                  <a:cubicBezTo>
                    <a:pt x="7747" y="1"/>
                    <a:pt x="6902" y="564"/>
                    <a:pt x="6474" y="1408"/>
                  </a:cubicBezTo>
                  <a:lnTo>
                    <a:pt x="147" y="15199"/>
                  </a:lnTo>
                  <a:cubicBezTo>
                    <a:pt x="1" y="15481"/>
                    <a:pt x="1" y="15616"/>
                    <a:pt x="1" y="15897"/>
                  </a:cubicBezTo>
                  <a:cubicBezTo>
                    <a:pt x="1" y="16742"/>
                    <a:pt x="710" y="17305"/>
                    <a:pt x="1555" y="17305"/>
                  </a:cubicBezTo>
                  <a:lnTo>
                    <a:pt x="103442" y="17305"/>
                  </a:lnTo>
                  <a:cubicBezTo>
                    <a:pt x="103577" y="17305"/>
                    <a:pt x="103858" y="17305"/>
                    <a:pt x="104005" y="17170"/>
                  </a:cubicBezTo>
                  <a:cubicBezTo>
                    <a:pt x="104849" y="16888"/>
                    <a:pt x="105130" y="15897"/>
                    <a:pt x="104849" y="15199"/>
                  </a:cubicBezTo>
                  <a:lnTo>
                    <a:pt x="98511" y="1408"/>
                  </a:lnTo>
                  <a:cubicBezTo>
                    <a:pt x="98094" y="564"/>
                    <a:pt x="97103" y="1"/>
                    <a:pt x="961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7"/>
            <p:cNvSpPr/>
            <p:nvPr/>
          </p:nvSpPr>
          <p:spPr>
            <a:xfrm>
              <a:off x="1574847" y="2544265"/>
              <a:ext cx="1742581" cy="295001"/>
            </a:xfrm>
            <a:custGeom>
              <a:avLst/>
              <a:gdLst/>
              <a:ahLst/>
              <a:cxnLst/>
              <a:rect l="l" t="t" r="r" b="b"/>
              <a:pathLst>
                <a:path w="105547" h="17868" extrusionOk="0">
                  <a:moveTo>
                    <a:pt x="96405" y="563"/>
                  </a:moveTo>
                  <a:cubicBezTo>
                    <a:pt x="97249" y="563"/>
                    <a:pt x="98094" y="1126"/>
                    <a:pt x="98510" y="1824"/>
                  </a:cubicBezTo>
                  <a:lnTo>
                    <a:pt x="104848" y="15616"/>
                  </a:lnTo>
                  <a:cubicBezTo>
                    <a:pt x="104984" y="15897"/>
                    <a:pt x="104984" y="16178"/>
                    <a:pt x="104848" y="16460"/>
                  </a:cubicBezTo>
                  <a:cubicBezTo>
                    <a:pt x="104702" y="16888"/>
                    <a:pt x="104567" y="17023"/>
                    <a:pt x="104286" y="17169"/>
                  </a:cubicBezTo>
                  <a:cubicBezTo>
                    <a:pt x="104004" y="17304"/>
                    <a:pt x="103858" y="17304"/>
                    <a:pt x="103723" y="17304"/>
                  </a:cubicBezTo>
                  <a:lnTo>
                    <a:pt x="1836" y="17304"/>
                  </a:lnTo>
                  <a:cubicBezTo>
                    <a:pt x="1408" y="17304"/>
                    <a:pt x="1126" y="17169"/>
                    <a:pt x="845" y="17023"/>
                  </a:cubicBezTo>
                  <a:cubicBezTo>
                    <a:pt x="710" y="16741"/>
                    <a:pt x="563" y="16460"/>
                    <a:pt x="563" y="16178"/>
                  </a:cubicBezTo>
                  <a:lnTo>
                    <a:pt x="563" y="15616"/>
                  </a:lnTo>
                  <a:lnTo>
                    <a:pt x="6902" y="1824"/>
                  </a:lnTo>
                  <a:cubicBezTo>
                    <a:pt x="7318" y="1126"/>
                    <a:pt x="8163" y="563"/>
                    <a:pt x="9007" y="563"/>
                  </a:cubicBezTo>
                  <a:close/>
                  <a:moveTo>
                    <a:pt x="9007" y="0"/>
                  </a:moveTo>
                  <a:cubicBezTo>
                    <a:pt x="8028" y="0"/>
                    <a:pt x="6902" y="698"/>
                    <a:pt x="6474" y="1689"/>
                  </a:cubicBezTo>
                  <a:lnTo>
                    <a:pt x="147" y="15334"/>
                  </a:lnTo>
                  <a:cubicBezTo>
                    <a:pt x="0" y="15616"/>
                    <a:pt x="0" y="15897"/>
                    <a:pt x="0" y="16178"/>
                  </a:cubicBezTo>
                  <a:cubicBezTo>
                    <a:pt x="0" y="16606"/>
                    <a:pt x="147" y="17023"/>
                    <a:pt x="563" y="17304"/>
                  </a:cubicBezTo>
                  <a:cubicBezTo>
                    <a:pt x="845" y="17732"/>
                    <a:pt x="1273" y="17867"/>
                    <a:pt x="1689" y="17867"/>
                  </a:cubicBezTo>
                  <a:lnTo>
                    <a:pt x="103723" y="17867"/>
                  </a:lnTo>
                  <a:cubicBezTo>
                    <a:pt x="103858" y="17867"/>
                    <a:pt x="104139" y="17732"/>
                    <a:pt x="104421" y="17732"/>
                  </a:cubicBezTo>
                  <a:cubicBezTo>
                    <a:pt x="104848" y="17451"/>
                    <a:pt x="105130" y="17169"/>
                    <a:pt x="105411" y="16741"/>
                  </a:cubicBezTo>
                  <a:cubicBezTo>
                    <a:pt x="105546" y="16325"/>
                    <a:pt x="105546" y="15762"/>
                    <a:pt x="105411" y="15334"/>
                  </a:cubicBezTo>
                  <a:lnTo>
                    <a:pt x="98938" y="1689"/>
                  </a:lnTo>
                  <a:cubicBezTo>
                    <a:pt x="98510" y="698"/>
                    <a:pt x="97531" y="0"/>
                    <a:pt x="964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7"/>
            <p:cNvSpPr/>
            <p:nvPr/>
          </p:nvSpPr>
          <p:spPr>
            <a:xfrm>
              <a:off x="1651616" y="2574379"/>
              <a:ext cx="425099" cy="148706"/>
            </a:xfrm>
            <a:custGeom>
              <a:avLst/>
              <a:gdLst/>
              <a:ahLst/>
              <a:cxnLst/>
              <a:rect l="l" t="t" r="r" b="b"/>
              <a:pathLst>
                <a:path w="25748" h="9007" extrusionOk="0">
                  <a:moveTo>
                    <a:pt x="21672" y="0"/>
                  </a:moveTo>
                  <a:cubicBezTo>
                    <a:pt x="19984" y="0"/>
                    <a:pt x="6609" y="709"/>
                    <a:pt x="6609" y="709"/>
                  </a:cubicBezTo>
                  <a:lnTo>
                    <a:pt x="2252" y="6474"/>
                  </a:lnTo>
                  <a:cubicBezTo>
                    <a:pt x="2252" y="6474"/>
                    <a:pt x="0" y="8162"/>
                    <a:pt x="1407" y="8725"/>
                  </a:cubicBezTo>
                  <a:cubicBezTo>
                    <a:pt x="1970" y="8872"/>
                    <a:pt x="4076" y="9007"/>
                    <a:pt x="6890" y="9007"/>
                  </a:cubicBezTo>
                  <a:cubicBezTo>
                    <a:pt x="12384" y="9007"/>
                    <a:pt x="20119" y="8590"/>
                    <a:pt x="21526" y="8309"/>
                  </a:cubicBezTo>
                  <a:cubicBezTo>
                    <a:pt x="23496" y="7600"/>
                    <a:pt x="25748" y="2398"/>
                    <a:pt x="25748" y="1407"/>
                  </a:cubicBezTo>
                  <a:cubicBezTo>
                    <a:pt x="25748" y="563"/>
                    <a:pt x="22933" y="0"/>
                    <a:pt x="21807" y="0"/>
                  </a:cubicBez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7"/>
            <p:cNvSpPr/>
            <p:nvPr/>
          </p:nvSpPr>
          <p:spPr>
            <a:xfrm>
              <a:off x="2952689" y="2646494"/>
              <a:ext cx="195181" cy="81246"/>
            </a:xfrm>
            <a:custGeom>
              <a:avLst/>
              <a:gdLst/>
              <a:ahLst/>
              <a:cxnLst/>
              <a:rect l="l" t="t" r="r" b="b"/>
              <a:pathLst>
                <a:path w="11822" h="4921" extrusionOk="0">
                  <a:moveTo>
                    <a:pt x="5911" y="0"/>
                  </a:moveTo>
                  <a:cubicBezTo>
                    <a:pt x="2669" y="0"/>
                    <a:pt x="1" y="1126"/>
                    <a:pt x="1" y="2387"/>
                  </a:cubicBezTo>
                  <a:cubicBezTo>
                    <a:pt x="1" y="3794"/>
                    <a:pt x="2669" y="4920"/>
                    <a:pt x="5911" y="4920"/>
                  </a:cubicBezTo>
                  <a:cubicBezTo>
                    <a:pt x="9289" y="4920"/>
                    <a:pt x="11822" y="3794"/>
                    <a:pt x="11822" y="2387"/>
                  </a:cubicBezTo>
                  <a:cubicBezTo>
                    <a:pt x="11822" y="1126"/>
                    <a:pt x="9289" y="0"/>
                    <a:pt x="5911" y="0"/>
                  </a:cubicBez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7"/>
            <p:cNvSpPr/>
            <p:nvPr/>
          </p:nvSpPr>
          <p:spPr>
            <a:xfrm>
              <a:off x="2079116" y="2646494"/>
              <a:ext cx="701675" cy="130132"/>
            </a:xfrm>
            <a:custGeom>
              <a:avLst/>
              <a:gdLst/>
              <a:ahLst/>
              <a:cxnLst/>
              <a:rect l="l" t="t" r="r" b="b"/>
              <a:pathLst>
                <a:path w="42500" h="7882" extrusionOk="0">
                  <a:moveTo>
                    <a:pt x="21244" y="0"/>
                  </a:moveTo>
                  <a:cubicBezTo>
                    <a:pt x="9570" y="0"/>
                    <a:pt x="0" y="1824"/>
                    <a:pt x="0" y="3941"/>
                  </a:cubicBezTo>
                  <a:cubicBezTo>
                    <a:pt x="0" y="6192"/>
                    <a:pt x="9570" y="7881"/>
                    <a:pt x="21244" y="7881"/>
                  </a:cubicBezTo>
                  <a:cubicBezTo>
                    <a:pt x="32930" y="7881"/>
                    <a:pt x="42500" y="6192"/>
                    <a:pt x="42500" y="3941"/>
                  </a:cubicBezTo>
                  <a:cubicBezTo>
                    <a:pt x="42500" y="1824"/>
                    <a:pt x="32930" y="0"/>
                    <a:pt x="21244" y="0"/>
                  </a:cubicBezTo>
                  <a:close/>
                </a:path>
              </a:pathLst>
            </a:custGeom>
            <a:solidFill>
              <a:srgbClr val="9DE6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7"/>
            <p:cNvSpPr/>
            <p:nvPr/>
          </p:nvSpPr>
          <p:spPr>
            <a:xfrm>
              <a:off x="2931689" y="2508142"/>
              <a:ext cx="48903" cy="120341"/>
            </a:xfrm>
            <a:custGeom>
              <a:avLst/>
              <a:gdLst/>
              <a:ahLst/>
              <a:cxnLst/>
              <a:rect l="l" t="t" r="r" b="b"/>
              <a:pathLst>
                <a:path w="2962" h="7289" extrusionOk="0">
                  <a:moveTo>
                    <a:pt x="1688" y="0"/>
                  </a:moveTo>
                  <a:cubicBezTo>
                    <a:pt x="1561" y="0"/>
                    <a:pt x="1423" y="22"/>
                    <a:pt x="1273" y="72"/>
                  </a:cubicBezTo>
                  <a:cubicBezTo>
                    <a:pt x="1" y="635"/>
                    <a:pt x="1" y="4012"/>
                    <a:pt x="282" y="5982"/>
                  </a:cubicBezTo>
                  <a:cubicBezTo>
                    <a:pt x="434" y="7043"/>
                    <a:pt x="1036" y="7288"/>
                    <a:pt x="1559" y="7288"/>
                  </a:cubicBezTo>
                  <a:cubicBezTo>
                    <a:pt x="2008" y="7288"/>
                    <a:pt x="2399" y="7108"/>
                    <a:pt x="2399" y="7108"/>
                  </a:cubicBezTo>
                  <a:lnTo>
                    <a:pt x="2399" y="5847"/>
                  </a:lnTo>
                  <a:cubicBezTo>
                    <a:pt x="2399" y="5847"/>
                    <a:pt x="2132" y="6059"/>
                    <a:pt x="1860" y="6059"/>
                  </a:cubicBezTo>
                  <a:cubicBezTo>
                    <a:pt x="1689" y="6059"/>
                    <a:pt x="1517" y="5975"/>
                    <a:pt x="1408" y="5701"/>
                  </a:cubicBezTo>
                  <a:cubicBezTo>
                    <a:pt x="991" y="5003"/>
                    <a:pt x="1126" y="1479"/>
                    <a:pt x="1408" y="1479"/>
                  </a:cubicBezTo>
                  <a:cubicBezTo>
                    <a:pt x="1689" y="1625"/>
                    <a:pt x="2399" y="2605"/>
                    <a:pt x="2399" y="2605"/>
                  </a:cubicBezTo>
                  <a:cubicBezTo>
                    <a:pt x="2399" y="2605"/>
                    <a:pt x="2534" y="2470"/>
                    <a:pt x="2962" y="1198"/>
                  </a:cubicBezTo>
                  <a:cubicBezTo>
                    <a:pt x="2962" y="1198"/>
                    <a:pt x="2629" y="0"/>
                    <a:pt x="1688" y="0"/>
                  </a:cubicBezTo>
                  <a:close/>
                </a:path>
              </a:pathLst>
            </a:custGeom>
            <a:solidFill>
              <a:srgbClr val="3BC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7"/>
            <p:cNvSpPr/>
            <p:nvPr/>
          </p:nvSpPr>
          <p:spPr>
            <a:xfrm>
              <a:off x="2922394" y="2503602"/>
              <a:ext cx="62837" cy="128976"/>
            </a:xfrm>
            <a:custGeom>
              <a:avLst/>
              <a:gdLst/>
              <a:ahLst/>
              <a:cxnLst/>
              <a:rect l="l" t="t" r="r" b="b"/>
              <a:pathLst>
                <a:path w="3806" h="7812" extrusionOk="0">
                  <a:moveTo>
                    <a:pt x="2680" y="628"/>
                  </a:moveTo>
                  <a:cubicBezTo>
                    <a:pt x="2962" y="775"/>
                    <a:pt x="3097" y="1338"/>
                    <a:pt x="3243" y="1473"/>
                  </a:cubicBezTo>
                  <a:cubicBezTo>
                    <a:pt x="3097" y="1900"/>
                    <a:pt x="2962" y="2182"/>
                    <a:pt x="2962" y="2317"/>
                  </a:cubicBezTo>
                  <a:cubicBezTo>
                    <a:pt x="2680" y="2036"/>
                    <a:pt x="2252" y="1619"/>
                    <a:pt x="1971" y="1473"/>
                  </a:cubicBezTo>
                  <a:cubicBezTo>
                    <a:pt x="1971" y="1473"/>
                    <a:pt x="1836" y="1473"/>
                    <a:pt x="1689" y="1619"/>
                  </a:cubicBezTo>
                  <a:cubicBezTo>
                    <a:pt x="1408" y="2036"/>
                    <a:pt x="1408" y="5413"/>
                    <a:pt x="1689" y="6122"/>
                  </a:cubicBezTo>
                  <a:cubicBezTo>
                    <a:pt x="1836" y="6404"/>
                    <a:pt x="2117" y="6539"/>
                    <a:pt x="2252" y="6539"/>
                  </a:cubicBezTo>
                  <a:cubicBezTo>
                    <a:pt x="2326" y="6612"/>
                    <a:pt x="2396" y="6649"/>
                    <a:pt x="2466" y="6649"/>
                  </a:cubicBezTo>
                  <a:cubicBezTo>
                    <a:pt x="2537" y="6649"/>
                    <a:pt x="2607" y="6612"/>
                    <a:pt x="2680" y="6539"/>
                  </a:cubicBezTo>
                  <a:lnTo>
                    <a:pt x="2680" y="7102"/>
                  </a:lnTo>
                  <a:cubicBezTo>
                    <a:pt x="2480" y="7206"/>
                    <a:pt x="2207" y="7304"/>
                    <a:pt x="1965" y="7304"/>
                  </a:cubicBezTo>
                  <a:cubicBezTo>
                    <a:pt x="1865" y="7304"/>
                    <a:pt x="1771" y="7287"/>
                    <a:pt x="1689" y="7248"/>
                  </a:cubicBezTo>
                  <a:cubicBezTo>
                    <a:pt x="1408" y="7102"/>
                    <a:pt x="1273" y="6685"/>
                    <a:pt x="1127" y="6257"/>
                  </a:cubicBezTo>
                  <a:cubicBezTo>
                    <a:pt x="845" y="3871"/>
                    <a:pt x="991" y="1056"/>
                    <a:pt x="1836" y="628"/>
                  </a:cubicBezTo>
                  <a:close/>
                  <a:moveTo>
                    <a:pt x="2307" y="1"/>
                  </a:moveTo>
                  <a:cubicBezTo>
                    <a:pt x="2114" y="1"/>
                    <a:pt x="1903" y="71"/>
                    <a:pt x="1689" y="212"/>
                  </a:cubicBezTo>
                  <a:cubicBezTo>
                    <a:pt x="1" y="775"/>
                    <a:pt x="429" y="4996"/>
                    <a:pt x="564" y="6257"/>
                  </a:cubicBezTo>
                  <a:cubicBezTo>
                    <a:pt x="710" y="6967"/>
                    <a:pt x="991" y="7383"/>
                    <a:pt x="1408" y="7665"/>
                  </a:cubicBezTo>
                  <a:cubicBezTo>
                    <a:pt x="1554" y="7811"/>
                    <a:pt x="1836" y="7811"/>
                    <a:pt x="1971" y="7811"/>
                  </a:cubicBezTo>
                  <a:cubicBezTo>
                    <a:pt x="2534" y="7811"/>
                    <a:pt x="2962" y="7530"/>
                    <a:pt x="2962" y="7530"/>
                  </a:cubicBezTo>
                  <a:cubicBezTo>
                    <a:pt x="3097" y="7530"/>
                    <a:pt x="3097" y="7383"/>
                    <a:pt x="3097" y="7383"/>
                  </a:cubicBezTo>
                  <a:lnTo>
                    <a:pt x="3097" y="6122"/>
                  </a:lnTo>
                  <a:cubicBezTo>
                    <a:pt x="3097" y="6122"/>
                    <a:pt x="3097" y="5976"/>
                    <a:pt x="2962" y="5976"/>
                  </a:cubicBezTo>
                  <a:cubicBezTo>
                    <a:pt x="2962" y="5908"/>
                    <a:pt x="2925" y="5875"/>
                    <a:pt x="2872" y="5875"/>
                  </a:cubicBezTo>
                  <a:cubicBezTo>
                    <a:pt x="2818" y="5875"/>
                    <a:pt x="2748" y="5908"/>
                    <a:pt x="2680" y="5976"/>
                  </a:cubicBezTo>
                  <a:cubicBezTo>
                    <a:pt x="2680" y="5976"/>
                    <a:pt x="2534" y="6122"/>
                    <a:pt x="2399" y="6122"/>
                  </a:cubicBezTo>
                  <a:cubicBezTo>
                    <a:pt x="2252" y="6122"/>
                    <a:pt x="2252" y="5976"/>
                    <a:pt x="2117" y="5841"/>
                  </a:cubicBezTo>
                  <a:cubicBezTo>
                    <a:pt x="1971" y="5278"/>
                    <a:pt x="1971" y="2880"/>
                    <a:pt x="2117" y="2182"/>
                  </a:cubicBezTo>
                  <a:cubicBezTo>
                    <a:pt x="2252" y="2317"/>
                    <a:pt x="2534" y="2745"/>
                    <a:pt x="2680" y="3026"/>
                  </a:cubicBezTo>
                  <a:cubicBezTo>
                    <a:pt x="2815" y="3161"/>
                    <a:pt x="2815" y="3161"/>
                    <a:pt x="2962" y="3161"/>
                  </a:cubicBezTo>
                  <a:lnTo>
                    <a:pt x="3097" y="3161"/>
                  </a:lnTo>
                  <a:cubicBezTo>
                    <a:pt x="3243" y="3026"/>
                    <a:pt x="3525" y="2463"/>
                    <a:pt x="3806" y="1473"/>
                  </a:cubicBezTo>
                  <a:lnTo>
                    <a:pt x="3806" y="1338"/>
                  </a:lnTo>
                  <a:cubicBezTo>
                    <a:pt x="3660" y="1338"/>
                    <a:pt x="3525" y="493"/>
                    <a:pt x="2815" y="212"/>
                  </a:cubicBezTo>
                  <a:cubicBezTo>
                    <a:pt x="2675" y="71"/>
                    <a:pt x="2500" y="1"/>
                    <a:pt x="2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7"/>
            <p:cNvSpPr/>
            <p:nvPr/>
          </p:nvSpPr>
          <p:spPr>
            <a:xfrm>
              <a:off x="2964212" y="2532560"/>
              <a:ext cx="169723" cy="169706"/>
            </a:xfrm>
            <a:custGeom>
              <a:avLst/>
              <a:gdLst/>
              <a:ahLst/>
              <a:cxnLst/>
              <a:rect l="l" t="t" r="r" b="b"/>
              <a:pathLst>
                <a:path w="10280" h="10279" extrusionOk="0">
                  <a:moveTo>
                    <a:pt x="1" y="0"/>
                  </a:moveTo>
                  <a:lnTo>
                    <a:pt x="1" y="8444"/>
                  </a:lnTo>
                  <a:cubicBezTo>
                    <a:pt x="1" y="9434"/>
                    <a:pt x="2252" y="10279"/>
                    <a:pt x="5213" y="10279"/>
                  </a:cubicBezTo>
                  <a:cubicBezTo>
                    <a:pt x="8028" y="10279"/>
                    <a:pt x="10280" y="9434"/>
                    <a:pt x="10280" y="8444"/>
                  </a:cubicBezTo>
                  <a:lnTo>
                    <a:pt x="102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7"/>
            <p:cNvSpPr/>
            <p:nvPr/>
          </p:nvSpPr>
          <p:spPr>
            <a:xfrm>
              <a:off x="2959573" y="2527904"/>
              <a:ext cx="179018" cy="179018"/>
            </a:xfrm>
            <a:custGeom>
              <a:avLst/>
              <a:gdLst/>
              <a:ahLst/>
              <a:cxnLst/>
              <a:rect l="l" t="t" r="r" b="b"/>
              <a:pathLst>
                <a:path w="10843" h="10843" extrusionOk="0">
                  <a:moveTo>
                    <a:pt x="10279" y="564"/>
                  </a:moveTo>
                  <a:lnTo>
                    <a:pt x="10279" y="8726"/>
                  </a:lnTo>
                  <a:cubicBezTo>
                    <a:pt x="10279" y="9435"/>
                    <a:pt x="8309" y="10279"/>
                    <a:pt x="5494" y="10279"/>
                  </a:cubicBezTo>
                  <a:cubicBezTo>
                    <a:pt x="2680" y="10279"/>
                    <a:pt x="563" y="9435"/>
                    <a:pt x="563" y="8726"/>
                  </a:cubicBezTo>
                  <a:lnTo>
                    <a:pt x="563" y="564"/>
                  </a:lnTo>
                  <a:close/>
                  <a:moveTo>
                    <a:pt x="282" y="1"/>
                  </a:moveTo>
                  <a:cubicBezTo>
                    <a:pt x="147" y="1"/>
                    <a:pt x="0" y="147"/>
                    <a:pt x="0" y="282"/>
                  </a:cubicBezTo>
                  <a:lnTo>
                    <a:pt x="0" y="8726"/>
                  </a:lnTo>
                  <a:cubicBezTo>
                    <a:pt x="0" y="10133"/>
                    <a:pt x="2815" y="10842"/>
                    <a:pt x="5494" y="10842"/>
                  </a:cubicBezTo>
                  <a:cubicBezTo>
                    <a:pt x="8027" y="10842"/>
                    <a:pt x="10842" y="10133"/>
                    <a:pt x="10842" y="8726"/>
                  </a:cubicBezTo>
                  <a:lnTo>
                    <a:pt x="10842" y="282"/>
                  </a:lnTo>
                  <a:cubicBezTo>
                    <a:pt x="10842" y="147"/>
                    <a:pt x="10696" y="1"/>
                    <a:pt x="105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7"/>
            <p:cNvSpPr/>
            <p:nvPr/>
          </p:nvSpPr>
          <p:spPr>
            <a:xfrm>
              <a:off x="2964212" y="2507085"/>
              <a:ext cx="169723" cy="51131"/>
            </a:xfrm>
            <a:custGeom>
              <a:avLst/>
              <a:gdLst/>
              <a:ahLst/>
              <a:cxnLst/>
              <a:rect l="l" t="t" r="r" b="b"/>
              <a:pathLst>
                <a:path w="10280" h="3097" extrusionOk="0">
                  <a:moveTo>
                    <a:pt x="5213" y="1"/>
                  </a:moveTo>
                  <a:cubicBezTo>
                    <a:pt x="2252" y="1"/>
                    <a:pt x="1" y="564"/>
                    <a:pt x="1" y="1543"/>
                  </a:cubicBezTo>
                  <a:cubicBezTo>
                    <a:pt x="1" y="2387"/>
                    <a:pt x="2252" y="3097"/>
                    <a:pt x="5213" y="3097"/>
                  </a:cubicBezTo>
                  <a:cubicBezTo>
                    <a:pt x="8028" y="3097"/>
                    <a:pt x="10280" y="2387"/>
                    <a:pt x="10280" y="1543"/>
                  </a:cubicBezTo>
                  <a:cubicBezTo>
                    <a:pt x="10280" y="699"/>
                    <a:pt x="8028" y="1"/>
                    <a:pt x="5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7"/>
            <p:cNvSpPr/>
            <p:nvPr/>
          </p:nvSpPr>
          <p:spPr>
            <a:xfrm>
              <a:off x="2959573" y="2502446"/>
              <a:ext cx="179018" cy="60427"/>
            </a:xfrm>
            <a:custGeom>
              <a:avLst/>
              <a:gdLst/>
              <a:ahLst/>
              <a:cxnLst/>
              <a:rect l="l" t="t" r="r" b="b"/>
              <a:pathLst>
                <a:path w="10843" h="3660" extrusionOk="0">
                  <a:moveTo>
                    <a:pt x="5494" y="417"/>
                  </a:moveTo>
                  <a:cubicBezTo>
                    <a:pt x="8444" y="417"/>
                    <a:pt x="10279" y="1261"/>
                    <a:pt x="10279" y="1824"/>
                  </a:cubicBezTo>
                  <a:cubicBezTo>
                    <a:pt x="10279" y="2252"/>
                    <a:pt x="8444" y="3096"/>
                    <a:pt x="5494" y="3096"/>
                  </a:cubicBezTo>
                  <a:cubicBezTo>
                    <a:pt x="2398" y="3096"/>
                    <a:pt x="563" y="2252"/>
                    <a:pt x="563" y="1824"/>
                  </a:cubicBezTo>
                  <a:cubicBezTo>
                    <a:pt x="563" y="1261"/>
                    <a:pt x="2398" y="417"/>
                    <a:pt x="5494" y="417"/>
                  </a:cubicBezTo>
                  <a:close/>
                  <a:moveTo>
                    <a:pt x="5494" y="0"/>
                  </a:moveTo>
                  <a:cubicBezTo>
                    <a:pt x="2680" y="0"/>
                    <a:pt x="0" y="563"/>
                    <a:pt x="0" y="1824"/>
                  </a:cubicBezTo>
                  <a:cubicBezTo>
                    <a:pt x="0" y="2950"/>
                    <a:pt x="2680" y="3659"/>
                    <a:pt x="5494" y="3659"/>
                  </a:cubicBezTo>
                  <a:cubicBezTo>
                    <a:pt x="8163" y="3659"/>
                    <a:pt x="10842" y="2950"/>
                    <a:pt x="10842" y="1824"/>
                  </a:cubicBezTo>
                  <a:cubicBezTo>
                    <a:pt x="10842" y="563"/>
                    <a:pt x="8163" y="0"/>
                    <a:pt x="54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7"/>
            <p:cNvSpPr/>
            <p:nvPr/>
          </p:nvSpPr>
          <p:spPr>
            <a:xfrm>
              <a:off x="2975934" y="2509314"/>
              <a:ext cx="146295" cy="44263"/>
            </a:xfrm>
            <a:custGeom>
              <a:avLst/>
              <a:gdLst/>
              <a:ahLst/>
              <a:cxnLst/>
              <a:rect l="l" t="t" r="r" b="b"/>
              <a:pathLst>
                <a:path w="8861" h="2681" extrusionOk="0">
                  <a:moveTo>
                    <a:pt x="4503" y="1"/>
                  </a:moveTo>
                  <a:cubicBezTo>
                    <a:pt x="1970" y="1"/>
                    <a:pt x="0" y="564"/>
                    <a:pt x="0" y="1408"/>
                  </a:cubicBezTo>
                  <a:cubicBezTo>
                    <a:pt x="0" y="2117"/>
                    <a:pt x="1970" y="2680"/>
                    <a:pt x="4503" y="2680"/>
                  </a:cubicBezTo>
                  <a:cubicBezTo>
                    <a:pt x="6890" y="2680"/>
                    <a:pt x="8860" y="2117"/>
                    <a:pt x="8860" y="1408"/>
                  </a:cubicBezTo>
                  <a:cubicBezTo>
                    <a:pt x="8860" y="564"/>
                    <a:pt x="6890" y="1"/>
                    <a:pt x="4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7"/>
            <p:cNvSpPr/>
            <p:nvPr/>
          </p:nvSpPr>
          <p:spPr>
            <a:xfrm>
              <a:off x="2971279" y="2504675"/>
              <a:ext cx="155590" cy="53542"/>
            </a:xfrm>
            <a:custGeom>
              <a:avLst/>
              <a:gdLst/>
              <a:ahLst/>
              <a:cxnLst/>
              <a:rect l="l" t="t" r="r" b="b"/>
              <a:pathLst>
                <a:path w="9424" h="3243" extrusionOk="0">
                  <a:moveTo>
                    <a:pt x="4785" y="563"/>
                  </a:moveTo>
                  <a:cubicBezTo>
                    <a:pt x="7318" y="563"/>
                    <a:pt x="8861" y="1126"/>
                    <a:pt x="8861" y="1689"/>
                  </a:cubicBezTo>
                  <a:cubicBezTo>
                    <a:pt x="8861" y="2117"/>
                    <a:pt x="7318" y="2680"/>
                    <a:pt x="4785" y="2680"/>
                  </a:cubicBezTo>
                  <a:cubicBezTo>
                    <a:pt x="2106" y="2680"/>
                    <a:pt x="564" y="2117"/>
                    <a:pt x="564" y="1689"/>
                  </a:cubicBezTo>
                  <a:cubicBezTo>
                    <a:pt x="564" y="1126"/>
                    <a:pt x="2106" y="563"/>
                    <a:pt x="4785" y="563"/>
                  </a:cubicBezTo>
                  <a:close/>
                  <a:moveTo>
                    <a:pt x="4785" y="0"/>
                  </a:moveTo>
                  <a:cubicBezTo>
                    <a:pt x="2387" y="0"/>
                    <a:pt x="1" y="563"/>
                    <a:pt x="1" y="1689"/>
                  </a:cubicBezTo>
                  <a:cubicBezTo>
                    <a:pt x="1" y="2680"/>
                    <a:pt x="2387" y="3243"/>
                    <a:pt x="4785" y="3243"/>
                  </a:cubicBezTo>
                  <a:cubicBezTo>
                    <a:pt x="7037" y="3243"/>
                    <a:pt x="9424" y="2680"/>
                    <a:pt x="9424" y="1689"/>
                  </a:cubicBezTo>
                  <a:cubicBezTo>
                    <a:pt x="9424" y="563"/>
                    <a:pt x="7037" y="0"/>
                    <a:pt x="47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7"/>
            <p:cNvSpPr/>
            <p:nvPr/>
          </p:nvSpPr>
          <p:spPr>
            <a:xfrm>
              <a:off x="2992097" y="2537843"/>
              <a:ext cx="113952" cy="15635"/>
            </a:xfrm>
            <a:custGeom>
              <a:avLst/>
              <a:gdLst/>
              <a:ahLst/>
              <a:cxnLst/>
              <a:rect l="l" t="t" r="r" b="b"/>
              <a:pathLst>
                <a:path w="6902" h="947" extrusionOk="0">
                  <a:moveTo>
                    <a:pt x="3451" y="1"/>
                  </a:moveTo>
                  <a:cubicBezTo>
                    <a:pt x="2289" y="1"/>
                    <a:pt x="1126" y="175"/>
                    <a:pt x="1" y="524"/>
                  </a:cubicBezTo>
                  <a:cubicBezTo>
                    <a:pt x="1126" y="806"/>
                    <a:pt x="2289" y="947"/>
                    <a:pt x="3451" y="947"/>
                  </a:cubicBezTo>
                  <a:cubicBezTo>
                    <a:pt x="4614" y="947"/>
                    <a:pt x="5776" y="806"/>
                    <a:pt x="6902" y="524"/>
                  </a:cubicBezTo>
                  <a:cubicBezTo>
                    <a:pt x="5776" y="175"/>
                    <a:pt x="4614" y="1"/>
                    <a:pt x="34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7"/>
            <p:cNvSpPr/>
            <p:nvPr/>
          </p:nvSpPr>
          <p:spPr>
            <a:xfrm>
              <a:off x="2987458" y="2533204"/>
              <a:ext cx="123247" cy="25013"/>
            </a:xfrm>
            <a:custGeom>
              <a:avLst/>
              <a:gdLst/>
              <a:ahLst/>
              <a:cxnLst/>
              <a:rect l="l" t="t" r="r" b="b"/>
              <a:pathLst>
                <a:path w="7465" h="1515" extrusionOk="0">
                  <a:moveTo>
                    <a:pt x="3732" y="594"/>
                  </a:moveTo>
                  <a:cubicBezTo>
                    <a:pt x="4506" y="594"/>
                    <a:pt x="5280" y="665"/>
                    <a:pt x="6057" y="805"/>
                  </a:cubicBezTo>
                  <a:cubicBezTo>
                    <a:pt x="5280" y="946"/>
                    <a:pt x="4506" y="1017"/>
                    <a:pt x="3732" y="1017"/>
                  </a:cubicBezTo>
                  <a:cubicBezTo>
                    <a:pt x="2958" y="1017"/>
                    <a:pt x="2184" y="946"/>
                    <a:pt x="1407" y="805"/>
                  </a:cubicBezTo>
                  <a:cubicBezTo>
                    <a:pt x="2184" y="665"/>
                    <a:pt x="2958" y="594"/>
                    <a:pt x="3732" y="594"/>
                  </a:cubicBezTo>
                  <a:close/>
                  <a:moveTo>
                    <a:pt x="3732" y="0"/>
                  </a:moveTo>
                  <a:cubicBezTo>
                    <a:pt x="2570" y="0"/>
                    <a:pt x="1407" y="175"/>
                    <a:pt x="282" y="524"/>
                  </a:cubicBezTo>
                  <a:cubicBezTo>
                    <a:pt x="146" y="524"/>
                    <a:pt x="0" y="670"/>
                    <a:pt x="0" y="805"/>
                  </a:cubicBezTo>
                  <a:cubicBezTo>
                    <a:pt x="0" y="952"/>
                    <a:pt x="146" y="952"/>
                    <a:pt x="282" y="1087"/>
                  </a:cubicBezTo>
                  <a:cubicBezTo>
                    <a:pt x="1407" y="1368"/>
                    <a:pt x="2533" y="1515"/>
                    <a:pt x="3805" y="1515"/>
                  </a:cubicBezTo>
                  <a:cubicBezTo>
                    <a:pt x="4931" y="1515"/>
                    <a:pt x="6057" y="1368"/>
                    <a:pt x="7183" y="1087"/>
                  </a:cubicBezTo>
                  <a:cubicBezTo>
                    <a:pt x="7318" y="952"/>
                    <a:pt x="7464" y="952"/>
                    <a:pt x="7464" y="805"/>
                  </a:cubicBezTo>
                  <a:cubicBezTo>
                    <a:pt x="7464" y="670"/>
                    <a:pt x="7318" y="524"/>
                    <a:pt x="7183" y="524"/>
                  </a:cubicBezTo>
                  <a:cubicBezTo>
                    <a:pt x="6057" y="175"/>
                    <a:pt x="4895" y="0"/>
                    <a:pt x="3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7"/>
            <p:cNvSpPr/>
            <p:nvPr/>
          </p:nvSpPr>
          <p:spPr>
            <a:xfrm>
              <a:off x="1679485" y="2590724"/>
              <a:ext cx="322886" cy="55787"/>
            </a:xfrm>
            <a:custGeom>
              <a:avLst/>
              <a:gdLst/>
              <a:ahLst/>
              <a:cxnLst/>
              <a:rect l="l" t="t" r="r" b="b"/>
              <a:pathLst>
                <a:path w="19557" h="3379" extrusionOk="0">
                  <a:moveTo>
                    <a:pt x="19556" y="1"/>
                  </a:moveTo>
                  <a:lnTo>
                    <a:pt x="1" y="282"/>
                  </a:lnTo>
                  <a:lnTo>
                    <a:pt x="1" y="3232"/>
                  </a:lnTo>
                  <a:lnTo>
                    <a:pt x="19556" y="3378"/>
                  </a:lnTo>
                  <a:lnTo>
                    <a:pt x="195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7"/>
            <p:cNvSpPr/>
            <p:nvPr/>
          </p:nvSpPr>
          <p:spPr>
            <a:xfrm>
              <a:off x="1674845" y="2586084"/>
              <a:ext cx="332165" cy="65066"/>
            </a:xfrm>
            <a:custGeom>
              <a:avLst/>
              <a:gdLst/>
              <a:ahLst/>
              <a:cxnLst/>
              <a:rect l="l" t="t" r="r" b="b"/>
              <a:pathLst>
                <a:path w="20119" h="3941" extrusionOk="0">
                  <a:moveTo>
                    <a:pt x="19702" y="563"/>
                  </a:moveTo>
                  <a:lnTo>
                    <a:pt x="19702" y="3378"/>
                  </a:lnTo>
                  <a:lnTo>
                    <a:pt x="563" y="3232"/>
                  </a:lnTo>
                  <a:lnTo>
                    <a:pt x="563" y="845"/>
                  </a:lnTo>
                  <a:lnTo>
                    <a:pt x="19702" y="563"/>
                  </a:lnTo>
                  <a:close/>
                  <a:moveTo>
                    <a:pt x="19837" y="0"/>
                  </a:moveTo>
                  <a:lnTo>
                    <a:pt x="282" y="282"/>
                  </a:lnTo>
                  <a:cubicBezTo>
                    <a:pt x="136" y="282"/>
                    <a:pt x="136" y="282"/>
                    <a:pt x="0" y="417"/>
                  </a:cubicBezTo>
                  <a:lnTo>
                    <a:pt x="0" y="563"/>
                  </a:lnTo>
                  <a:lnTo>
                    <a:pt x="0" y="3513"/>
                  </a:lnTo>
                  <a:cubicBezTo>
                    <a:pt x="0" y="3659"/>
                    <a:pt x="136" y="3794"/>
                    <a:pt x="282" y="3794"/>
                  </a:cubicBezTo>
                  <a:lnTo>
                    <a:pt x="19837" y="3941"/>
                  </a:lnTo>
                  <a:lnTo>
                    <a:pt x="20119" y="3941"/>
                  </a:lnTo>
                  <a:lnTo>
                    <a:pt x="20119" y="3659"/>
                  </a:lnTo>
                  <a:lnTo>
                    <a:pt x="20119" y="282"/>
                  </a:lnTo>
                  <a:lnTo>
                    <a:pt x="20119" y="136"/>
                  </a:lnTo>
                  <a:cubicBezTo>
                    <a:pt x="19984" y="136"/>
                    <a:pt x="19984" y="0"/>
                    <a:pt x="198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7"/>
            <p:cNvSpPr/>
            <p:nvPr/>
          </p:nvSpPr>
          <p:spPr>
            <a:xfrm>
              <a:off x="2002346" y="2516380"/>
              <a:ext cx="48903" cy="130132"/>
            </a:xfrm>
            <a:custGeom>
              <a:avLst/>
              <a:gdLst/>
              <a:ahLst/>
              <a:cxnLst/>
              <a:rect l="l" t="t" r="r" b="b"/>
              <a:pathLst>
                <a:path w="2962" h="7882" extrusionOk="0">
                  <a:moveTo>
                    <a:pt x="2961" y="1"/>
                  </a:moveTo>
                  <a:lnTo>
                    <a:pt x="0" y="5067"/>
                  </a:lnTo>
                  <a:lnTo>
                    <a:pt x="0" y="7881"/>
                  </a:lnTo>
                  <a:lnTo>
                    <a:pt x="2961" y="1824"/>
                  </a:lnTo>
                  <a:lnTo>
                    <a:pt x="2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7"/>
            <p:cNvSpPr/>
            <p:nvPr/>
          </p:nvSpPr>
          <p:spPr>
            <a:xfrm>
              <a:off x="1997691" y="2511741"/>
              <a:ext cx="58198" cy="139410"/>
            </a:xfrm>
            <a:custGeom>
              <a:avLst/>
              <a:gdLst/>
              <a:ahLst/>
              <a:cxnLst/>
              <a:rect l="l" t="t" r="r" b="b"/>
              <a:pathLst>
                <a:path w="3525" h="8444" extrusionOk="0">
                  <a:moveTo>
                    <a:pt x="2962" y="1261"/>
                  </a:moveTo>
                  <a:lnTo>
                    <a:pt x="2962" y="1970"/>
                  </a:lnTo>
                  <a:lnTo>
                    <a:pt x="564" y="7037"/>
                  </a:lnTo>
                  <a:lnTo>
                    <a:pt x="429" y="5483"/>
                  </a:lnTo>
                  <a:lnTo>
                    <a:pt x="2962" y="1261"/>
                  </a:lnTo>
                  <a:close/>
                  <a:moveTo>
                    <a:pt x="3243" y="0"/>
                  </a:moveTo>
                  <a:cubicBezTo>
                    <a:pt x="3097" y="0"/>
                    <a:pt x="2962" y="0"/>
                    <a:pt x="2962" y="135"/>
                  </a:cubicBezTo>
                  <a:lnTo>
                    <a:pt x="1" y="5348"/>
                  </a:lnTo>
                  <a:lnTo>
                    <a:pt x="1" y="5483"/>
                  </a:lnTo>
                  <a:lnTo>
                    <a:pt x="147" y="8162"/>
                  </a:lnTo>
                  <a:cubicBezTo>
                    <a:pt x="147" y="8297"/>
                    <a:pt x="147" y="8444"/>
                    <a:pt x="282" y="8444"/>
                  </a:cubicBezTo>
                  <a:cubicBezTo>
                    <a:pt x="429" y="8444"/>
                    <a:pt x="564" y="8444"/>
                    <a:pt x="564" y="8297"/>
                  </a:cubicBezTo>
                  <a:lnTo>
                    <a:pt x="3378" y="2105"/>
                  </a:lnTo>
                  <a:lnTo>
                    <a:pt x="3525" y="2105"/>
                  </a:lnTo>
                  <a:lnTo>
                    <a:pt x="3525" y="282"/>
                  </a:lnTo>
                  <a:cubicBezTo>
                    <a:pt x="3525" y="135"/>
                    <a:pt x="3378" y="0"/>
                    <a:pt x="32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7"/>
            <p:cNvSpPr/>
            <p:nvPr/>
          </p:nvSpPr>
          <p:spPr>
            <a:xfrm>
              <a:off x="1679485" y="2634788"/>
              <a:ext cx="322886" cy="55771"/>
            </a:xfrm>
            <a:custGeom>
              <a:avLst/>
              <a:gdLst/>
              <a:ahLst/>
              <a:cxnLst/>
              <a:rect l="l" t="t" r="r" b="b"/>
              <a:pathLst>
                <a:path w="19557" h="3378" extrusionOk="0">
                  <a:moveTo>
                    <a:pt x="19556" y="0"/>
                  </a:moveTo>
                  <a:lnTo>
                    <a:pt x="1" y="282"/>
                  </a:lnTo>
                  <a:lnTo>
                    <a:pt x="1" y="3242"/>
                  </a:lnTo>
                  <a:lnTo>
                    <a:pt x="19556" y="3378"/>
                  </a:lnTo>
                  <a:lnTo>
                    <a:pt x="195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7"/>
            <p:cNvSpPr/>
            <p:nvPr/>
          </p:nvSpPr>
          <p:spPr>
            <a:xfrm>
              <a:off x="1674845" y="2630132"/>
              <a:ext cx="332165" cy="65082"/>
            </a:xfrm>
            <a:custGeom>
              <a:avLst/>
              <a:gdLst/>
              <a:ahLst/>
              <a:cxnLst/>
              <a:rect l="l" t="t" r="r" b="b"/>
              <a:pathLst>
                <a:path w="20119" h="3942" extrusionOk="0">
                  <a:moveTo>
                    <a:pt x="19702" y="564"/>
                  </a:moveTo>
                  <a:lnTo>
                    <a:pt x="19702" y="3378"/>
                  </a:lnTo>
                  <a:lnTo>
                    <a:pt x="563" y="3243"/>
                  </a:lnTo>
                  <a:lnTo>
                    <a:pt x="563" y="845"/>
                  </a:lnTo>
                  <a:lnTo>
                    <a:pt x="19702" y="564"/>
                  </a:lnTo>
                  <a:close/>
                  <a:moveTo>
                    <a:pt x="19837" y="1"/>
                  </a:moveTo>
                  <a:lnTo>
                    <a:pt x="282" y="282"/>
                  </a:lnTo>
                  <a:cubicBezTo>
                    <a:pt x="136" y="282"/>
                    <a:pt x="136" y="282"/>
                    <a:pt x="0" y="428"/>
                  </a:cubicBezTo>
                  <a:lnTo>
                    <a:pt x="0" y="564"/>
                  </a:lnTo>
                  <a:lnTo>
                    <a:pt x="0" y="3524"/>
                  </a:lnTo>
                  <a:cubicBezTo>
                    <a:pt x="0" y="3660"/>
                    <a:pt x="136" y="3806"/>
                    <a:pt x="282" y="3806"/>
                  </a:cubicBezTo>
                  <a:lnTo>
                    <a:pt x="19837" y="3941"/>
                  </a:lnTo>
                  <a:cubicBezTo>
                    <a:pt x="19984" y="3941"/>
                    <a:pt x="19984" y="3941"/>
                    <a:pt x="20119" y="3806"/>
                  </a:cubicBezTo>
                  <a:lnTo>
                    <a:pt x="20119" y="3660"/>
                  </a:lnTo>
                  <a:lnTo>
                    <a:pt x="20119" y="282"/>
                  </a:lnTo>
                  <a:lnTo>
                    <a:pt x="20119" y="147"/>
                  </a:lnTo>
                  <a:cubicBezTo>
                    <a:pt x="19984" y="1"/>
                    <a:pt x="19984" y="1"/>
                    <a:pt x="198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7"/>
            <p:cNvSpPr/>
            <p:nvPr/>
          </p:nvSpPr>
          <p:spPr>
            <a:xfrm>
              <a:off x="2002346" y="2560428"/>
              <a:ext cx="48903" cy="130132"/>
            </a:xfrm>
            <a:custGeom>
              <a:avLst/>
              <a:gdLst/>
              <a:ahLst/>
              <a:cxnLst/>
              <a:rect l="l" t="t" r="r" b="b"/>
              <a:pathLst>
                <a:path w="2962" h="7882" extrusionOk="0">
                  <a:moveTo>
                    <a:pt x="2961" y="1"/>
                  </a:moveTo>
                  <a:lnTo>
                    <a:pt x="0" y="5067"/>
                  </a:lnTo>
                  <a:lnTo>
                    <a:pt x="0" y="7882"/>
                  </a:lnTo>
                  <a:lnTo>
                    <a:pt x="2961" y="1690"/>
                  </a:lnTo>
                  <a:lnTo>
                    <a:pt x="2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57"/>
            <p:cNvSpPr/>
            <p:nvPr/>
          </p:nvSpPr>
          <p:spPr>
            <a:xfrm>
              <a:off x="1997691" y="2554864"/>
              <a:ext cx="58198" cy="140352"/>
            </a:xfrm>
            <a:custGeom>
              <a:avLst/>
              <a:gdLst/>
              <a:ahLst/>
              <a:cxnLst/>
              <a:rect l="l" t="t" r="r" b="b"/>
              <a:pathLst>
                <a:path w="3525" h="8501" extrusionOk="0">
                  <a:moveTo>
                    <a:pt x="2962" y="1329"/>
                  </a:moveTo>
                  <a:lnTo>
                    <a:pt x="2962" y="2027"/>
                  </a:lnTo>
                  <a:lnTo>
                    <a:pt x="564" y="7093"/>
                  </a:lnTo>
                  <a:lnTo>
                    <a:pt x="429" y="5550"/>
                  </a:lnTo>
                  <a:lnTo>
                    <a:pt x="2962" y="1329"/>
                  </a:lnTo>
                  <a:close/>
                  <a:moveTo>
                    <a:pt x="3122" y="1"/>
                  </a:moveTo>
                  <a:cubicBezTo>
                    <a:pt x="3030" y="1"/>
                    <a:pt x="2962" y="99"/>
                    <a:pt x="2962" y="203"/>
                  </a:cubicBezTo>
                  <a:lnTo>
                    <a:pt x="1" y="5269"/>
                  </a:lnTo>
                  <a:lnTo>
                    <a:pt x="1" y="5404"/>
                  </a:lnTo>
                  <a:lnTo>
                    <a:pt x="147" y="8219"/>
                  </a:lnTo>
                  <a:cubicBezTo>
                    <a:pt x="147" y="8365"/>
                    <a:pt x="147" y="8500"/>
                    <a:pt x="282" y="8500"/>
                  </a:cubicBezTo>
                  <a:cubicBezTo>
                    <a:pt x="429" y="8500"/>
                    <a:pt x="564" y="8500"/>
                    <a:pt x="564" y="8365"/>
                  </a:cubicBezTo>
                  <a:lnTo>
                    <a:pt x="3378" y="2173"/>
                  </a:lnTo>
                  <a:cubicBezTo>
                    <a:pt x="3525" y="2173"/>
                    <a:pt x="3525" y="2173"/>
                    <a:pt x="3525" y="2027"/>
                  </a:cubicBezTo>
                  <a:lnTo>
                    <a:pt x="3525" y="338"/>
                  </a:lnTo>
                  <a:cubicBezTo>
                    <a:pt x="3525" y="203"/>
                    <a:pt x="3378" y="56"/>
                    <a:pt x="3243" y="56"/>
                  </a:cubicBezTo>
                  <a:cubicBezTo>
                    <a:pt x="3201" y="17"/>
                    <a:pt x="3159" y="1"/>
                    <a:pt x="31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7"/>
            <p:cNvSpPr/>
            <p:nvPr/>
          </p:nvSpPr>
          <p:spPr>
            <a:xfrm>
              <a:off x="1623732" y="2451695"/>
              <a:ext cx="204476" cy="171770"/>
            </a:xfrm>
            <a:custGeom>
              <a:avLst/>
              <a:gdLst/>
              <a:ahLst/>
              <a:cxnLst/>
              <a:rect l="l" t="t" r="r" b="b"/>
              <a:pathLst>
                <a:path w="12385" h="10404" extrusionOk="0">
                  <a:moveTo>
                    <a:pt x="10364" y="1"/>
                  </a:moveTo>
                  <a:cubicBezTo>
                    <a:pt x="9875" y="1"/>
                    <a:pt x="9345" y="620"/>
                    <a:pt x="9007" y="958"/>
                  </a:cubicBezTo>
                  <a:cubicBezTo>
                    <a:pt x="8579" y="1239"/>
                    <a:pt x="417" y="6587"/>
                    <a:pt x="135" y="7431"/>
                  </a:cubicBezTo>
                  <a:cubicBezTo>
                    <a:pt x="0" y="8276"/>
                    <a:pt x="135" y="10111"/>
                    <a:pt x="1971" y="10392"/>
                  </a:cubicBezTo>
                  <a:cubicBezTo>
                    <a:pt x="2066" y="10400"/>
                    <a:pt x="2160" y="10403"/>
                    <a:pt x="2254" y="10403"/>
                  </a:cubicBezTo>
                  <a:cubicBezTo>
                    <a:pt x="3831" y="10403"/>
                    <a:pt x="5249" y="9386"/>
                    <a:pt x="6046" y="9120"/>
                  </a:cubicBezTo>
                  <a:cubicBezTo>
                    <a:pt x="6755" y="8985"/>
                    <a:pt x="7037" y="8985"/>
                    <a:pt x="7037" y="8985"/>
                  </a:cubicBezTo>
                  <a:lnTo>
                    <a:pt x="12384" y="1667"/>
                  </a:lnTo>
                  <a:lnTo>
                    <a:pt x="10977" y="1385"/>
                  </a:lnTo>
                  <a:cubicBezTo>
                    <a:pt x="10977" y="1385"/>
                    <a:pt x="11394" y="395"/>
                    <a:pt x="10696" y="113"/>
                  </a:cubicBezTo>
                  <a:cubicBezTo>
                    <a:pt x="10589" y="35"/>
                    <a:pt x="10478" y="1"/>
                    <a:pt x="103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7"/>
            <p:cNvSpPr/>
            <p:nvPr/>
          </p:nvSpPr>
          <p:spPr>
            <a:xfrm>
              <a:off x="1619076" y="2446494"/>
              <a:ext cx="216017" cy="181428"/>
            </a:xfrm>
            <a:custGeom>
              <a:avLst/>
              <a:gdLst/>
              <a:ahLst/>
              <a:cxnLst/>
              <a:rect l="l" t="t" r="r" b="b"/>
              <a:pathLst>
                <a:path w="13084" h="10989" extrusionOk="0">
                  <a:moveTo>
                    <a:pt x="10831" y="575"/>
                  </a:moveTo>
                  <a:cubicBezTo>
                    <a:pt x="11259" y="856"/>
                    <a:pt x="10978" y="1554"/>
                    <a:pt x="10978" y="1554"/>
                  </a:cubicBezTo>
                  <a:lnTo>
                    <a:pt x="10978" y="1836"/>
                  </a:lnTo>
                  <a:lnTo>
                    <a:pt x="11113" y="1982"/>
                  </a:lnTo>
                  <a:lnTo>
                    <a:pt x="12239" y="2117"/>
                  </a:lnTo>
                  <a:lnTo>
                    <a:pt x="7172" y="9018"/>
                  </a:lnTo>
                  <a:cubicBezTo>
                    <a:pt x="7037" y="9018"/>
                    <a:pt x="6756" y="9153"/>
                    <a:pt x="6193" y="9300"/>
                  </a:cubicBezTo>
                  <a:cubicBezTo>
                    <a:pt x="5912" y="9300"/>
                    <a:pt x="5630" y="9435"/>
                    <a:pt x="5349" y="9581"/>
                  </a:cubicBezTo>
                  <a:cubicBezTo>
                    <a:pt x="4591" y="9955"/>
                    <a:pt x="3608" y="10446"/>
                    <a:pt x="2601" y="10446"/>
                  </a:cubicBezTo>
                  <a:cubicBezTo>
                    <a:pt x="2485" y="10446"/>
                    <a:pt x="2369" y="10440"/>
                    <a:pt x="2253" y="10426"/>
                  </a:cubicBezTo>
                  <a:cubicBezTo>
                    <a:pt x="1690" y="10279"/>
                    <a:pt x="1262" y="10144"/>
                    <a:pt x="980" y="9581"/>
                  </a:cubicBezTo>
                  <a:cubicBezTo>
                    <a:pt x="699" y="9018"/>
                    <a:pt x="564" y="8309"/>
                    <a:pt x="699" y="7893"/>
                  </a:cubicBezTo>
                  <a:cubicBezTo>
                    <a:pt x="845" y="7330"/>
                    <a:pt x="3514" y="5495"/>
                    <a:pt x="8580" y="2117"/>
                  </a:cubicBezTo>
                  <a:cubicBezTo>
                    <a:pt x="9008" y="1700"/>
                    <a:pt x="9289" y="1554"/>
                    <a:pt x="9424" y="1419"/>
                  </a:cubicBezTo>
                  <a:cubicBezTo>
                    <a:pt x="9570" y="1419"/>
                    <a:pt x="9570" y="1273"/>
                    <a:pt x="9706" y="1138"/>
                  </a:cubicBezTo>
                  <a:cubicBezTo>
                    <a:pt x="10133" y="856"/>
                    <a:pt x="10415" y="575"/>
                    <a:pt x="10696" y="575"/>
                  </a:cubicBezTo>
                  <a:close/>
                  <a:moveTo>
                    <a:pt x="10616" y="0"/>
                  </a:moveTo>
                  <a:cubicBezTo>
                    <a:pt x="10136" y="0"/>
                    <a:pt x="9712" y="397"/>
                    <a:pt x="9289" y="710"/>
                  </a:cubicBezTo>
                  <a:cubicBezTo>
                    <a:pt x="9289" y="856"/>
                    <a:pt x="9143" y="991"/>
                    <a:pt x="9143" y="991"/>
                  </a:cubicBezTo>
                  <a:cubicBezTo>
                    <a:pt x="9008" y="991"/>
                    <a:pt x="8726" y="1273"/>
                    <a:pt x="8163" y="1554"/>
                  </a:cubicBezTo>
                  <a:cubicBezTo>
                    <a:pt x="2669" y="5359"/>
                    <a:pt x="417" y="7048"/>
                    <a:pt x="282" y="7611"/>
                  </a:cubicBezTo>
                  <a:cubicBezTo>
                    <a:pt x="1" y="8309"/>
                    <a:pt x="1" y="9153"/>
                    <a:pt x="564" y="9998"/>
                  </a:cubicBezTo>
                  <a:cubicBezTo>
                    <a:pt x="980" y="10561"/>
                    <a:pt x="1543" y="10842"/>
                    <a:pt x="2253" y="10989"/>
                  </a:cubicBezTo>
                  <a:lnTo>
                    <a:pt x="2669" y="10989"/>
                  </a:lnTo>
                  <a:cubicBezTo>
                    <a:pt x="3795" y="10989"/>
                    <a:pt x="4786" y="10426"/>
                    <a:pt x="5484" y="10144"/>
                  </a:cubicBezTo>
                  <a:cubicBezTo>
                    <a:pt x="5912" y="9998"/>
                    <a:pt x="6193" y="9863"/>
                    <a:pt x="6328" y="9716"/>
                  </a:cubicBezTo>
                  <a:cubicBezTo>
                    <a:pt x="7172" y="9581"/>
                    <a:pt x="7454" y="9435"/>
                    <a:pt x="7454" y="9435"/>
                  </a:cubicBezTo>
                  <a:lnTo>
                    <a:pt x="7600" y="9435"/>
                  </a:lnTo>
                  <a:lnTo>
                    <a:pt x="12948" y="2117"/>
                  </a:lnTo>
                  <a:cubicBezTo>
                    <a:pt x="12948" y="2117"/>
                    <a:pt x="13083" y="1982"/>
                    <a:pt x="12948" y="1836"/>
                  </a:cubicBezTo>
                  <a:cubicBezTo>
                    <a:pt x="12948" y="1836"/>
                    <a:pt x="12948" y="1700"/>
                    <a:pt x="12802" y="1700"/>
                  </a:cubicBezTo>
                  <a:lnTo>
                    <a:pt x="11541" y="1419"/>
                  </a:lnTo>
                  <a:cubicBezTo>
                    <a:pt x="11676" y="991"/>
                    <a:pt x="11676" y="428"/>
                    <a:pt x="11113" y="147"/>
                  </a:cubicBezTo>
                  <a:cubicBezTo>
                    <a:pt x="10940" y="44"/>
                    <a:pt x="10775" y="0"/>
                    <a:pt x="10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7"/>
            <p:cNvSpPr/>
            <p:nvPr/>
          </p:nvSpPr>
          <p:spPr>
            <a:xfrm>
              <a:off x="1623732" y="2570219"/>
              <a:ext cx="120837" cy="53245"/>
            </a:xfrm>
            <a:custGeom>
              <a:avLst/>
              <a:gdLst/>
              <a:ahLst/>
              <a:cxnLst/>
              <a:rect l="l" t="t" r="r" b="b"/>
              <a:pathLst>
                <a:path w="7319" h="3225" extrusionOk="0">
                  <a:moveTo>
                    <a:pt x="1067" y="0"/>
                  </a:moveTo>
                  <a:cubicBezTo>
                    <a:pt x="753" y="0"/>
                    <a:pt x="432" y="78"/>
                    <a:pt x="135" y="252"/>
                  </a:cubicBezTo>
                  <a:cubicBezTo>
                    <a:pt x="0" y="1097"/>
                    <a:pt x="135" y="2932"/>
                    <a:pt x="1971" y="3213"/>
                  </a:cubicBezTo>
                  <a:cubicBezTo>
                    <a:pt x="2066" y="3221"/>
                    <a:pt x="2160" y="3224"/>
                    <a:pt x="2254" y="3224"/>
                  </a:cubicBezTo>
                  <a:cubicBezTo>
                    <a:pt x="3831" y="3224"/>
                    <a:pt x="5249" y="2207"/>
                    <a:pt x="6046" y="1941"/>
                  </a:cubicBezTo>
                  <a:cubicBezTo>
                    <a:pt x="6755" y="1806"/>
                    <a:pt x="7037" y="1806"/>
                    <a:pt x="7037" y="1806"/>
                  </a:cubicBezTo>
                  <a:lnTo>
                    <a:pt x="7318" y="1524"/>
                  </a:lnTo>
                  <a:lnTo>
                    <a:pt x="2252" y="399"/>
                  </a:lnTo>
                  <a:cubicBezTo>
                    <a:pt x="1925" y="150"/>
                    <a:pt x="1502" y="0"/>
                    <a:pt x="10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7"/>
            <p:cNvSpPr/>
            <p:nvPr/>
          </p:nvSpPr>
          <p:spPr>
            <a:xfrm>
              <a:off x="1619076" y="2565711"/>
              <a:ext cx="130132" cy="62210"/>
            </a:xfrm>
            <a:custGeom>
              <a:avLst/>
              <a:gdLst/>
              <a:ahLst/>
              <a:cxnLst/>
              <a:rect l="l" t="t" r="r" b="b"/>
              <a:pathLst>
                <a:path w="7882" h="3768" extrusionOk="0">
                  <a:moveTo>
                    <a:pt x="1301" y="524"/>
                  </a:moveTo>
                  <a:cubicBezTo>
                    <a:pt x="1664" y="524"/>
                    <a:pt x="2026" y="678"/>
                    <a:pt x="2388" y="953"/>
                  </a:cubicBezTo>
                  <a:lnTo>
                    <a:pt x="2534" y="953"/>
                  </a:lnTo>
                  <a:lnTo>
                    <a:pt x="6756" y="1932"/>
                  </a:lnTo>
                  <a:cubicBezTo>
                    <a:pt x="6610" y="1932"/>
                    <a:pt x="6474" y="1932"/>
                    <a:pt x="6193" y="2079"/>
                  </a:cubicBezTo>
                  <a:cubicBezTo>
                    <a:pt x="5912" y="2079"/>
                    <a:pt x="5630" y="2214"/>
                    <a:pt x="5349" y="2360"/>
                  </a:cubicBezTo>
                  <a:cubicBezTo>
                    <a:pt x="4591" y="2734"/>
                    <a:pt x="3608" y="3225"/>
                    <a:pt x="2601" y="3225"/>
                  </a:cubicBezTo>
                  <a:cubicBezTo>
                    <a:pt x="2485" y="3225"/>
                    <a:pt x="2369" y="3219"/>
                    <a:pt x="2253" y="3205"/>
                  </a:cubicBezTo>
                  <a:cubicBezTo>
                    <a:pt x="1690" y="3058"/>
                    <a:pt x="1262" y="2923"/>
                    <a:pt x="980" y="2495"/>
                  </a:cubicBezTo>
                  <a:cubicBezTo>
                    <a:pt x="699" y="1932"/>
                    <a:pt x="564" y="1234"/>
                    <a:pt x="699" y="672"/>
                  </a:cubicBezTo>
                  <a:cubicBezTo>
                    <a:pt x="900" y="571"/>
                    <a:pt x="1101" y="524"/>
                    <a:pt x="1301" y="524"/>
                  </a:cubicBezTo>
                  <a:close/>
                  <a:moveTo>
                    <a:pt x="1211" y="1"/>
                  </a:moveTo>
                  <a:cubicBezTo>
                    <a:pt x="880" y="1"/>
                    <a:pt x="558" y="79"/>
                    <a:pt x="282" y="244"/>
                  </a:cubicBezTo>
                  <a:cubicBezTo>
                    <a:pt x="282" y="390"/>
                    <a:pt x="282" y="390"/>
                    <a:pt x="136" y="525"/>
                  </a:cubicBezTo>
                  <a:cubicBezTo>
                    <a:pt x="1" y="1088"/>
                    <a:pt x="1" y="1932"/>
                    <a:pt x="564" y="2777"/>
                  </a:cubicBezTo>
                  <a:cubicBezTo>
                    <a:pt x="980" y="3340"/>
                    <a:pt x="1543" y="3621"/>
                    <a:pt x="2253" y="3768"/>
                  </a:cubicBezTo>
                  <a:lnTo>
                    <a:pt x="2669" y="3768"/>
                  </a:lnTo>
                  <a:cubicBezTo>
                    <a:pt x="3795" y="3768"/>
                    <a:pt x="4786" y="3205"/>
                    <a:pt x="5484" y="2923"/>
                  </a:cubicBezTo>
                  <a:cubicBezTo>
                    <a:pt x="5912" y="2777"/>
                    <a:pt x="6193" y="2642"/>
                    <a:pt x="6328" y="2495"/>
                  </a:cubicBezTo>
                  <a:cubicBezTo>
                    <a:pt x="7172" y="2360"/>
                    <a:pt x="7454" y="2214"/>
                    <a:pt x="7454" y="2214"/>
                  </a:cubicBezTo>
                  <a:lnTo>
                    <a:pt x="7600" y="2214"/>
                  </a:lnTo>
                  <a:lnTo>
                    <a:pt x="7735" y="1932"/>
                  </a:lnTo>
                  <a:cubicBezTo>
                    <a:pt x="7882" y="1797"/>
                    <a:pt x="7882" y="1797"/>
                    <a:pt x="7882" y="1651"/>
                  </a:cubicBezTo>
                  <a:cubicBezTo>
                    <a:pt x="7735" y="1516"/>
                    <a:pt x="7735" y="1516"/>
                    <a:pt x="7600" y="1516"/>
                  </a:cubicBezTo>
                  <a:lnTo>
                    <a:pt x="2669" y="525"/>
                  </a:lnTo>
                  <a:cubicBezTo>
                    <a:pt x="2247" y="185"/>
                    <a:pt x="1718" y="1"/>
                    <a:pt x="12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7"/>
            <p:cNvSpPr/>
            <p:nvPr/>
          </p:nvSpPr>
          <p:spPr>
            <a:xfrm>
              <a:off x="1660911" y="2474561"/>
              <a:ext cx="399641" cy="104475"/>
            </a:xfrm>
            <a:custGeom>
              <a:avLst/>
              <a:gdLst/>
              <a:ahLst/>
              <a:cxnLst/>
              <a:rect l="l" t="t" r="r" b="b"/>
              <a:pathLst>
                <a:path w="24206" h="6328" extrusionOk="0">
                  <a:moveTo>
                    <a:pt x="8725" y="0"/>
                  </a:moveTo>
                  <a:lnTo>
                    <a:pt x="0" y="6328"/>
                  </a:lnTo>
                  <a:lnTo>
                    <a:pt x="15199" y="6328"/>
                  </a:lnTo>
                  <a:cubicBezTo>
                    <a:pt x="19837" y="6328"/>
                    <a:pt x="21244" y="6046"/>
                    <a:pt x="21244" y="6046"/>
                  </a:cubicBezTo>
                  <a:lnTo>
                    <a:pt x="24205" y="0"/>
                  </a:lnTo>
                  <a:lnTo>
                    <a:pt x="24205" y="0"/>
                  </a:lnTo>
                  <a:cubicBezTo>
                    <a:pt x="24205" y="1"/>
                    <a:pt x="17037" y="441"/>
                    <a:pt x="13344" y="441"/>
                  </a:cubicBezTo>
                  <a:cubicBezTo>
                    <a:pt x="12863" y="441"/>
                    <a:pt x="12442" y="434"/>
                    <a:pt x="12103" y="417"/>
                  </a:cubicBezTo>
                  <a:cubicBezTo>
                    <a:pt x="10977" y="282"/>
                    <a:pt x="9851" y="282"/>
                    <a:pt x="8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7"/>
            <p:cNvSpPr/>
            <p:nvPr/>
          </p:nvSpPr>
          <p:spPr>
            <a:xfrm>
              <a:off x="1656256" y="2469922"/>
              <a:ext cx="408936" cy="111525"/>
            </a:xfrm>
            <a:custGeom>
              <a:avLst/>
              <a:gdLst/>
              <a:ahLst/>
              <a:cxnLst/>
              <a:rect l="l" t="t" r="r" b="b"/>
              <a:pathLst>
                <a:path w="24769" h="6755" extrusionOk="0">
                  <a:moveTo>
                    <a:pt x="9007" y="563"/>
                  </a:moveTo>
                  <a:lnTo>
                    <a:pt x="12385" y="979"/>
                  </a:lnTo>
                  <a:cubicBezTo>
                    <a:pt x="12747" y="1000"/>
                    <a:pt x="13203" y="1010"/>
                    <a:pt x="13726" y="1010"/>
                  </a:cubicBezTo>
                  <a:cubicBezTo>
                    <a:pt x="16861" y="1010"/>
                    <a:pt x="22371" y="679"/>
                    <a:pt x="24059" y="563"/>
                  </a:cubicBezTo>
                  <a:lnTo>
                    <a:pt x="24059" y="563"/>
                  </a:lnTo>
                  <a:lnTo>
                    <a:pt x="21391" y="6046"/>
                  </a:lnTo>
                  <a:cubicBezTo>
                    <a:pt x="20963" y="6046"/>
                    <a:pt x="19275" y="6327"/>
                    <a:pt x="15481" y="6327"/>
                  </a:cubicBezTo>
                  <a:lnTo>
                    <a:pt x="1126" y="6327"/>
                  </a:lnTo>
                  <a:lnTo>
                    <a:pt x="9007" y="563"/>
                  </a:lnTo>
                  <a:close/>
                  <a:moveTo>
                    <a:pt x="8726" y="0"/>
                  </a:moveTo>
                  <a:lnTo>
                    <a:pt x="136" y="6327"/>
                  </a:lnTo>
                  <a:cubicBezTo>
                    <a:pt x="1" y="6327"/>
                    <a:pt x="1" y="6474"/>
                    <a:pt x="1" y="6609"/>
                  </a:cubicBezTo>
                  <a:cubicBezTo>
                    <a:pt x="1" y="6755"/>
                    <a:pt x="136" y="6755"/>
                    <a:pt x="282" y="6755"/>
                  </a:cubicBezTo>
                  <a:lnTo>
                    <a:pt x="15481" y="6755"/>
                  </a:lnTo>
                  <a:cubicBezTo>
                    <a:pt x="20119" y="6755"/>
                    <a:pt x="21526" y="6609"/>
                    <a:pt x="21673" y="6609"/>
                  </a:cubicBezTo>
                  <a:cubicBezTo>
                    <a:pt x="21673" y="6474"/>
                    <a:pt x="21808" y="6474"/>
                    <a:pt x="21808" y="6327"/>
                  </a:cubicBezTo>
                  <a:lnTo>
                    <a:pt x="24769" y="417"/>
                  </a:lnTo>
                  <a:cubicBezTo>
                    <a:pt x="24769" y="281"/>
                    <a:pt x="24769" y="135"/>
                    <a:pt x="24622" y="135"/>
                  </a:cubicBezTo>
                  <a:cubicBezTo>
                    <a:pt x="24622" y="0"/>
                    <a:pt x="24487" y="0"/>
                    <a:pt x="24487" y="0"/>
                  </a:cubicBezTo>
                  <a:cubicBezTo>
                    <a:pt x="24358" y="0"/>
                    <a:pt x="17184" y="441"/>
                    <a:pt x="13584" y="441"/>
                  </a:cubicBezTo>
                  <a:cubicBezTo>
                    <a:pt x="13116" y="441"/>
                    <a:pt x="12708" y="433"/>
                    <a:pt x="12385" y="417"/>
                  </a:cubicBezTo>
                  <a:cubicBezTo>
                    <a:pt x="11259" y="417"/>
                    <a:pt x="10133" y="281"/>
                    <a:pt x="90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7"/>
            <p:cNvSpPr/>
            <p:nvPr/>
          </p:nvSpPr>
          <p:spPr>
            <a:xfrm>
              <a:off x="1660911" y="2574379"/>
              <a:ext cx="355394" cy="25657"/>
            </a:xfrm>
            <a:custGeom>
              <a:avLst/>
              <a:gdLst/>
              <a:ahLst/>
              <a:cxnLst/>
              <a:rect l="l" t="t" r="r" b="b"/>
              <a:pathLst>
                <a:path w="21526" h="1554" extrusionOk="0">
                  <a:moveTo>
                    <a:pt x="21244" y="0"/>
                  </a:moveTo>
                  <a:lnTo>
                    <a:pt x="0" y="282"/>
                  </a:lnTo>
                  <a:lnTo>
                    <a:pt x="281" y="1407"/>
                  </a:lnTo>
                  <a:lnTo>
                    <a:pt x="15762" y="1407"/>
                  </a:lnTo>
                  <a:cubicBezTo>
                    <a:pt x="18993" y="1407"/>
                    <a:pt x="21526" y="1554"/>
                    <a:pt x="21526" y="1554"/>
                  </a:cubicBezTo>
                  <a:lnTo>
                    <a:pt x="21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7"/>
            <p:cNvSpPr/>
            <p:nvPr/>
          </p:nvSpPr>
          <p:spPr>
            <a:xfrm>
              <a:off x="1656256" y="2569723"/>
              <a:ext cx="362477" cy="34968"/>
            </a:xfrm>
            <a:custGeom>
              <a:avLst/>
              <a:gdLst/>
              <a:ahLst/>
              <a:cxnLst/>
              <a:rect l="l" t="t" r="r" b="b"/>
              <a:pathLst>
                <a:path w="21955" h="2118" extrusionOk="0">
                  <a:moveTo>
                    <a:pt x="21245" y="564"/>
                  </a:moveTo>
                  <a:lnTo>
                    <a:pt x="21391" y="1554"/>
                  </a:lnTo>
                  <a:cubicBezTo>
                    <a:pt x="20682" y="1554"/>
                    <a:pt x="18577" y="1408"/>
                    <a:pt x="16044" y="1408"/>
                  </a:cubicBezTo>
                  <a:lnTo>
                    <a:pt x="699" y="1408"/>
                  </a:lnTo>
                  <a:lnTo>
                    <a:pt x="563" y="710"/>
                  </a:lnTo>
                  <a:lnTo>
                    <a:pt x="21245" y="564"/>
                  </a:lnTo>
                  <a:close/>
                  <a:moveTo>
                    <a:pt x="21526" y="1"/>
                  </a:moveTo>
                  <a:lnTo>
                    <a:pt x="282" y="282"/>
                  </a:lnTo>
                  <a:lnTo>
                    <a:pt x="136" y="282"/>
                  </a:lnTo>
                  <a:cubicBezTo>
                    <a:pt x="1" y="429"/>
                    <a:pt x="1" y="429"/>
                    <a:pt x="1" y="564"/>
                  </a:cubicBezTo>
                  <a:lnTo>
                    <a:pt x="282" y="1689"/>
                  </a:lnTo>
                  <a:cubicBezTo>
                    <a:pt x="282" y="1836"/>
                    <a:pt x="417" y="1971"/>
                    <a:pt x="563" y="1971"/>
                  </a:cubicBezTo>
                  <a:lnTo>
                    <a:pt x="16044" y="1971"/>
                  </a:lnTo>
                  <a:cubicBezTo>
                    <a:pt x="19275" y="1971"/>
                    <a:pt x="21673" y="2117"/>
                    <a:pt x="21673" y="2117"/>
                  </a:cubicBezTo>
                  <a:lnTo>
                    <a:pt x="21808" y="2117"/>
                  </a:lnTo>
                  <a:cubicBezTo>
                    <a:pt x="21808" y="2117"/>
                    <a:pt x="21954" y="2117"/>
                    <a:pt x="21954" y="1971"/>
                  </a:cubicBezTo>
                  <a:lnTo>
                    <a:pt x="21954" y="1836"/>
                  </a:lnTo>
                  <a:lnTo>
                    <a:pt x="21808" y="147"/>
                  </a:lnTo>
                  <a:cubicBezTo>
                    <a:pt x="21808" y="1"/>
                    <a:pt x="21673" y="1"/>
                    <a:pt x="215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7"/>
            <p:cNvSpPr/>
            <p:nvPr/>
          </p:nvSpPr>
          <p:spPr>
            <a:xfrm>
              <a:off x="2011641" y="2474561"/>
              <a:ext cx="48903" cy="125476"/>
            </a:xfrm>
            <a:custGeom>
              <a:avLst/>
              <a:gdLst/>
              <a:ahLst/>
              <a:cxnLst/>
              <a:rect l="l" t="t" r="r" b="b"/>
              <a:pathLst>
                <a:path w="2962" h="7600" extrusionOk="0">
                  <a:moveTo>
                    <a:pt x="2961" y="0"/>
                  </a:moveTo>
                  <a:lnTo>
                    <a:pt x="0" y="6046"/>
                  </a:lnTo>
                  <a:lnTo>
                    <a:pt x="282" y="7600"/>
                  </a:lnTo>
                  <a:lnTo>
                    <a:pt x="2961" y="1408"/>
                  </a:lnTo>
                  <a:lnTo>
                    <a:pt x="29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7"/>
            <p:cNvSpPr/>
            <p:nvPr/>
          </p:nvSpPr>
          <p:spPr>
            <a:xfrm>
              <a:off x="2006986" y="2469922"/>
              <a:ext cx="58198" cy="134771"/>
            </a:xfrm>
            <a:custGeom>
              <a:avLst/>
              <a:gdLst/>
              <a:ahLst/>
              <a:cxnLst/>
              <a:rect l="l" t="t" r="r" b="b"/>
              <a:pathLst>
                <a:path w="3525" h="8163" extrusionOk="0">
                  <a:moveTo>
                    <a:pt x="2962" y="1407"/>
                  </a:moveTo>
                  <a:lnTo>
                    <a:pt x="2962" y="1689"/>
                  </a:lnTo>
                  <a:lnTo>
                    <a:pt x="710" y="6890"/>
                  </a:lnTo>
                  <a:lnTo>
                    <a:pt x="564" y="6327"/>
                  </a:lnTo>
                  <a:lnTo>
                    <a:pt x="2962" y="1407"/>
                  </a:lnTo>
                  <a:close/>
                  <a:moveTo>
                    <a:pt x="3243" y="0"/>
                  </a:moveTo>
                  <a:cubicBezTo>
                    <a:pt x="3097" y="0"/>
                    <a:pt x="2962" y="0"/>
                    <a:pt x="2962" y="135"/>
                  </a:cubicBezTo>
                  <a:lnTo>
                    <a:pt x="1" y="6192"/>
                  </a:lnTo>
                  <a:lnTo>
                    <a:pt x="1" y="6327"/>
                  </a:lnTo>
                  <a:lnTo>
                    <a:pt x="282" y="7881"/>
                  </a:lnTo>
                  <a:cubicBezTo>
                    <a:pt x="282" y="8016"/>
                    <a:pt x="282" y="8162"/>
                    <a:pt x="429" y="8162"/>
                  </a:cubicBezTo>
                  <a:lnTo>
                    <a:pt x="564" y="8162"/>
                  </a:lnTo>
                  <a:lnTo>
                    <a:pt x="710" y="8016"/>
                  </a:lnTo>
                  <a:lnTo>
                    <a:pt x="3525" y="1824"/>
                  </a:lnTo>
                  <a:lnTo>
                    <a:pt x="3525" y="1689"/>
                  </a:lnTo>
                  <a:lnTo>
                    <a:pt x="3525" y="281"/>
                  </a:lnTo>
                  <a:cubicBezTo>
                    <a:pt x="3525" y="135"/>
                    <a:pt x="3378" y="0"/>
                    <a:pt x="32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7"/>
            <p:cNvSpPr/>
            <p:nvPr/>
          </p:nvSpPr>
          <p:spPr>
            <a:xfrm>
              <a:off x="2113869" y="2699837"/>
              <a:ext cx="631986" cy="21017"/>
            </a:xfrm>
            <a:custGeom>
              <a:avLst/>
              <a:gdLst/>
              <a:ahLst/>
              <a:cxnLst/>
              <a:rect l="l" t="t" r="r" b="b"/>
              <a:pathLst>
                <a:path w="38279" h="1273" extrusionOk="0">
                  <a:moveTo>
                    <a:pt x="563" y="1"/>
                  </a:moveTo>
                  <a:cubicBezTo>
                    <a:pt x="282" y="1"/>
                    <a:pt x="0" y="282"/>
                    <a:pt x="0" y="563"/>
                  </a:cubicBezTo>
                  <a:cubicBezTo>
                    <a:pt x="0" y="991"/>
                    <a:pt x="282" y="1273"/>
                    <a:pt x="563" y="1273"/>
                  </a:cubicBezTo>
                  <a:lnTo>
                    <a:pt x="37715" y="1273"/>
                  </a:lnTo>
                  <a:cubicBezTo>
                    <a:pt x="37997" y="1273"/>
                    <a:pt x="38278" y="991"/>
                    <a:pt x="38278" y="563"/>
                  </a:cubicBezTo>
                  <a:cubicBezTo>
                    <a:pt x="38278" y="282"/>
                    <a:pt x="37997" y="1"/>
                    <a:pt x="377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7"/>
            <p:cNvSpPr/>
            <p:nvPr/>
          </p:nvSpPr>
          <p:spPr>
            <a:xfrm>
              <a:off x="2109213" y="2695198"/>
              <a:ext cx="641281" cy="30312"/>
            </a:xfrm>
            <a:custGeom>
              <a:avLst/>
              <a:gdLst/>
              <a:ahLst/>
              <a:cxnLst/>
              <a:rect l="l" t="t" r="r" b="b"/>
              <a:pathLst>
                <a:path w="38842" h="1836" extrusionOk="0">
                  <a:moveTo>
                    <a:pt x="38144" y="563"/>
                  </a:moveTo>
                  <a:cubicBezTo>
                    <a:pt x="38279" y="709"/>
                    <a:pt x="38279" y="709"/>
                    <a:pt x="38279" y="844"/>
                  </a:cubicBezTo>
                  <a:cubicBezTo>
                    <a:pt x="38279" y="1126"/>
                    <a:pt x="38144" y="1272"/>
                    <a:pt x="37997" y="1272"/>
                  </a:cubicBezTo>
                  <a:lnTo>
                    <a:pt x="845" y="1272"/>
                  </a:lnTo>
                  <a:cubicBezTo>
                    <a:pt x="710" y="1272"/>
                    <a:pt x="564" y="1126"/>
                    <a:pt x="564" y="844"/>
                  </a:cubicBezTo>
                  <a:cubicBezTo>
                    <a:pt x="564" y="709"/>
                    <a:pt x="710" y="563"/>
                    <a:pt x="845" y="563"/>
                  </a:cubicBezTo>
                  <a:close/>
                  <a:moveTo>
                    <a:pt x="845" y="0"/>
                  </a:moveTo>
                  <a:cubicBezTo>
                    <a:pt x="429" y="0"/>
                    <a:pt x="1" y="428"/>
                    <a:pt x="1" y="844"/>
                  </a:cubicBezTo>
                  <a:cubicBezTo>
                    <a:pt x="1" y="1407"/>
                    <a:pt x="429" y="1835"/>
                    <a:pt x="845" y="1835"/>
                  </a:cubicBezTo>
                  <a:lnTo>
                    <a:pt x="37997" y="1835"/>
                  </a:lnTo>
                  <a:cubicBezTo>
                    <a:pt x="38425" y="1689"/>
                    <a:pt x="38842" y="1407"/>
                    <a:pt x="38842" y="844"/>
                  </a:cubicBezTo>
                  <a:cubicBezTo>
                    <a:pt x="38842" y="563"/>
                    <a:pt x="38707" y="428"/>
                    <a:pt x="38560" y="282"/>
                  </a:cubicBezTo>
                  <a:cubicBezTo>
                    <a:pt x="38425" y="0"/>
                    <a:pt x="38144" y="0"/>
                    <a:pt x="379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7"/>
            <p:cNvSpPr/>
            <p:nvPr/>
          </p:nvSpPr>
          <p:spPr>
            <a:xfrm>
              <a:off x="2074460" y="2274743"/>
              <a:ext cx="708576" cy="425116"/>
            </a:xfrm>
            <a:custGeom>
              <a:avLst/>
              <a:gdLst/>
              <a:ahLst/>
              <a:cxnLst/>
              <a:rect l="l" t="t" r="r" b="b"/>
              <a:pathLst>
                <a:path w="42918" h="25749" extrusionOk="0">
                  <a:moveTo>
                    <a:pt x="564" y="1"/>
                  </a:moveTo>
                  <a:cubicBezTo>
                    <a:pt x="282" y="1"/>
                    <a:pt x="1" y="282"/>
                    <a:pt x="136" y="564"/>
                  </a:cubicBezTo>
                  <a:lnTo>
                    <a:pt x="2106" y="25186"/>
                  </a:lnTo>
                  <a:cubicBezTo>
                    <a:pt x="2106" y="25467"/>
                    <a:pt x="2387" y="25749"/>
                    <a:pt x="2669" y="25749"/>
                  </a:cubicBezTo>
                  <a:lnTo>
                    <a:pt x="40384" y="25749"/>
                  </a:lnTo>
                  <a:cubicBezTo>
                    <a:pt x="40665" y="25749"/>
                    <a:pt x="40947" y="25467"/>
                    <a:pt x="40947" y="25186"/>
                  </a:cubicBezTo>
                  <a:lnTo>
                    <a:pt x="42917" y="564"/>
                  </a:lnTo>
                  <a:cubicBezTo>
                    <a:pt x="42917" y="282"/>
                    <a:pt x="42636" y="1"/>
                    <a:pt x="42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7"/>
            <p:cNvSpPr/>
            <p:nvPr/>
          </p:nvSpPr>
          <p:spPr>
            <a:xfrm>
              <a:off x="2072050" y="2270104"/>
              <a:ext cx="715626" cy="434395"/>
            </a:xfrm>
            <a:custGeom>
              <a:avLst/>
              <a:gdLst/>
              <a:ahLst/>
              <a:cxnLst/>
              <a:rect l="l" t="t" r="r" b="b"/>
              <a:pathLst>
                <a:path w="43345" h="26311" extrusionOk="0">
                  <a:moveTo>
                    <a:pt x="42782" y="563"/>
                  </a:moveTo>
                  <a:lnTo>
                    <a:pt x="42782" y="845"/>
                  </a:lnTo>
                  <a:lnTo>
                    <a:pt x="40811" y="25467"/>
                  </a:lnTo>
                  <a:cubicBezTo>
                    <a:pt x="40811" y="25613"/>
                    <a:pt x="40676" y="25748"/>
                    <a:pt x="40530" y="25748"/>
                  </a:cubicBezTo>
                  <a:lnTo>
                    <a:pt x="2815" y="25748"/>
                  </a:lnTo>
                  <a:cubicBezTo>
                    <a:pt x="2680" y="25748"/>
                    <a:pt x="2533" y="25613"/>
                    <a:pt x="2533" y="25467"/>
                  </a:cubicBezTo>
                  <a:lnTo>
                    <a:pt x="563" y="845"/>
                  </a:lnTo>
                  <a:lnTo>
                    <a:pt x="563" y="698"/>
                  </a:lnTo>
                  <a:cubicBezTo>
                    <a:pt x="563" y="563"/>
                    <a:pt x="710" y="563"/>
                    <a:pt x="845" y="563"/>
                  </a:cubicBezTo>
                  <a:close/>
                  <a:moveTo>
                    <a:pt x="710" y="0"/>
                  </a:moveTo>
                  <a:cubicBezTo>
                    <a:pt x="428" y="0"/>
                    <a:pt x="282" y="135"/>
                    <a:pt x="147" y="282"/>
                  </a:cubicBezTo>
                  <a:cubicBezTo>
                    <a:pt x="0" y="417"/>
                    <a:pt x="0" y="698"/>
                    <a:pt x="0" y="845"/>
                  </a:cubicBezTo>
                  <a:lnTo>
                    <a:pt x="1970" y="25467"/>
                  </a:lnTo>
                  <a:cubicBezTo>
                    <a:pt x="2117" y="25894"/>
                    <a:pt x="2398" y="26311"/>
                    <a:pt x="2815" y="26311"/>
                  </a:cubicBezTo>
                  <a:lnTo>
                    <a:pt x="40530" y="26311"/>
                  </a:lnTo>
                  <a:cubicBezTo>
                    <a:pt x="40958" y="26311"/>
                    <a:pt x="41239" y="25894"/>
                    <a:pt x="41374" y="25467"/>
                  </a:cubicBezTo>
                  <a:lnTo>
                    <a:pt x="43344" y="845"/>
                  </a:lnTo>
                  <a:cubicBezTo>
                    <a:pt x="43344" y="563"/>
                    <a:pt x="43344" y="417"/>
                    <a:pt x="43063" y="282"/>
                  </a:cubicBezTo>
                  <a:cubicBezTo>
                    <a:pt x="42928" y="135"/>
                    <a:pt x="42782" y="0"/>
                    <a:pt x="425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7"/>
            <p:cNvSpPr/>
            <p:nvPr/>
          </p:nvSpPr>
          <p:spPr>
            <a:xfrm>
              <a:off x="2371848" y="2448905"/>
              <a:ext cx="116197" cy="88312"/>
            </a:xfrm>
            <a:custGeom>
              <a:avLst/>
              <a:gdLst/>
              <a:ahLst/>
              <a:cxnLst/>
              <a:rect l="l" t="t" r="r" b="b"/>
              <a:pathLst>
                <a:path w="7038" h="5349" extrusionOk="0">
                  <a:moveTo>
                    <a:pt x="3513" y="1"/>
                  </a:moveTo>
                  <a:cubicBezTo>
                    <a:pt x="1543" y="1"/>
                    <a:pt x="1" y="1273"/>
                    <a:pt x="1" y="2680"/>
                  </a:cubicBezTo>
                  <a:cubicBezTo>
                    <a:pt x="1" y="4223"/>
                    <a:pt x="1543" y="5349"/>
                    <a:pt x="3513" y="5349"/>
                  </a:cubicBezTo>
                  <a:cubicBezTo>
                    <a:pt x="5484" y="5349"/>
                    <a:pt x="7037" y="4223"/>
                    <a:pt x="7037" y="2680"/>
                  </a:cubicBezTo>
                  <a:cubicBezTo>
                    <a:pt x="7037" y="1273"/>
                    <a:pt x="5484" y="1"/>
                    <a:pt x="3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7"/>
            <p:cNvSpPr/>
            <p:nvPr/>
          </p:nvSpPr>
          <p:spPr>
            <a:xfrm>
              <a:off x="2367209" y="2446676"/>
              <a:ext cx="125476" cy="95180"/>
            </a:xfrm>
            <a:custGeom>
              <a:avLst/>
              <a:gdLst/>
              <a:ahLst/>
              <a:cxnLst/>
              <a:rect l="l" t="t" r="r" b="b"/>
              <a:pathLst>
                <a:path w="7600" h="5765" extrusionOk="0">
                  <a:moveTo>
                    <a:pt x="3794" y="417"/>
                  </a:moveTo>
                  <a:cubicBezTo>
                    <a:pt x="5629" y="417"/>
                    <a:pt x="7037" y="1543"/>
                    <a:pt x="7037" y="2815"/>
                  </a:cubicBezTo>
                  <a:cubicBezTo>
                    <a:pt x="7037" y="4223"/>
                    <a:pt x="5629" y="5202"/>
                    <a:pt x="3794" y="5202"/>
                  </a:cubicBezTo>
                  <a:cubicBezTo>
                    <a:pt x="1971" y="5202"/>
                    <a:pt x="563" y="4223"/>
                    <a:pt x="563" y="2815"/>
                  </a:cubicBezTo>
                  <a:cubicBezTo>
                    <a:pt x="563" y="1543"/>
                    <a:pt x="1971" y="417"/>
                    <a:pt x="3794" y="417"/>
                  </a:cubicBezTo>
                  <a:close/>
                  <a:moveTo>
                    <a:pt x="3794" y="1"/>
                  </a:moveTo>
                  <a:cubicBezTo>
                    <a:pt x="1689" y="1"/>
                    <a:pt x="0" y="1262"/>
                    <a:pt x="0" y="2815"/>
                  </a:cubicBezTo>
                  <a:cubicBezTo>
                    <a:pt x="0" y="4504"/>
                    <a:pt x="1689" y="5765"/>
                    <a:pt x="3794" y="5765"/>
                  </a:cubicBezTo>
                  <a:cubicBezTo>
                    <a:pt x="5911" y="5765"/>
                    <a:pt x="7600" y="4504"/>
                    <a:pt x="7600" y="2815"/>
                  </a:cubicBezTo>
                  <a:cubicBezTo>
                    <a:pt x="7600" y="1262"/>
                    <a:pt x="5911" y="1"/>
                    <a:pt x="3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7"/>
            <p:cNvSpPr/>
            <p:nvPr/>
          </p:nvSpPr>
          <p:spPr>
            <a:xfrm>
              <a:off x="3092096" y="2115754"/>
              <a:ext cx="30131" cy="66073"/>
            </a:xfrm>
            <a:custGeom>
              <a:avLst/>
              <a:gdLst/>
              <a:ahLst/>
              <a:cxnLst/>
              <a:rect l="l" t="t" r="r" b="b"/>
              <a:pathLst>
                <a:path w="1825" h="4002" extrusionOk="0">
                  <a:moveTo>
                    <a:pt x="1385" y="0"/>
                  </a:moveTo>
                  <a:cubicBezTo>
                    <a:pt x="1347" y="0"/>
                    <a:pt x="1305" y="18"/>
                    <a:pt x="1261" y="61"/>
                  </a:cubicBezTo>
                  <a:cubicBezTo>
                    <a:pt x="1126" y="61"/>
                    <a:pt x="1126" y="196"/>
                    <a:pt x="1126" y="343"/>
                  </a:cubicBezTo>
                  <a:cubicBezTo>
                    <a:pt x="1261" y="759"/>
                    <a:pt x="1261" y="1322"/>
                    <a:pt x="1126" y="1885"/>
                  </a:cubicBezTo>
                  <a:cubicBezTo>
                    <a:pt x="980" y="2448"/>
                    <a:pt x="563" y="3011"/>
                    <a:pt x="136" y="3439"/>
                  </a:cubicBezTo>
                  <a:cubicBezTo>
                    <a:pt x="0" y="3574"/>
                    <a:pt x="0" y="3720"/>
                    <a:pt x="0" y="3855"/>
                  </a:cubicBezTo>
                  <a:cubicBezTo>
                    <a:pt x="136" y="3855"/>
                    <a:pt x="136" y="4002"/>
                    <a:pt x="282" y="4002"/>
                  </a:cubicBezTo>
                  <a:cubicBezTo>
                    <a:pt x="282" y="4002"/>
                    <a:pt x="417" y="4002"/>
                    <a:pt x="417" y="3855"/>
                  </a:cubicBezTo>
                  <a:cubicBezTo>
                    <a:pt x="980" y="3439"/>
                    <a:pt x="1408" y="2730"/>
                    <a:pt x="1689" y="1885"/>
                  </a:cubicBezTo>
                  <a:cubicBezTo>
                    <a:pt x="1824" y="1322"/>
                    <a:pt x="1824" y="759"/>
                    <a:pt x="1543" y="196"/>
                  </a:cubicBezTo>
                  <a:cubicBezTo>
                    <a:pt x="1543" y="101"/>
                    <a:pt x="1476" y="0"/>
                    <a:pt x="1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7"/>
            <p:cNvSpPr/>
            <p:nvPr/>
          </p:nvSpPr>
          <p:spPr>
            <a:xfrm>
              <a:off x="2975934" y="2185458"/>
              <a:ext cx="113770" cy="314582"/>
            </a:xfrm>
            <a:custGeom>
              <a:avLst/>
              <a:gdLst/>
              <a:ahLst/>
              <a:cxnLst/>
              <a:rect l="l" t="t" r="r" b="b"/>
              <a:pathLst>
                <a:path w="6891" h="19054" extrusionOk="0">
                  <a:moveTo>
                    <a:pt x="6033" y="0"/>
                  </a:moveTo>
                  <a:cubicBezTo>
                    <a:pt x="5991" y="0"/>
                    <a:pt x="5951" y="18"/>
                    <a:pt x="5911" y="61"/>
                  </a:cubicBezTo>
                  <a:cubicBezTo>
                    <a:pt x="5629" y="196"/>
                    <a:pt x="5201" y="478"/>
                    <a:pt x="4785" y="624"/>
                  </a:cubicBezTo>
                  <a:cubicBezTo>
                    <a:pt x="2668" y="1750"/>
                    <a:pt x="0" y="3157"/>
                    <a:pt x="0" y="6107"/>
                  </a:cubicBezTo>
                  <a:cubicBezTo>
                    <a:pt x="0" y="8640"/>
                    <a:pt x="1689" y="10329"/>
                    <a:pt x="3096" y="11736"/>
                  </a:cubicBezTo>
                  <a:cubicBezTo>
                    <a:pt x="3940" y="12580"/>
                    <a:pt x="4785" y="13290"/>
                    <a:pt x="5201" y="14269"/>
                  </a:cubicBezTo>
                  <a:cubicBezTo>
                    <a:pt x="6192" y="16386"/>
                    <a:pt x="2815" y="18491"/>
                    <a:pt x="2815" y="18491"/>
                  </a:cubicBezTo>
                  <a:cubicBezTo>
                    <a:pt x="2668" y="18637"/>
                    <a:pt x="2668" y="18772"/>
                    <a:pt x="2668" y="18919"/>
                  </a:cubicBezTo>
                  <a:cubicBezTo>
                    <a:pt x="2815" y="18919"/>
                    <a:pt x="2815" y="19054"/>
                    <a:pt x="2950" y="19054"/>
                  </a:cubicBezTo>
                  <a:lnTo>
                    <a:pt x="3096" y="18919"/>
                  </a:lnTo>
                  <a:cubicBezTo>
                    <a:pt x="3231" y="18919"/>
                    <a:pt x="6890" y="16667"/>
                    <a:pt x="5629" y="13988"/>
                  </a:cubicBezTo>
                  <a:cubicBezTo>
                    <a:pt x="5201" y="13008"/>
                    <a:pt x="4357" y="12164"/>
                    <a:pt x="3513" y="11319"/>
                  </a:cubicBezTo>
                  <a:cubicBezTo>
                    <a:pt x="1970" y="9912"/>
                    <a:pt x="563" y="8505"/>
                    <a:pt x="563" y="6107"/>
                  </a:cubicBezTo>
                  <a:cubicBezTo>
                    <a:pt x="563" y="3574"/>
                    <a:pt x="2950" y="2313"/>
                    <a:pt x="5066" y="1187"/>
                  </a:cubicBezTo>
                  <a:cubicBezTo>
                    <a:pt x="5483" y="906"/>
                    <a:pt x="5911" y="759"/>
                    <a:pt x="6192" y="478"/>
                  </a:cubicBezTo>
                  <a:cubicBezTo>
                    <a:pt x="6327" y="478"/>
                    <a:pt x="6327" y="196"/>
                    <a:pt x="6327" y="196"/>
                  </a:cubicBezTo>
                  <a:cubicBezTo>
                    <a:pt x="6232" y="101"/>
                    <a:pt x="6131" y="0"/>
                    <a:pt x="6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7"/>
            <p:cNvSpPr/>
            <p:nvPr/>
          </p:nvSpPr>
          <p:spPr>
            <a:xfrm>
              <a:off x="3050277" y="2355971"/>
              <a:ext cx="67295" cy="141837"/>
            </a:xfrm>
            <a:custGeom>
              <a:avLst/>
              <a:gdLst/>
              <a:ahLst/>
              <a:cxnLst/>
              <a:rect l="l" t="t" r="r" b="b"/>
              <a:pathLst>
                <a:path w="4076" h="8591" extrusionOk="0">
                  <a:moveTo>
                    <a:pt x="135" y="1"/>
                  </a:moveTo>
                  <a:cubicBezTo>
                    <a:pt x="0" y="147"/>
                    <a:pt x="0" y="282"/>
                    <a:pt x="0" y="429"/>
                  </a:cubicBezTo>
                  <a:lnTo>
                    <a:pt x="1689" y="2117"/>
                  </a:lnTo>
                  <a:cubicBezTo>
                    <a:pt x="2815" y="3243"/>
                    <a:pt x="3513" y="3941"/>
                    <a:pt x="3513" y="4932"/>
                  </a:cubicBezTo>
                  <a:cubicBezTo>
                    <a:pt x="3513" y="6756"/>
                    <a:pt x="1689" y="8028"/>
                    <a:pt x="1689" y="8163"/>
                  </a:cubicBezTo>
                  <a:cubicBezTo>
                    <a:pt x="1543" y="8163"/>
                    <a:pt x="1408" y="8309"/>
                    <a:pt x="1543" y="8444"/>
                  </a:cubicBezTo>
                  <a:cubicBezTo>
                    <a:pt x="1543" y="8591"/>
                    <a:pt x="1689" y="8591"/>
                    <a:pt x="1824" y="8591"/>
                  </a:cubicBezTo>
                  <a:lnTo>
                    <a:pt x="1971" y="8591"/>
                  </a:lnTo>
                  <a:cubicBezTo>
                    <a:pt x="1971" y="8444"/>
                    <a:pt x="4076" y="7183"/>
                    <a:pt x="4076" y="4932"/>
                  </a:cubicBezTo>
                  <a:cubicBezTo>
                    <a:pt x="4076" y="3806"/>
                    <a:pt x="3232" y="2962"/>
                    <a:pt x="2106" y="1836"/>
                  </a:cubicBezTo>
                  <a:cubicBezTo>
                    <a:pt x="1543" y="1273"/>
                    <a:pt x="1126" y="710"/>
                    <a:pt x="4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7"/>
            <p:cNvSpPr/>
            <p:nvPr/>
          </p:nvSpPr>
          <p:spPr>
            <a:xfrm>
              <a:off x="3008458" y="2284038"/>
              <a:ext cx="32541" cy="58016"/>
            </a:xfrm>
            <a:custGeom>
              <a:avLst/>
              <a:gdLst/>
              <a:ahLst/>
              <a:cxnLst/>
              <a:rect l="l" t="t" r="r" b="b"/>
              <a:pathLst>
                <a:path w="1971" h="3514" extrusionOk="0">
                  <a:moveTo>
                    <a:pt x="1408" y="1"/>
                  </a:moveTo>
                  <a:cubicBezTo>
                    <a:pt x="1261" y="1"/>
                    <a:pt x="1126" y="1"/>
                    <a:pt x="1126" y="136"/>
                  </a:cubicBezTo>
                  <a:cubicBezTo>
                    <a:pt x="0" y="2252"/>
                    <a:pt x="1543" y="3378"/>
                    <a:pt x="1543" y="3378"/>
                  </a:cubicBezTo>
                  <a:cubicBezTo>
                    <a:pt x="1543" y="3513"/>
                    <a:pt x="1689" y="3513"/>
                    <a:pt x="1689" y="3513"/>
                  </a:cubicBezTo>
                  <a:cubicBezTo>
                    <a:pt x="1824" y="3513"/>
                    <a:pt x="1824" y="3513"/>
                    <a:pt x="1970" y="3378"/>
                  </a:cubicBezTo>
                  <a:cubicBezTo>
                    <a:pt x="1970" y="3232"/>
                    <a:pt x="1970" y="3097"/>
                    <a:pt x="1824" y="2950"/>
                  </a:cubicBezTo>
                  <a:cubicBezTo>
                    <a:pt x="1824" y="2950"/>
                    <a:pt x="698" y="2106"/>
                    <a:pt x="1543" y="417"/>
                  </a:cubicBezTo>
                  <a:cubicBezTo>
                    <a:pt x="1689" y="282"/>
                    <a:pt x="1543" y="136"/>
                    <a:pt x="1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7"/>
            <p:cNvSpPr/>
            <p:nvPr/>
          </p:nvSpPr>
          <p:spPr>
            <a:xfrm>
              <a:off x="2239325" y="1217507"/>
              <a:ext cx="397412" cy="474002"/>
            </a:xfrm>
            <a:custGeom>
              <a:avLst/>
              <a:gdLst/>
              <a:ahLst/>
              <a:cxnLst/>
              <a:rect l="l" t="t" r="r" b="b"/>
              <a:pathLst>
                <a:path w="24071" h="28710" extrusionOk="0">
                  <a:moveTo>
                    <a:pt x="9852" y="17598"/>
                  </a:moveTo>
                  <a:cubicBezTo>
                    <a:pt x="9998" y="20975"/>
                    <a:pt x="11540" y="24071"/>
                    <a:pt x="14220" y="26041"/>
                  </a:cubicBezTo>
                  <a:cubicBezTo>
                    <a:pt x="15064" y="26604"/>
                    <a:pt x="15762" y="27021"/>
                    <a:pt x="16607" y="27167"/>
                  </a:cubicBezTo>
                  <a:cubicBezTo>
                    <a:pt x="16455" y="27183"/>
                    <a:pt x="16282" y="27194"/>
                    <a:pt x="16093" y="27194"/>
                  </a:cubicBezTo>
                  <a:cubicBezTo>
                    <a:pt x="14711" y="27194"/>
                    <a:pt x="12429" y="26648"/>
                    <a:pt x="10696" y="23925"/>
                  </a:cubicBezTo>
                  <a:cubicBezTo>
                    <a:pt x="9717" y="22236"/>
                    <a:pt x="9717" y="19421"/>
                    <a:pt x="9852" y="17879"/>
                  </a:cubicBezTo>
                  <a:lnTo>
                    <a:pt x="9852" y="17598"/>
                  </a:lnTo>
                  <a:close/>
                  <a:moveTo>
                    <a:pt x="11405" y="1"/>
                  </a:moveTo>
                  <a:cubicBezTo>
                    <a:pt x="7183" y="1"/>
                    <a:pt x="3660" y="3097"/>
                    <a:pt x="3660" y="6756"/>
                  </a:cubicBezTo>
                  <a:cubicBezTo>
                    <a:pt x="3660" y="8163"/>
                    <a:pt x="4087" y="9435"/>
                    <a:pt x="4932" y="10561"/>
                  </a:cubicBezTo>
                  <a:cubicBezTo>
                    <a:pt x="4087" y="10561"/>
                    <a:pt x="2680" y="10843"/>
                    <a:pt x="991" y="12948"/>
                  </a:cubicBezTo>
                  <a:cubicBezTo>
                    <a:pt x="845" y="13094"/>
                    <a:pt x="845" y="13229"/>
                    <a:pt x="991" y="13376"/>
                  </a:cubicBezTo>
                  <a:lnTo>
                    <a:pt x="1127" y="13376"/>
                  </a:lnTo>
                  <a:cubicBezTo>
                    <a:pt x="1273" y="13376"/>
                    <a:pt x="1273" y="13376"/>
                    <a:pt x="1408" y="13229"/>
                  </a:cubicBezTo>
                  <a:cubicBezTo>
                    <a:pt x="2955" y="11488"/>
                    <a:pt x="4104" y="11146"/>
                    <a:pt x="4763" y="11146"/>
                  </a:cubicBezTo>
                  <a:cubicBezTo>
                    <a:pt x="5062" y="11146"/>
                    <a:pt x="5260" y="11217"/>
                    <a:pt x="5348" y="11259"/>
                  </a:cubicBezTo>
                  <a:cubicBezTo>
                    <a:pt x="4932" y="11541"/>
                    <a:pt x="4369" y="11822"/>
                    <a:pt x="3941" y="12250"/>
                  </a:cubicBezTo>
                  <a:cubicBezTo>
                    <a:pt x="1554" y="14502"/>
                    <a:pt x="1" y="18723"/>
                    <a:pt x="147" y="22236"/>
                  </a:cubicBezTo>
                  <a:cubicBezTo>
                    <a:pt x="429" y="24634"/>
                    <a:pt x="1273" y="26886"/>
                    <a:pt x="2680" y="28709"/>
                  </a:cubicBezTo>
                  <a:cubicBezTo>
                    <a:pt x="4369" y="27449"/>
                    <a:pt x="5911" y="25760"/>
                    <a:pt x="7037" y="23790"/>
                  </a:cubicBezTo>
                  <a:cubicBezTo>
                    <a:pt x="7881" y="22382"/>
                    <a:pt x="8591" y="20829"/>
                    <a:pt x="9154" y="19421"/>
                  </a:cubicBezTo>
                  <a:cubicBezTo>
                    <a:pt x="9154" y="20975"/>
                    <a:pt x="9435" y="22945"/>
                    <a:pt x="10133" y="24206"/>
                  </a:cubicBezTo>
                  <a:cubicBezTo>
                    <a:pt x="11349" y="26358"/>
                    <a:pt x="13583" y="27739"/>
                    <a:pt x="15990" y="27739"/>
                  </a:cubicBezTo>
                  <a:cubicBezTo>
                    <a:pt x="16101" y="27739"/>
                    <a:pt x="16213" y="27736"/>
                    <a:pt x="16325" y="27730"/>
                  </a:cubicBezTo>
                  <a:lnTo>
                    <a:pt x="17597" y="27730"/>
                  </a:lnTo>
                  <a:cubicBezTo>
                    <a:pt x="17597" y="27584"/>
                    <a:pt x="17732" y="27584"/>
                    <a:pt x="17732" y="27584"/>
                  </a:cubicBezTo>
                  <a:cubicBezTo>
                    <a:pt x="18619" y="27763"/>
                    <a:pt x="19481" y="27841"/>
                    <a:pt x="20212" y="27841"/>
                  </a:cubicBezTo>
                  <a:cubicBezTo>
                    <a:pt x="21227" y="27841"/>
                    <a:pt x="21994" y="27691"/>
                    <a:pt x="22236" y="27449"/>
                  </a:cubicBezTo>
                  <a:cubicBezTo>
                    <a:pt x="22664" y="26739"/>
                    <a:pt x="23362" y="24634"/>
                    <a:pt x="23643" y="21819"/>
                  </a:cubicBezTo>
                  <a:cubicBezTo>
                    <a:pt x="24071" y="17316"/>
                    <a:pt x="21256" y="13376"/>
                    <a:pt x="17879" y="11259"/>
                  </a:cubicBezTo>
                  <a:cubicBezTo>
                    <a:pt x="18442" y="11124"/>
                    <a:pt x="19849" y="10561"/>
                    <a:pt x="20828" y="8445"/>
                  </a:cubicBezTo>
                  <a:cubicBezTo>
                    <a:pt x="20828" y="8309"/>
                    <a:pt x="20828" y="8163"/>
                    <a:pt x="20693" y="8028"/>
                  </a:cubicBezTo>
                  <a:cubicBezTo>
                    <a:pt x="20547" y="8028"/>
                    <a:pt x="20412" y="8028"/>
                    <a:pt x="20266" y="8163"/>
                  </a:cubicBezTo>
                  <a:cubicBezTo>
                    <a:pt x="19421" y="10133"/>
                    <a:pt x="18295" y="10561"/>
                    <a:pt x="17732" y="10696"/>
                  </a:cubicBezTo>
                  <a:cubicBezTo>
                    <a:pt x="18577" y="9570"/>
                    <a:pt x="19140" y="8163"/>
                    <a:pt x="19140" y="6756"/>
                  </a:cubicBezTo>
                  <a:cubicBezTo>
                    <a:pt x="19140" y="3097"/>
                    <a:pt x="15627" y="1"/>
                    <a:pt x="114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7"/>
            <p:cNvSpPr/>
            <p:nvPr/>
          </p:nvSpPr>
          <p:spPr>
            <a:xfrm>
              <a:off x="2409028" y="1469776"/>
              <a:ext cx="206705" cy="147385"/>
            </a:xfrm>
            <a:custGeom>
              <a:avLst/>
              <a:gdLst/>
              <a:ahLst/>
              <a:cxnLst/>
              <a:rect l="l" t="t" r="r" b="b"/>
              <a:pathLst>
                <a:path w="12520" h="8927" extrusionOk="0">
                  <a:moveTo>
                    <a:pt x="460" y="1"/>
                  </a:moveTo>
                  <a:cubicBezTo>
                    <a:pt x="417" y="1"/>
                    <a:pt x="417" y="66"/>
                    <a:pt x="417" y="66"/>
                  </a:cubicBezTo>
                  <a:cubicBezTo>
                    <a:pt x="417" y="201"/>
                    <a:pt x="0" y="3443"/>
                    <a:pt x="4222" y="6674"/>
                  </a:cubicBezTo>
                  <a:cubicBezTo>
                    <a:pt x="6328" y="8363"/>
                    <a:pt x="8444" y="8791"/>
                    <a:pt x="9851" y="8926"/>
                  </a:cubicBezTo>
                  <a:lnTo>
                    <a:pt x="10414" y="8926"/>
                  </a:lnTo>
                  <a:cubicBezTo>
                    <a:pt x="11540" y="8926"/>
                    <a:pt x="12385" y="8645"/>
                    <a:pt x="12385" y="8645"/>
                  </a:cubicBezTo>
                  <a:cubicBezTo>
                    <a:pt x="12520" y="8645"/>
                    <a:pt x="12520" y="8645"/>
                    <a:pt x="12520" y="8510"/>
                  </a:cubicBezTo>
                  <a:cubicBezTo>
                    <a:pt x="12385" y="8510"/>
                    <a:pt x="12385" y="8363"/>
                    <a:pt x="12238" y="8363"/>
                  </a:cubicBezTo>
                  <a:cubicBezTo>
                    <a:pt x="12238" y="8428"/>
                    <a:pt x="11502" y="8682"/>
                    <a:pt x="10329" y="8682"/>
                  </a:cubicBezTo>
                  <a:cubicBezTo>
                    <a:pt x="8839" y="8682"/>
                    <a:pt x="6644" y="8272"/>
                    <a:pt x="4357" y="6539"/>
                  </a:cubicBezTo>
                  <a:cubicBezTo>
                    <a:pt x="282" y="3443"/>
                    <a:pt x="698" y="201"/>
                    <a:pt x="698" y="201"/>
                  </a:cubicBezTo>
                  <a:cubicBezTo>
                    <a:pt x="698" y="66"/>
                    <a:pt x="563" y="66"/>
                    <a:pt x="563" y="66"/>
                  </a:cubicBezTo>
                  <a:cubicBezTo>
                    <a:pt x="515" y="17"/>
                    <a:pt x="482"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7"/>
            <p:cNvSpPr/>
            <p:nvPr/>
          </p:nvSpPr>
          <p:spPr>
            <a:xfrm>
              <a:off x="2425190" y="1452276"/>
              <a:ext cx="176607" cy="85885"/>
            </a:xfrm>
            <a:custGeom>
              <a:avLst/>
              <a:gdLst/>
              <a:ahLst/>
              <a:cxnLst/>
              <a:rect l="l" t="t" r="r" b="b"/>
              <a:pathLst>
                <a:path w="10697" h="5202" extrusionOk="0">
                  <a:moveTo>
                    <a:pt x="147" y="0"/>
                  </a:moveTo>
                  <a:cubicBezTo>
                    <a:pt x="1" y="0"/>
                    <a:pt x="1" y="135"/>
                    <a:pt x="1" y="135"/>
                  </a:cubicBezTo>
                  <a:cubicBezTo>
                    <a:pt x="147" y="282"/>
                    <a:pt x="3525" y="5201"/>
                    <a:pt x="8591" y="5201"/>
                  </a:cubicBezTo>
                  <a:cubicBezTo>
                    <a:pt x="9289" y="5201"/>
                    <a:pt x="9852" y="5201"/>
                    <a:pt x="10561" y="4920"/>
                  </a:cubicBezTo>
                  <a:cubicBezTo>
                    <a:pt x="10696" y="4920"/>
                    <a:pt x="10696" y="4920"/>
                    <a:pt x="10696" y="4785"/>
                  </a:cubicBezTo>
                  <a:lnTo>
                    <a:pt x="10561" y="4638"/>
                  </a:lnTo>
                  <a:cubicBezTo>
                    <a:pt x="9853" y="4841"/>
                    <a:pt x="9167" y="4930"/>
                    <a:pt x="8507" y="4930"/>
                  </a:cubicBezTo>
                  <a:cubicBezTo>
                    <a:pt x="3666" y="4930"/>
                    <a:pt x="282" y="119"/>
                    <a:pt x="2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7"/>
            <p:cNvSpPr/>
            <p:nvPr/>
          </p:nvSpPr>
          <p:spPr>
            <a:xfrm>
              <a:off x="2260326" y="1409928"/>
              <a:ext cx="134788" cy="102758"/>
            </a:xfrm>
            <a:custGeom>
              <a:avLst/>
              <a:gdLst/>
              <a:ahLst/>
              <a:cxnLst/>
              <a:rect l="l" t="t" r="r" b="b"/>
              <a:pathLst>
                <a:path w="8164" h="6224" extrusionOk="0">
                  <a:moveTo>
                    <a:pt x="6034" y="0"/>
                  </a:moveTo>
                  <a:cubicBezTo>
                    <a:pt x="5134" y="0"/>
                    <a:pt x="4235" y="251"/>
                    <a:pt x="3513" y="730"/>
                  </a:cubicBezTo>
                  <a:cubicBezTo>
                    <a:pt x="1127" y="2284"/>
                    <a:pt x="1" y="5943"/>
                    <a:pt x="1" y="6078"/>
                  </a:cubicBezTo>
                  <a:lnTo>
                    <a:pt x="1" y="6224"/>
                  </a:lnTo>
                  <a:lnTo>
                    <a:pt x="136" y="6224"/>
                  </a:lnTo>
                  <a:lnTo>
                    <a:pt x="282" y="6078"/>
                  </a:lnTo>
                  <a:cubicBezTo>
                    <a:pt x="282" y="6078"/>
                    <a:pt x="1408" y="2565"/>
                    <a:pt x="3660" y="1011"/>
                  </a:cubicBezTo>
                  <a:cubicBezTo>
                    <a:pt x="4375" y="533"/>
                    <a:pt x="5228" y="282"/>
                    <a:pt x="6064" y="282"/>
                  </a:cubicBezTo>
                  <a:cubicBezTo>
                    <a:pt x="6702" y="282"/>
                    <a:pt x="7331" y="428"/>
                    <a:pt x="7882" y="730"/>
                  </a:cubicBezTo>
                  <a:cubicBezTo>
                    <a:pt x="8017" y="730"/>
                    <a:pt x="8017" y="730"/>
                    <a:pt x="8163" y="595"/>
                  </a:cubicBezTo>
                  <a:cubicBezTo>
                    <a:pt x="8163" y="595"/>
                    <a:pt x="8163" y="448"/>
                    <a:pt x="8017" y="448"/>
                  </a:cubicBezTo>
                  <a:cubicBezTo>
                    <a:pt x="7408" y="146"/>
                    <a:pt x="6720" y="0"/>
                    <a:pt x="60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7"/>
            <p:cNvSpPr/>
            <p:nvPr/>
          </p:nvSpPr>
          <p:spPr>
            <a:xfrm>
              <a:off x="2316095" y="1443955"/>
              <a:ext cx="81246" cy="47730"/>
            </a:xfrm>
            <a:custGeom>
              <a:avLst/>
              <a:gdLst/>
              <a:ahLst/>
              <a:cxnLst/>
              <a:rect l="l" t="t" r="r" b="b"/>
              <a:pathLst>
                <a:path w="4921" h="2891" extrusionOk="0">
                  <a:moveTo>
                    <a:pt x="3860" y="1"/>
                  </a:moveTo>
                  <a:cubicBezTo>
                    <a:pt x="3187" y="1"/>
                    <a:pt x="2274" y="138"/>
                    <a:pt x="1543" y="786"/>
                  </a:cubicBezTo>
                  <a:cubicBezTo>
                    <a:pt x="980" y="1348"/>
                    <a:pt x="563" y="1911"/>
                    <a:pt x="135" y="2609"/>
                  </a:cubicBezTo>
                  <a:cubicBezTo>
                    <a:pt x="0" y="2756"/>
                    <a:pt x="135" y="2756"/>
                    <a:pt x="135" y="2891"/>
                  </a:cubicBezTo>
                  <a:lnTo>
                    <a:pt x="282" y="2891"/>
                  </a:lnTo>
                  <a:lnTo>
                    <a:pt x="282" y="2756"/>
                  </a:lnTo>
                  <a:cubicBezTo>
                    <a:pt x="698" y="2193"/>
                    <a:pt x="1126" y="1484"/>
                    <a:pt x="1689" y="1067"/>
                  </a:cubicBezTo>
                  <a:cubicBezTo>
                    <a:pt x="2336" y="420"/>
                    <a:pt x="3214" y="282"/>
                    <a:pt x="3843" y="282"/>
                  </a:cubicBezTo>
                  <a:cubicBezTo>
                    <a:pt x="4309" y="282"/>
                    <a:pt x="4639" y="358"/>
                    <a:pt x="4639" y="358"/>
                  </a:cubicBezTo>
                  <a:lnTo>
                    <a:pt x="4785" y="358"/>
                  </a:lnTo>
                  <a:cubicBezTo>
                    <a:pt x="4920" y="223"/>
                    <a:pt x="4785" y="223"/>
                    <a:pt x="4785" y="76"/>
                  </a:cubicBezTo>
                  <a:cubicBezTo>
                    <a:pt x="4723" y="76"/>
                    <a:pt x="4357" y="1"/>
                    <a:pt x="38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7"/>
            <p:cNvSpPr/>
            <p:nvPr/>
          </p:nvSpPr>
          <p:spPr>
            <a:xfrm>
              <a:off x="1168075" y="1597750"/>
              <a:ext cx="173581" cy="105619"/>
            </a:xfrm>
            <a:custGeom>
              <a:avLst/>
              <a:gdLst/>
              <a:ahLst/>
              <a:cxnLst/>
              <a:rect l="l" t="t" r="r" b="b"/>
              <a:pathLst>
                <a:path w="8591" h="5228" extrusionOk="0">
                  <a:moveTo>
                    <a:pt x="2252" y="0"/>
                  </a:moveTo>
                  <a:cubicBezTo>
                    <a:pt x="1126" y="710"/>
                    <a:pt x="1" y="1836"/>
                    <a:pt x="1" y="3096"/>
                  </a:cubicBezTo>
                  <a:lnTo>
                    <a:pt x="1" y="3378"/>
                  </a:lnTo>
                  <a:cubicBezTo>
                    <a:pt x="137" y="4424"/>
                    <a:pt x="992" y="5227"/>
                    <a:pt x="2016" y="5227"/>
                  </a:cubicBezTo>
                  <a:cubicBezTo>
                    <a:pt x="2094" y="5227"/>
                    <a:pt x="2173" y="5223"/>
                    <a:pt x="2252" y="5213"/>
                  </a:cubicBezTo>
                  <a:cubicBezTo>
                    <a:pt x="2323" y="5223"/>
                    <a:pt x="2392" y="5227"/>
                    <a:pt x="2459" y="5227"/>
                  </a:cubicBezTo>
                  <a:cubicBezTo>
                    <a:pt x="3339" y="5227"/>
                    <a:pt x="3941" y="4434"/>
                    <a:pt x="3941" y="3524"/>
                  </a:cubicBezTo>
                  <a:cubicBezTo>
                    <a:pt x="3941" y="2815"/>
                    <a:pt x="3378" y="2252"/>
                    <a:pt x="2680" y="2252"/>
                  </a:cubicBezTo>
                  <a:lnTo>
                    <a:pt x="2534" y="2117"/>
                  </a:lnTo>
                  <a:cubicBezTo>
                    <a:pt x="1836" y="2117"/>
                    <a:pt x="1273" y="2680"/>
                    <a:pt x="1273" y="3378"/>
                  </a:cubicBezTo>
                  <a:cubicBezTo>
                    <a:pt x="1273" y="3806"/>
                    <a:pt x="1554" y="4222"/>
                    <a:pt x="1971" y="4369"/>
                  </a:cubicBezTo>
                  <a:cubicBezTo>
                    <a:pt x="2117" y="4369"/>
                    <a:pt x="2117" y="4369"/>
                    <a:pt x="2117" y="4504"/>
                  </a:cubicBezTo>
                  <a:cubicBezTo>
                    <a:pt x="2117" y="4785"/>
                    <a:pt x="2117" y="4785"/>
                    <a:pt x="1971" y="4785"/>
                  </a:cubicBezTo>
                  <a:lnTo>
                    <a:pt x="1836" y="4785"/>
                  </a:lnTo>
                  <a:cubicBezTo>
                    <a:pt x="991" y="4785"/>
                    <a:pt x="428" y="4087"/>
                    <a:pt x="428" y="3243"/>
                  </a:cubicBezTo>
                  <a:cubicBezTo>
                    <a:pt x="428" y="1971"/>
                    <a:pt x="1408" y="991"/>
                    <a:pt x="2399" y="428"/>
                  </a:cubicBezTo>
                  <a:lnTo>
                    <a:pt x="2252" y="0"/>
                  </a:lnTo>
                  <a:close/>
                  <a:moveTo>
                    <a:pt x="6902" y="0"/>
                  </a:moveTo>
                  <a:cubicBezTo>
                    <a:pt x="5776" y="710"/>
                    <a:pt x="4650" y="1836"/>
                    <a:pt x="4650" y="3096"/>
                  </a:cubicBezTo>
                  <a:lnTo>
                    <a:pt x="4650" y="3378"/>
                  </a:lnTo>
                  <a:cubicBezTo>
                    <a:pt x="4776" y="4424"/>
                    <a:pt x="5640" y="5227"/>
                    <a:pt x="6665" y="5227"/>
                  </a:cubicBezTo>
                  <a:cubicBezTo>
                    <a:pt x="6743" y="5227"/>
                    <a:pt x="6822" y="5223"/>
                    <a:pt x="6902" y="5213"/>
                  </a:cubicBezTo>
                  <a:cubicBezTo>
                    <a:pt x="6972" y="5223"/>
                    <a:pt x="7040" y="5227"/>
                    <a:pt x="7107" y="5227"/>
                  </a:cubicBezTo>
                  <a:cubicBezTo>
                    <a:pt x="7979" y="5227"/>
                    <a:pt x="8591" y="4434"/>
                    <a:pt x="8591" y="3524"/>
                  </a:cubicBezTo>
                  <a:cubicBezTo>
                    <a:pt x="8591" y="2815"/>
                    <a:pt x="8028" y="2252"/>
                    <a:pt x="7318" y="2252"/>
                  </a:cubicBezTo>
                  <a:lnTo>
                    <a:pt x="7183" y="2117"/>
                  </a:lnTo>
                  <a:cubicBezTo>
                    <a:pt x="6474" y="2117"/>
                    <a:pt x="5911" y="2680"/>
                    <a:pt x="5911" y="3378"/>
                  </a:cubicBezTo>
                  <a:cubicBezTo>
                    <a:pt x="5911" y="3806"/>
                    <a:pt x="6193" y="4222"/>
                    <a:pt x="6620" y="4369"/>
                  </a:cubicBezTo>
                  <a:cubicBezTo>
                    <a:pt x="6756" y="4369"/>
                    <a:pt x="6756" y="4369"/>
                    <a:pt x="6756" y="4504"/>
                  </a:cubicBezTo>
                  <a:cubicBezTo>
                    <a:pt x="6756" y="4785"/>
                    <a:pt x="6756" y="4785"/>
                    <a:pt x="6620" y="4785"/>
                  </a:cubicBezTo>
                  <a:lnTo>
                    <a:pt x="6474" y="4785"/>
                  </a:lnTo>
                  <a:cubicBezTo>
                    <a:pt x="5630" y="4785"/>
                    <a:pt x="5067" y="3941"/>
                    <a:pt x="5067" y="3243"/>
                  </a:cubicBezTo>
                  <a:cubicBezTo>
                    <a:pt x="5067" y="1971"/>
                    <a:pt x="6058" y="991"/>
                    <a:pt x="7037" y="428"/>
                  </a:cubicBezTo>
                  <a:lnTo>
                    <a:pt x="69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69"/>
                                        </p:tgtEl>
                                        <p:attrNameLst>
                                          <p:attrName>style.visibility</p:attrName>
                                        </p:attrNameLst>
                                      </p:cBhvr>
                                      <p:to>
                                        <p:strVal val="visible"/>
                                      </p:to>
                                    </p:set>
                                    <p:anim calcmode="lin" valueType="num">
                                      <p:cBhvr additive="base">
                                        <p:cTn id="7" dur="600"/>
                                        <p:tgtEl>
                                          <p:spTgt spid="769"/>
                                        </p:tgtEl>
                                        <p:attrNameLst>
                                          <p:attrName>ppt_w</p:attrName>
                                        </p:attrNameLst>
                                      </p:cBhvr>
                                      <p:tavLst>
                                        <p:tav tm="0">
                                          <p:val>
                                            <p:strVal val="0"/>
                                          </p:val>
                                        </p:tav>
                                        <p:tav tm="100000">
                                          <p:val>
                                            <p:strVal val="#ppt_w"/>
                                          </p:val>
                                        </p:tav>
                                      </p:tavLst>
                                    </p:anim>
                                    <p:anim calcmode="lin" valueType="num">
                                      <p:cBhvr additive="base">
                                        <p:cTn id="8" dur="600"/>
                                        <p:tgtEl>
                                          <p:spTgt spid="76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4">
          <a:extLst>
            <a:ext uri="{FF2B5EF4-FFF2-40B4-BE49-F238E27FC236}">
              <a16:creationId xmlns:a16="http://schemas.microsoft.com/office/drawing/2014/main" id="{36DA4915-1E9C-5F56-DAF1-01FA9A52846F}"/>
            </a:ext>
          </a:extLst>
        </p:cNvPr>
        <p:cNvGrpSpPr/>
        <p:nvPr/>
      </p:nvGrpSpPr>
      <p:grpSpPr>
        <a:xfrm>
          <a:off x="0" y="0"/>
          <a:ext cx="0" cy="0"/>
          <a:chOff x="0" y="0"/>
          <a:chExt cx="0" cy="0"/>
        </a:xfrm>
      </p:grpSpPr>
      <p:sp>
        <p:nvSpPr>
          <p:cNvPr id="1045" name="Google Shape;1045;p59">
            <a:extLst>
              <a:ext uri="{FF2B5EF4-FFF2-40B4-BE49-F238E27FC236}">
                <a16:creationId xmlns:a16="http://schemas.microsoft.com/office/drawing/2014/main" id="{2C35D1D1-ECDD-1D36-C647-AB5742ABC9FB}"/>
              </a:ext>
            </a:extLst>
          </p:cNvPr>
          <p:cNvSpPr/>
          <p:nvPr/>
        </p:nvSpPr>
        <p:spPr>
          <a:xfrm>
            <a:off x="3679832" y="1091991"/>
            <a:ext cx="1784320" cy="1418809"/>
          </a:xfrm>
          <a:custGeom>
            <a:avLst/>
            <a:gdLst/>
            <a:ahLst/>
            <a:cxnLst/>
            <a:rect l="l" t="t" r="r" b="b"/>
            <a:pathLst>
              <a:path w="237119" h="188546" extrusionOk="0">
                <a:moveTo>
                  <a:pt x="134694" y="1"/>
                </a:moveTo>
                <a:cubicBezTo>
                  <a:pt x="121175" y="1"/>
                  <a:pt x="103087" y="2692"/>
                  <a:pt x="85126" y="13546"/>
                </a:cubicBezTo>
                <a:cubicBezTo>
                  <a:pt x="49377" y="35063"/>
                  <a:pt x="31255" y="75189"/>
                  <a:pt x="15574" y="107416"/>
                </a:cubicBezTo>
                <a:cubicBezTo>
                  <a:pt x="1" y="139517"/>
                  <a:pt x="8639" y="171131"/>
                  <a:pt x="35759" y="184380"/>
                </a:cubicBezTo>
                <a:cubicBezTo>
                  <a:pt x="41840" y="187367"/>
                  <a:pt x="47495" y="188546"/>
                  <a:pt x="53043" y="188546"/>
                </a:cubicBezTo>
                <a:cubicBezTo>
                  <a:pt x="72121" y="188546"/>
                  <a:pt x="89927" y="174608"/>
                  <a:pt x="119415" y="172347"/>
                </a:cubicBezTo>
                <a:cubicBezTo>
                  <a:pt x="157469" y="169429"/>
                  <a:pt x="167683" y="174166"/>
                  <a:pt x="199424" y="151793"/>
                </a:cubicBezTo>
                <a:cubicBezTo>
                  <a:pt x="231155" y="129546"/>
                  <a:pt x="237118" y="80296"/>
                  <a:pt x="212556" y="45277"/>
                </a:cubicBezTo>
                <a:cubicBezTo>
                  <a:pt x="187868" y="10258"/>
                  <a:pt x="156866" y="2602"/>
                  <a:pt x="156866" y="2602"/>
                </a:cubicBezTo>
                <a:cubicBezTo>
                  <a:pt x="156866" y="2602"/>
                  <a:pt x="147988" y="1"/>
                  <a:pt x="134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9">
            <a:extLst>
              <a:ext uri="{FF2B5EF4-FFF2-40B4-BE49-F238E27FC236}">
                <a16:creationId xmlns:a16="http://schemas.microsoft.com/office/drawing/2014/main" id="{F528AC6C-8834-A99B-ED20-D1B572030253}"/>
              </a:ext>
            </a:extLst>
          </p:cNvPr>
          <p:cNvSpPr txBox="1">
            <a:spLocks noGrp="1"/>
          </p:cNvSpPr>
          <p:nvPr>
            <p:ph type="title"/>
          </p:nvPr>
        </p:nvSpPr>
        <p:spPr>
          <a:xfrm>
            <a:off x="1173349" y="2568693"/>
            <a:ext cx="6792746" cy="836700"/>
          </a:xfrm>
          <a:prstGeom prst="rect">
            <a:avLst/>
          </a:prstGeom>
        </p:spPr>
        <p:txBody>
          <a:bodyPr spcFirstLastPara="1" wrap="square" lIns="91425" tIns="91425" rIns="91425" bIns="91425" anchor="ctr" anchorCtr="0">
            <a:noAutofit/>
          </a:bodyPr>
          <a:lstStyle/>
          <a:p>
            <a:pPr lvl="0">
              <a:buSzPts val="1100"/>
            </a:pPr>
            <a:r>
              <a:rPr lang="en-IN" sz="4000" dirty="0">
                <a:latin typeface="Calibri" panose="020F0502020204030204" pitchFamily="34" charset="0"/>
                <a:ea typeface="Calibri" panose="020F0502020204030204" pitchFamily="34" charset="0"/>
                <a:cs typeface="Calibri" panose="020F0502020204030204" pitchFamily="34" charset="0"/>
              </a:rPr>
              <a:t>Digital Marketing Strategy</a:t>
            </a:r>
            <a:endParaRPr sz="4000" dirty="0">
              <a:latin typeface="Calibri" panose="020F0502020204030204" pitchFamily="34" charset="0"/>
              <a:ea typeface="Calibri" panose="020F0502020204030204" pitchFamily="34" charset="0"/>
              <a:cs typeface="Calibri" panose="020F0502020204030204" pitchFamily="34" charset="0"/>
            </a:endParaRPr>
          </a:p>
        </p:txBody>
      </p:sp>
      <p:sp>
        <p:nvSpPr>
          <p:cNvPr id="1047" name="Google Shape;1047;p59">
            <a:extLst>
              <a:ext uri="{FF2B5EF4-FFF2-40B4-BE49-F238E27FC236}">
                <a16:creationId xmlns:a16="http://schemas.microsoft.com/office/drawing/2014/main" id="{ACA8D20D-239E-8597-D831-DAD8C5CECB3D}"/>
              </a:ext>
            </a:extLst>
          </p:cNvPr>
          <p:cNvSpPr txBox="1">
            <a:spLocks noGrp="1"/>
          </p:cNvSpPr>
          <p:nvPr>
            <p:ph type="title" idx="2"/>
          </p:nvPr>
        </p:nvSpPr>
        <p:spPr>
          <a:xfrm>
            <a:off x="3270900" y="1254835"/>
            <a:ext cx="2602200" cy="101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03</a:t>
            </a:r>
            <a:endParaRPr dirty="0"/>
          </a:p>
        </p:txBody>
      </p:sp>
      <p:sp>
        <p:nvSpPr>
          <p:cNvPr id="1048" name="Google Shape;1048;p59">
            <a:extLst>
              <a:ext uri="{FF2B5EF4-FFF2-40B4-BE49-F238E27FC236}">
                <a16:creationId xmlns:a16="http://schemas.microsoft.com/office/drawing/2014/main" id="{D43B53D7-3DF7-246D-4539-C828140120AF}"/>
              </a:ext>
            </a:extLst>
          </p:cNvPr>
          <p:cNvSpPr txBox="1">
            <a:spLocks noGrp="1"/>
          </p:cNvSpPr>
          <p:nvPr>
            <p:ph type="subTitle" idx="1"/>
          </p:nvPr>
        </p:nvSpPr>
        <p:spPr>
          <a:xfrm>
            <a:off x="2301766" y="3282848"/>
            <a:ext cx="4522859" cy="836699"/>
          </a:xfrm>
          <a:prstGeom prst="rect">
            <a:avLst/>
          </a:prstGeom>
        </p:spPr>
        <p:txBody>
          <a:bodyPr spcFirstLastPara="1" wrap="square" lIns="91425" tIns="91425" rIns="91425" bIns="91425" anchor="ctr" anchorCtr="0">
            <a:noAutofit/>
          </a:bodyPr>
          <a:lstStyle/>
          <a:p>
            <a:pPr marL="0" lvl="0" indent="0">
              <a:buClr>
                <a:srgbClr val="FFEED3"/>
              </a:buClr>
              <a:buSzPts val="1100"/>
            </a:pPr>
            <a:r>
              <a:rPr lang="en-US" dirty="0">
                <a:latin typeface="Calibri" panose="020F0502020204030204" pitchFamily="34" charset="0"/>
                <a:ea typeface="Calibri" panose="020F0502020204030204" pitchFamily="34" charset="0"/>
                <a:cs typeface="Calibri" panose="020F0502020204030204" pitchFamily="34" charset="0"/>
              </a:rPr>
              <a:t>Recommending strategies to improve digital presence and align with business goals</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1049" name="Google Shape;1049;p59">
            <a:extLst>
              <a:ext uri="{FF2B5EF4-FFF2-40B4-BE49-F238E27FC236}">
                <a16:creationId xmlns:a16="http://schemas.microsoft.com/office/drawing/2014/main" id="{3159036F-AB0D-D7FF-9273-979C9DFC7A04}"/>
              </a:ext>
            </a:extLst>
          </p:cNvPr>
          <p:cNvGrpSpPr/>
          <p:nvPr/>
        </p:nvGrpSpPr>
        <p:grpSpPr>
          <a:xfrm rot="1624084">
            <a:off x="7343965" y="2508811"/>
            <a:ext cx="3600069" cy="2225613"/>
            <a:chOff x="6999975" y="885875"/>
            <a:chExt cx="3349431" cy="2022525"/>
          </a:xfrm>
        </p:grpSpPr>
        <p:sp>
          <p:nvSpPr>
            <p:cNvPr id="1050" name="Google Shape;1050;p59">
              <a:extLst>
                <a:ext uri="{FF2B5EF4-FFF2-40B4-BE49-F238E27FC236}">
                  <a16:creationId xmlns:a16="http://schemas.microsoft.com/office/drawing/2014/main" id="{A037D4C4-EE7B-0E06-DE51-631ECAAE0212}"/>
                </a:ext>
              </a:extLst>
            </p:cNvPr>
            <p:cNvSpPr/>
            <p:nvPr/>
          </p:nvSpPr>
          <p:spPr>
            <a:xfrm>
              <a:off x="9065425" y="2760500"/>
              <a:ext cx="41250" cy="43200"/>
            </a:xfrm>
            <a:custGeom>
              <a:avLst/>
              <a:gdLst/>
              <a:ahLst/>
              <a:cxnLst/>
              <a:rect l="l" t="t" r="r" b="b"/>
              <a:pathLst>
                <a:path w="1650" h="1728" extrusionOk="0">
                  <a:moveTo>
                    <a:pt x="141" y="1"/>
                  </a:moveTo>
                  <a:cubicBezTo>
                    <a:pt x="85" y="1"/>
                    <a:pt x="0" y="79"/>
                    <a:pt x="0" y="79"/>
                  </a:cubicBezTo>
                  <a:lnTo>
                    <a:pt x="0" y="268"/>
                  </a:lnTo>
                  <a:cubicBezTo>
                    <a:pt x="555" y="633"/>
                    <a:pt x="920" y="998"/>
                    <a:pt x="1284" y="1538"/>
                  </a:cubicBezTo>
                  <a:cubicBezTo>
                    <a:pt x="1284" y="1727"/>
                    <a:pt x="1284" y="1727"/>
                    <a:pt x="1459" y="1727"/>
                  </a:cubicBezTo>
                  <a:cubicBezTo>
                    <a:pt x="1459" y="1538"/>
                    <a:pt x="1649" y="1538"/>
                    <a:pt x="1459" y="1538"/>
                  </a:cubicBezTo>
                  <a:cubicBezTo>
                    <a:pt x="1284" y="808"/>
                    <a:pt x="730" y="443"/>
                    <a:pt x="190" y="79"/>
                  </a:cubicBezTo>
                  <a:cubicBezTo>
                    <a:pt x="190" y="20"/>
                    <a:pt x="169" y="1"/>
                    <a:pt x="141"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1" name="Google Shape;1051;p59">
              <a:extLst>
                <a:ext uri="{FF2B5EF4-FFF2-40B4-BE49-F238E27FC236}">
                  <a16:creationId xmlns:a16="http://schemas.microsoft.com/office/drawing/2014/main" id="{0BAE4757-61DD-D10D-13CD-731DED6BE492}"/>
                </a:ext>
              </a:extLst>
            </p:cNvPr>
            <p:cNvSpPr/>
            <p:nvPr/>
          </p:nvSpPr>
          <p:spPr>
            <a:xfrm>
              <a:off x="7428600" y="2114950"/>
              <a:ext cx="1281175" cy="663650"/>
            </a:xfrm>
            <a:custGeom>
              <a:avLst/>
              <a:gdLst/>
              <a:ahLst/>
              <a:cxnLst/>
              <a:rect l="l" t="t" r="r" b="b"/>
              <a:pathLst>
                <a:path w="51247" h="26546" extrusionOk="0">
                  <a:moveTo>
                    <a:pt x="18415" y="1"/>
                  </a:moveTo>
                  <a:cubicBezTo>
                    <a:pt x="16416" y="190"/>
                    <a:pt x="1" y="2014"/>
                    <a:pt x="1" y="2014"/>
                  </a:cubicBezTo>
                  <a:lnTo>
                    <a:pt x="5283" y="22982"/>
                  </a:lnTo>
                  <a:cubicBezTo>
                    <a:pt x="5648" y="23902"/>
                    <a:pt x="6377" y="24631"/>
                    <a:pt x="7297" y="24996"/>
                  </a:cubicBezTo>
                  <a:cubicBezTo>
                    <a:pt x="8026" y="25361"/>
                    <a:pt x="8931" y="25171"/>
                    <a:pt x="10025" y="25901"/>
                  </a:cubicBezTo>
                  <a:cubicBezTo>
                    <a:pt x="11040" y="26411"/>
                    <a:pt x="12602" y="26545"/>
                    <a:pt x="14402" y="26545"/>
                  </a:cubicBezTo>
                  <a:cubicBezTo>
                    <a:pt x="16419" y="26545"/>
                    <a:pt x="18735" y="26376"/>
                    <a:pt x="20913" y="26376"/>
                  </a:cubicBezTo>
                  <a:cubicBezTo>
                    <a:pt x="21685" y="26376"/>
                    <a:pt x="22440" y="26398"/>
                    <a:pt x="23158" y="26455"/>
                  </a:cubicBezTo>
                  <a:cubicBezTo>
                    <a:pt x="23385" y="26483"/>
                    <a:pt x="23618" y="26497"/>
                    <a:pt x="23853" y="26497"/>
                  </a:cubicBezTo>
                  <a:cubicBezTo>
                    <a:pt x="28146" y="26497"/>
                    <a:pt x="33561" y="22078"/>
                    <a:pt x="33561" y="22078"/>
                  </a:cubicBezTo>
                  <a:lnTo>
                    <a:pt x="51247" y="22982"/>
                  </a:lnTo>
                  <a:lnTo>
                    <a:pt x="51247" y="5472"/>
                  </a:lnTo>
                  <a:cubicBezTo>
                    <a:pt x="51247" y="5472"/>
                    <a:pt x="46643" y="5655"/>
                    <a:pt x="41538" y="5655"/>
                  </a:cubicBezTo>
                  <a:cubicBezTo>
                    <a:pt x="36432" y="5655"/>
                    <a:pt x="30826" y="5472"/>
                    <a:pt x="28819" y="4743"/>
                  </a:cubicBezTo>
                  <a:cubicBezTo>
                    <a:pt x="24807" y="3109"/>
                    <a:pt x="20429" y="1"/>
                    <a:pt x="18415"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2" name="Google Shape;1052;p59">
              <a:extLst>
                <a:ext uri="{FF2B5EF4-FFF2-40B4-BE49-F238E27FC236}">
                  <a16:creationId xmlns:a16="http://schemas.microsoft.com/office/drawing/2014/main" id="{E23C64AD-29CE-F4B7-BB16-E8ED37EC5023}"/>
                </a:ext>
              </a:extLst>
            </p:cNvPr>
            <p:cNvSpPr/>
            <p:nvPr/>
          </p:nvSpPr>
          <p:spPr>
            <a:xfrm>
              <a:off x="7419500" y="2110025"/>
              <a:ext cx="1299400" cy="676000"/>
            </a:xfrm>
            <a:custGeom>
              <a:avLst/>
              <a:gdLst/>
              <a:ahLst/>
              <a:cxnLst/>
              <a:rect l="l" t="t" r="r" b="b"/>
              <a:pathLst>
                <a:path w="51976" h="27040" extrusionOk="0">
                  <a:moveTo>
                    <a:pt x="18779" y="562"/>
                  </a:moveTo>
                  <a:cubicBezTo>
                    <a:pt x="19874" y="562"/>
                    <a:pt x="21887" y="1657"/>
                    <a:pt x="24076" y="2751"/>
                  </a:cubicBezTo>
                  <a:cubicBezTo>
                    <a:pt x="25710" y="3670"/>
                    <a:pt x="27359" y="4575"/>
                    <a:pt x="28994" y="5130"/>
                  </a:cubicBezTo>
                  <a:cubicBezTo>
                    <a:pt x="31174" y="5959"/>
                    <a:pt x="37236" y="6138"/>
                    <a:pt x="42533" y="6138"/>
                  </a:cubicBezTo>
                  <a:cubicBezTo>
                    <a:pt x="46559" y="6138"/>
                    <a:pt x="50143" y="6034"/>
                    <a:pt x="51246" y="6034"/>
                  </a:cubicBezTo>
                  <a:lnTo>
                    <a:pt x="51246" y="22815"/>
                  </a:lnTo>
                  <a:lnTo>
                    <a:pt x="33925" y="21910"/>
                  </a:lnTo>
                  <a:lnTo>
                    <a:pt x="33736" y="21910"/>
                  </a:lnTo>
                  <a:cubicBezTo>
                    <a:pt x="33736" y="22076"/>
                    <a:pt x="28354" y="26330"/>
                    <a:pt x="24214" y="26330"/>
                  </a:cubicBezTo>
                  <a:cubicBezTo>
                    <a:pt x="23979" y="26330"/>
                    <a:pt x="23748" y="26316"/>
                    <a:pt x="23522" y="26287"/>
                  </a:cubicBezTo>
                  <a:cubicBezTo>
                    <a:pt x="22914" y="26224"/>
                    <a:pt x="22286" y="26203"/>
                    <a:pt x="21645" y="26203"/>
                  </a:cubicBezTo>
                  <a:cubicBezTo>
                    <a:pt x="20363" y="26203"/>
                    <a:pt x="19027" y="26287"/>
                    <a:pt x="17685" y="26287"/>
                  </a:cubicBezTo>
                  <a:cubicBezTo>
                    <a:pt x="16494" y="26359"/>
                    <a:pt x="15335" y="26433"/>
                    <a:pt x="14281" y="26433"/>
                  </a:cubicBezTo>
                  <a:cubicBezTo>
                    <a:pt x="12752" y="26433"/>
                    <a:pt x="11443" y="26277"/>
                    <a:pt x="10579" y="25733"/>
                  </a:cubicBezTo>
                  <a:cubicBezTo>
                    <a:pt x="9849" y="25368"/>
                    <a:pt x="9120" y="25193"/>
                    <a:pt x="8565" y="25193"/>
                  </a:cubicBezTo>
                  <a:cubicBezTo>
                    <a:pt x="8390" y="25003"/>
                    <a:pt x="8025" y="25003"/>
                    <a:pt x="7836" y="25003"/>
                  </a:cubicBezTo>
                  <a:cubicBezTo>
                    <a:pt x="6931" y="24638"/>
                    <a:pt x="6377" y="23909"/>
                    <a:pt x="6012" y="23004"/>
                  </a:cubicBezTo>
                  <a:lnTo>
                    <a:pt x="730" y="2576"/>
                  </a:lnTo>
                  <a:cubicBezTo>
                    <a:pt x="3093" y="2211"/>
                    <a:pt x="16955" y="752"/>
                    <a:pt x="18779" y="562"/>
                  </a:cubicBezTo>
                  <a:close/>
                  <a:moveTo>
                    <a:pt x="19086" y="1"/>
                  </a:moveTo>
                  <a:cubicBezTo>
                    <a:pt x="18980" y="1"/>
                    <a:pt x="18877" y="8"/>
                    <a:pt x="18779" y="22"/>
                  </a:cubicBezTo>
                  <a:cubicBezTo>
                    <a:pt x="16780" y="198"/>
                    <a:pt x="365" y="2021"/>
                    <a:pt x="175" y="2021"/>
                  </a:cubicBezTo>
                  <a:lnTo>
                    <a:pt x="0" y="2021"/>
                  </a:lnTo>
                  <a:lnTo>
                    <a:pt x="0" y="2386"/>
                  </a:lnTo>
                  <a:lnTo>
                    <a:pt x="5282" y="23179"/>
                  </a:lnTo>
                  <a:cubicBezTo>
                    <a:pt x="5282" y="23369"/>
                    <a:pt x="5472" y="23369"/>
                    <a:pt x="5472" y="23369"/>
                  </a:cubicBezTo>
                  <a:cubicBezTo>
                    <a:pt x="5837" y="24274"/>
                    <a:pt x="6566" y="25193"/>
                    <a:pt x="7661" y="25558"/>
                  </a:cubicBezTo>
                  <a:cubicBezTo>
                    <a:pt x="7836" y="25558"/>
                    <a:pt x="8200" y="25733"/>
                    <a:pt x="8565" y="25733"/>
                  </a:cubicBezTo>
                  <a:cubicBezTo>
                    <a:pt x="9120" y="25923"/>
                    <a:pt x="9660" y="25923"/>
                    <a:pt x="10214" y="26287"/>
                  </a:cubicBezTo>
                  <a:cubicBezTo>
                    <a:pt x="11308" y="26827"/>
                    <a:pt x="12943" y="27017"/>
                    <a:pt x="14767" y="27017"/>
                  </a:cubicBezTo>
                  <a:lnTo>
                    <a:pt x="17685" y="27017"/>
                  </a:lnTo>
                  <a:cubicBezTo>
                    <a:pt x="18692" y="26922"/>
                    <a:pt x="19695" y="26875"/>
                    <a:pt x="20674" y="26875"/>
                  </a:cubicBezTo>
                  <a:cubicBezTo>
                    <a:pt x="21654" y="26875"/>
                    <a:pt x="22610" y="26922"/>
                    <a:pt x="23522" y="27017"/>
                  </a:cubicBezTo>
                  <a:cubicBezTo>
                    <a:pt x="23696" y="27032"/>
                    <a:pt x="23872" y="27039"/>
                    <a:pt x="24050" y="27039"/>
                  </a:cubicBezTo>
                  <a:cubicBezTo>
                    <a:pt x="28170" y="27039"/>
                    <a:pt x="33233" y="23149"/>
                    <a:pt x="34101" y="22450"/>
                  </a:cubicBezTo>
                  <a:lnTo>
                    <a:pt x="51611" y="23544"/>
                  </a:lnTo>
                  <a:cubicBezTo>
                    <a:pt x="51611" y="23544"/>
                    <a:pt x="51800" y="23544"/>
                    <a:pt x="51800" y="23369"/>
                  </a:cubicBezTo>
                  <a:cubicBezTo>
                    <a:pt x="51975" y="23369"/>
                    <a:pt x="51975" y="23369"/>
                    <a:pt x="51975" y="23179"/>
                  </a:cubicBezTo>
                  <a:lnTo>
                    <a:pt x="51975" y="5669"/>
                  </a:lnTo>
                  <a:cubicBezTo>
                    <a:pt x="51975" y="5494"/>
                    <a:pt x="51975" y="5494"/>
                    <a:pt x="51800" y="5494"/>
                  </a:cubicBezTo>
                  <a:cubicBezTo>
                    <a:pt x="51800" y="5305"/>
                    <a:pt x="51611" y="5305"/>
                    <a:pt x="51611" y="5305"/>
                  </a:cubicBezTo>
                  <a:cubicBezTo>
                    <a:pt x="51523" y="5305"/>
                    <a:pt x="46919" y="5487"/>
                    <a:pt x="41858" y="5487"/>
                  </a:cubicBezTo>
                  <a:cubicBezTo>
                    <a:pt x="36796" y="5487"/>
                    <a:pt x="31277" y="5305"/>
                    <a:pt x="29358" y="4575"/>
                  </a:cubicBezTo>
                  <a:cubicBezTo>
                    <a:pt x="27724" y="4035"/>
                    <a:pt x="26075" y="3116"/>
                    <a:pt x="24441" y="2211"/>
                  </a:cubicBezTo>
                  <a:cubicBezTo>
                    <a:pt x="22244" y="1025"/>
                    <a:pt x="20371" y="1"/>
                    <a:pt x="19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3" name="Google Shape;1053;p59">
              <a:extLst>
                <a:ext uri="{FF2B5EF4-FFF2-40B4-BE49-F238E27FC236}">
                  <a16:creationId xmlns:a16="http://schemas.microsoft.com/office/drawing/2014/main" id="{63AEEAD7-0881-7A84-BFEE-5EDFFCE6325F}"/>
                </a:ext>
              </a:extLst>
            </p:cNvPr>
            <p:cNvSpPr/>
            <p:nvPr/>
          </p:nvSpPr>
          <p:spPr>
            <a:xfrm>
              <a:off x="7009100" y="917550"/>
              <a:ext cx="980225" cy="931300"/>
            </a:xfrm>
            <a:custGeom>
              <a:avLst/>
              <a:gdLst/>
              <a:ahLst/>
              <a:cxnLst/>
              <a:rect l="l" t="t" r="r" b="b"/>
              <a:pathLst>
                <a:path w="39209" h="37252" extrusionOk="0">
                  <a:moveTo>
                    <a:pt x="19509" y="3667"/>
                  </a:moveTo>
                  <a:cubicBezTo>
                    <a:pt x="27025" y="3667"/>
                    <a:pt x="33433" y="9402"/>
                    <a:pt x="34291" y="16889"/>
                  </a:cubicBezTo>
                  <a:cubicBezTo>
                    <a:pt x="35195" y="25104"/>
                    <a:pt x="29359" y="32575"/>
                    <a:pt x="21158" y="33495"/>
                  </a:cubicBezTo>
                  <a:cubicBezTo>
                    <a:pt x="20608" y="33555"/>
                    <a:pt x="20062" y="33585"/>
                    <a:pt x="19521" y="33585"/>
                  </a:cubicBezTo>
                  <a:cubicBezTo>
                    <a:pt x="11994" y="33585"/>
                    <a:pt x="5587" y="27850"/>
                    <a:pt x="4743" y="20362"/>
                  </a:cubicBezTo>
                  <a:cubicBezTo>
                    <a:pt x="3823" y="12147"/>
                    <a:pt x="9660" y="4676"/>
                    <a:pt x="17875" y="3757"/>
                  </a:cubicBezTo>
                  <a:cubicBezTo>
                    <a:pt x="18425" y="3696"/>
                    <a:pt x="18970" y="3667"/>
                    <a:pt x="19509" y="3667"/>
                  </a:cubicBezTo>
                  <a:close/>
                  <a:moveTo>
                    <a:pt x="19537" y="0"/>
                  </a:moveTo>
                  <a:cubicBezTo>
                    <a:pt x="18867" y="0"/>
                    <a:pt x="18191" y="36"/>
                    <a:pt x="17510" y="109"/>
                  </a:cubicBezTo>
                  <a:cubicBezTo>
                    <a:pt x="7296" y="1393"/>
                    <a:pt x="0" y="10513"/>
                    <a:pt x="1095" y="20727"/>
                  </a:cubicBezTo>
                  <a:cubicBezTo>
                    <a:pt x="2116" y="30260"/>
                    <a:pt x="10281" y="37251"/>
                    <a:pt x="19527" y="37251"/>
                  </a:cubicBezTo>
                  <a:cubicBezTo>
                    <a:pt x="20188" y="37251"/>
                    <a:pt x="20854" y="37215"/>
                    <a:pt x="21523" y="37143"/>
                  </a:cubicBezTo>
                  <a:cubicBezTo>
                    <a:pt x="31737" y="35858"/>
                    <a:pt x="39208" y="26739"/>
                    <a:pt x="37939" y="16525"/>
                  </a:cubicBezTo>
                  <a:cubicBezTo>
                    <a:pt x="36917" y="6991"/>
                    <a:pt x="28905" y="0"/>
                    <a:pt x="19537"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4" name="Google Shape;1054;p59">
              <a:extLst>
                <a:ext uri="{FF2B5EF4-FFF2-40B4-BE49-F238E27FC236}">
                  <a16:creationId xmlns:a16="http://schemas.microsoft.com/office/drawing/2014/main" id="{C18A3294-E154-059D-4ABF-1A569A30D69F}"/>
                </a:ext>
              </a:extLst>
            </p:cNvPr>
            <p:cNvSpPr/>
            <p:nvPr/>
          </p:nvSpPr>
          <p:spPr>
            <a:xfrm>
              <a:off x="6999975" y="912775"/>
              <a:ext cx="994075" cy="942475"/>
            </a:xfrm>
            <a:custGeom>
              <a:avLst/>
              <a:gdLst/>
              <a:ahLst/>
              <a:cxnLst/>
              <a:rect l="l" t="t" r="r" b="b"/>
              <a:pathLst>
                <a:path w="39763" h="37699" extrusionOk="0">
                  <a:moveTo>
                    <a:pt x="19874" y="4313"/>
                  </a:moveTo>
                  <a:cubicBezTo>
                    <a:pt x="27170" y="4313"/>
                    <a:pt x="33561" y="9785"/>
                    <a:pt x="34466" y="17270"/>
                  </a:cubicBezTo>
                  <a:cubicBezTo>
                    <a:pt x="34831" y="21093"/>
                    <a:pt x="33736" y="24931"/>
                    <a:pt x="31373" y="27849"/>
                  </a:cubicBezTo>
                  <a:cubicBezTo>
                    <a:pt x="28819" y="30942"/>
                    <a:pt x="25346" y="32956"/>
                    <a:pt x="21523" y="33321"/>
                  </a:cubicBezTo>
                  <a:cubicBezTo>
                    <a:pt x="20972" y="33383"/>
                    <a:pt x="20425" y="33413"/>
                    <a:pt x="19884" y="33413"/>
                  </a:cubicBezTo>
                  <a:cubicBezTo>
                    <a:pt x="12549" y="33413"/>
                    <a:pt x="6315" y="27838"/>
                    <a:pt x="5473" y="20363"/>
                  </a:cubicBezTo>
                  <a:cubicBezTo>
                    <a:pt x="4553" y="12528"/>
                    <a:pt x="10390" y="5232"/>
                    <a:pt x="18240" y="4313"/>
                  </a:cubicBezTo>
                  <a:close/>
                  <a:moveTo>
                    <a:pt x="19931" y="3680"/>
                  </a:moveTo>
                  <a:cubicBezTo>
                    <a:pt x="19373" y="3680"/>
                    <a:pt x="18809" y="3711"/>
                    <a:pt x="18240" y="3773"/>
                  </a:cubicBezTo>
                  <a:cubicBezTo>
                    <a:pt x="9850" y="4678"/>
                    <a:pt x="3824" y="12163"/>
                    <a:pt x="4743" y="20553"/>
                  </a:cubicBezTo>
                  <a:cubicBezTo>
                    <a:pt x="5648" y="28214"/>
                    <a:pt x="12214" y="34050"/>
                    <a:pt x="19874" y="34050"/>
                  </a:cubicBezTo>
                  <a:cubicBezTo>
                    <a:pt x="20429" y="34050"/>
                    <a:pt x="20969" y="34050"/>
                    <a:pt x="21523" y="33861"/>
                  </a:cubicBezTo>
                  <a:cubicBezTo>
                    <a:pt x="25711" y="33496"/>
                    <a:pt x="29184" y="31497"/>
                    <a:pt x="31737" y="28389"/>
                  </a:cubicBezTo>
                  <a:cubicBezTo>
                    <a:pt x="34291" y="25106"/>
                    <a:pt x="35560" y="21093"/>
                    <a:pt x="35021" y="17080"/>
                  </a:cubicBezTo>
                  <a:cubicBezTo>
                    <a:pt x="34164" y="9436"/>
                    <a:pt x="27613" y="3680"/>
                    <a:pt x="19931" y="3680"/>
                  </a:cubicBezTo>
                  <a:close/>
                  <a:moveTo>
                    <a:pt x="19893" y="554"/>
                  </a:moveTo>
                  <a:cubicBezTo>
                    <a:pt x="24081" y="554"/>
                    <a:pt x="28063" y="1986"/>
                    <a:pt x="31373" y="4502"/>
                  </a:cubicBezTo>
                  <a:cubicBezTo>
                    <a:pt x="35196" y="7596"/>
                    <a:pt x="37574" y="11973"/>
                    <a:pt x="38114" y="16716"/>
                  </a:cubicBezTo>
                  <a:cubicBezTo>
                    <a:pt x="39208" y="26755"/>
                    <a:pt x="31912" y="35874"/>
                    <a:pt x="21888" y="36969"/>
                  </a:cubicBezTo>
                  <a:cubicBezTo>
                    <a:pt x="21334" y="36969"/>
                    <a:pt x="20604" y="37144"/>
                    <a:pt x="19874" y="37144"/>
                  </a:cubicBezTo>
                  <a:cubicBezTo>
                    <a:pt x="10755" y="37144"/>
                    <a:pt x="2729" y="30213"/>
                    <a:pt x="1825" y="20918"/>
                  </a:cubicBezTo>
                  <a:cubicBezTo>
                    <a:pt x="730" y="10879"/>
                    <a:pt x="7836" y="1759"/>
                    <a:pt x="17875" y="665"/>
                  </a:cubicBezTo>
                  <a:cubicBezTo>
                    <a:pt x="18552" y="591"/>
                    <a:pt x="19225" y="554"/>
                    <a:pt x="19893" y="554"/>
                  </a:cubicBezTo>
                  <a:close/>
                  <a:moveTo>
                    <a:pt x="20083" y="0"/>
                  </a:moveTo>
                  <a:cubicBezTo>
                    <a:pt x="19349" y="0"/>
                    <a:pt x="18612" y="42"/>
                    <a:pt x="17875" y="125"/>
                  </a:cubicBezTo>
                  <a:cubicBezTo>
                    <a:pt x="7472" y="1219"/>
                    <a:pt x="1" y="10514"/>
                    <a:pt x="1095" y="20918"/>
                  </a:cubicBezTo>
                  <a:cubicBezTo>
                    <a:pt x="2189" y="30578"/>
                    <a:pt x="10390" y="37698"/>
                    <a:pt x="19874" y="37698"/>
                  </a:cubicBezTo>
                  <a:cubicBezTo>
                    <a:pt x="20604" y="37698"/>
                    <a:pt x="21334" y="37698"/>
                    <a:pt x="22063" y="37509"/>
                  </a:cubicBezTo>
                  <a:cubicBezTo>
                    <a:pt x="32277" y="36414"/>
                    <a:pt x="39763" y="27119"/>
                    <a:pt x="38668" y="16716"/>
                  </a:cubicBezTo>
                  <a:cubicBezTo>
                    <a:pt x="38114" y="11798"/>
                    <a:pt x="35750" y="7231"/>
                    <a:pt x="31737" y="4138"/>
                  </a:cubicBezTo>
                  <a:cubicBezTo>
                    <a:pt x="28326" y="1346"/>
                    <a:pt x="24250" y="0"/>
                    <a:pt x="200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5" name="Google Shape;1055;p59">
              <a:extLst>
                <a:ext uri="{FF2B5EF4-FFF2-40B4-BE49-F238E27FC236}">
                  <a16:creationId xmlns:a16="http://schemas.microsoft.com/office/drawing/2014/main" id="{A3034735-F0D2-26A3-2649-4A857E372B7A}"/>
                </a:ext>
              </a:extLst>
            </p:cNvPr>
            <p:cNvSpPr/>
            <p:nvPr/>
          </p:nvSpPr>
          <p:spPr>
            <a:xfrm>
              <a:off x="7004350" y="894050"/>
              <a:ext cx="980575" cy="927425"/>
            </a:xfrm>
            <a:custGeom>
              <a:avLst/>
              <a:gdLst/>
              <a:ahLst/>
              <a:cxnLst/>
              <a:rect l="l" t="t" r="r" b="b"/>
              <a:pathLst>
                <a:path w="39223" h="37097" extrusionOk="0">
                  <a:moveTo>
                    <a:pt x="19731" y="3697"/>
                  </a:moveTo>
                  <a:cubicBezTo>
                    <a:pt x="27099" y="3697"/>
                    <a:pt x="33625" y="9281"/>
                    <a:pt x="34481" y="16925"/>
                  </a:cubicBezTo>
                  <a:cubicBezTo>
                    <a:pt x="35385" y="24950"/>
                    <a:pt x="29549" y="32421"/>
                    <a:pt x="21348" y="33340"/>
                  </a:cubicBezTo>
                  <a:cubicBezTo>
                    <a:pt x="20784" y="33402"/>
                    <a:pt x="20225" y="33433"/>
                    <a:pt x="19672" y="33433"/>
                  </a:cubicBezTo>
                  <a:cubicBezTo>
                    <a:pt x="12162" y="33433"/>
                    <a:pt x="5775" y="27846"/>
                    <a:pt x="4933" y="20208"/>
                  </a:cubicBezTo>
                  <a:cubicBezTo>
                    <a:pt x="4013" y="11993"/>
                    <a:pt x="9850" y="4697"/>
                    <a:pt x="18065" y="3792"/>
                  </a:cubicBezTo>
                  <a:cubicBezTo>
                    <a:pt x="18624" y="3728"/>
                    <a:pt x="19180" y="3697"/>
                    <a:pt x="19731" y="3697"/>
                  </a:cubicBezTo>
                  <a:close/>
                  <a:moveTo>
                    <a:pt x="19947" y="1"/>
                  </a:moveTo>
                  <a:cubicBezTo>
                    <a:pt x="19204" y="1"/>
                    <a:pt x="18454" y="48"/>
                    <a:pt x="17700" y="144"/>
                  </a:cubicBezTo>
                  <a:cubicBezTo>
                    <a:pt x="7486" y="1239"/>
                    <a:pt x="1" y="10358"/>
                    <a:pt x="1285" y="20573"/>
                  </a:cubicBezTo>
                  <a:cubicBezTo>
                    <a:pt x="2306" y="30106"/>
                    <a:pt x="10319" y="37097"/>
                    <a:pt x="19687" y="37097"/>
                  </a:cubicBezTo>
                  <a:cubicBezTo>
                    <a:pt x="20356" y="37097"/>
                    <a:pt x="21032" y="37061"/>
                    <a:pt x="21713" y="36988"/>
                  </a:cubicBezTo>
                  <a:cubicBezTo>
                    <a:pt x="31927" y="35894"/>
                    <a:pt x="39223" y="26584"/>
                    <a:pt x="38129" y="16370"/>
                  </a:cubicBezTo>
                  <a:cubicBezTo>
                    <a:pt x="37117" y="7100"/>
                    <a:pt x="29079" y="1"/>
                    <a:pt x="1994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6" name="Google Shape;1056;p59">
              <a:extLst>
                <a:ext uri="{FF2B5EF4-FFF2-40B4-BE49-F238E27FC236}">
                  <a16:creationId xmlns:a16="http://schemas.microsoft.com/office/drawing/2014/main" id="{BAF362D5-3363-CB93-FBCB-A6C9374C3F05}"/>
                </a:ext>
              </a:extLst>
            </p:cNvPr>
            <p:cNvSpPr/>
            <p:nvPr/>
          </p:nvSpPr>
          <p:spPr>
            <a:xfrm>
              <a:off x="6999975" y="885875"/>
              <a:ext cx="980225" cy="942000"/>
            </a:xfrm>
            <a:custGeom>
              <a:avLst/>
              <a:gdLst/>
              <a:ahLst/>
              <a:cxnLst/>
              <a:rect l="l" t="t" r="r" b="b"/>
              <a:pathLst>
                <a:path w="39209" h="37680" extrusionOk="0">
                  <a:moveTo>
                    <a:pt x="19874" y="4294"/>
                  </a:moveTo>
                  <a:cubicBezTo>
                    <a:pt x="23158" y="4294"/>
                    <a:pt x="26266" y="5389"/>
                    <a:pt x="28994" y="7402"/>
                  </a:cubicBezTo>
                  <a:cubicBezTo>
                    <a:pt x="31912" y="9956"/>
                    <a:pt x="33926" y="13414"/>
                    <a:pt x="34291" y="17252"/>
                  </a:cubicBezTo>
                  <a:cubicBezTo>
                    <a:pt x="34656" y="21075"/>
                    <a:pt x="33561" y="24912"/>
                    <a:pt x="31183" y="28006"/>
                  </a:cubicBezTo>
                  <a:cubicBezTo>
                    <a:pt x="28819" y="30924"/>
                    <a:pt x="25346" y="32938"/>
                    <a:pt x="21523" y="33302"/>
                  </a:cubicBezTo>
                  <a:cubicBezTo>
                    <a:pt x="21018" y="33348"/>
                    <a:pt x="20515" y="33371"/>
                    <a:pt x="20017" y="33371"/>
                  </a:cubicBezTo>
                  <a:cubicBezTo>
                    <a:pt x="16558" y="33371"/>
                    <a:pt x="13305" y="32273"/>
                    <a:pt x="10755" y="30194"/>
                  </a:cubicBezTo>
                  <a:cubicBezTo>
                    <a:pt x="7661" y="27831"/>
                    <a:pt x="5837" y="24358"/>
                    <a:pt x="5283" y="20535"/>
                  </a:cubicBezTo>
                  <a:cubicBezTo>
                    <a:pt x="4378" y="12509"/>
                    <a:pt x="10215" y="5214"/>
                    <a:pt x="18240" y="4294"/>
                  </a:cubicBezTo>
                  <a:close/>
                  <a:moveTo>
                    <a:pt x="19970" y="3627"/>
                  </a:moveTo>
                  <a:cubicBezTo>
                    <a:pt x="19340" y="3627"/>
                    <a:pt x="18700" y="3669"/>
                    <a:pt x="18050" y="3754"/>
                  </a:cubicBezTo>
                  <a:cubicBezTo>
                    <a:pt x="9850" y="4659"/>
                    <a:pt x="3824" y="12145"/>
                    <a:pt x="4743" y="20535"/>
                  </a:cubicBezTo>
                  <a:cubicBezTo>
                    <a:pt x="5108" y="24548"/>
                    <a:pt x="7107" y="28195"/>
                    <a:pt x="10390" y="30749"/>
                  </a:cubicBezTo>
                  <a:cubicBezTo>
                    <a:pt x="13133" y="32938"/>
                    <a:pt x="16416" y="34032"/>
                    <a:pt x="19874" y="34032"/>
                  </a:cubicBezTo>
                  <a:lnTo>
                    <a:pt x="21523" y="34032"/>
                  </a:lnTo>
                  <a:cubicBezTo>
                    <a:pt x="25536" y="33478"/>
                    <a:pt x="29184" y="31479"/>
                    <a:pt x="31737" y="28371"/>
                  </a:cubicBezTo>
                  <a:cubicBezTo>
                    <a:pt x="34291" y="25087"/>
                    <a:pt x="35385" y="21264"/>
                    <a:pt x="35021" y="17252"/>
                  </a:cubicBezTo>
                  <a:cubicBezTo>
                    <a:pt x="34466" y="13049"/>
                    <a:pt x="32467" y="9591"/>
                    <a:pt x="29359" y="7038"/>
                  </a:cubicBezTo>
                  <a:cubicBezTo>
                    <a:pt x="26583" y="4879"/>
                    <a:pt x="23421" y="3627"/>
                    <a:pt x="19970" y="3627"/>
                  </a:cubicBezTo>
                  <a:close/>
                  <a:moveTo>
                    <a:pt x="19865" y="538"/>
                  </a:moveTo>
                  <a:cubicBezTo>
                    <a:pt x="29058" y="538"/>
                    <a:pt x="36917" y="7518"/>
                    <a:pt x="37939" y="16887"/>
                  </a:cubicBezTo>
                  <a:cubicBezTo>
                    <a:pt x="38479" y="21629"/>
                    <a:pt x="37209" y="26371"/>
                    <a:pt x="34101" y="30194"/>
                  </a:cubicBezTo>
                  <a:cubicBezTo>
                    <a:pt x="31008" y="34032"/>
                    <a:pt x="26630" y="36396"/>
                    <a:pt x="21888" y="36950"/>
                  </a:cubicBezTo>
                  <a:cubicBezTo>
                    <a:pt x="21204" y="37025"/>
                    <a:pt x="20525" y="37061"/>
                    <a:pt x="19852" y="37061"/>
                  </a:cubicBezTo>
                  <a:cubicBezTo>
                    <a:pt x="10644" y="37061"/>
                    <a:pt x="2655" y="30241"/>
                    <a:pt x="1635" y="20900"/>
                  </a:cubicBezTo>
                  <a:cubicBezTo>
                    <a:pt x="541" y="10861"/>
                    <a:pt x="7836" y="1741"/>
                    <a:pt x="17875" y="646"/>
                  </a:cubicBezTo>
                  <a:cubicBezTo>
                    <a:pt x="18544" y="573"/>
                    <a:pt x="19208" y="538"/>
                    <a:pt x="19865" y="538"/>
                  </a:cubicBezTo>
                  <a:close/>
                  <a:moveTo>
                    <a:pt x="19709" y="0"/>
                  </a:moveTo>
                  <a:cubicBezTo>
                    <a:pt x="19040" y="0"/>
                    <a:pt x="18365" y="35"/>
                    <a:pt x="17686" y="107"/>
                  </a:cubicBezTo>
                  <a:cubicBezTo>
                    <a:pt x="7472" y="1201"/>
                    <a:pt x="1" y="10496"/>
                    <a:pt x="1095" y="20900"/>
                  </a:cubicBezTo>
                  <a:cubicBezTo>
                    <a:pt x="1635" y="26007"/>
                    <a:pt x="4013" y="30384"/>
                    <a:pt x="8026" y="33478"/>
                  </a:cubicBezTo>
                  <a:cubicBezTo>
                    <a:pt x="11484" y="36221"/>
                    <a:pt x="15497" y="37680"/>
                    <a:pt x="19874" y="37680"/>
                  </a:cubicBezTo>
                  <a:lnTo>
                    <a:pt x="21888" y="37680"/>
                  </a:lnTo>
                  <a:cubicBezTo>
                    <a:pt x="26995" y="36950"/>
                    <a:pt x="31373" y="34572"/>
                    <a:pt x="34466" y="30559"/>
                  </a:cubicBezTo>
                  <a:cubicBezTo>
                    <a:pt x="37749" y="26736"/>
                    <a:pt x="39208" y="21804"/>
                    <a:pt x="38668" y="16697"/>
                  </a:cubicBezTo>
                  <a:cubicBezTo>
                    <a:pt x="37468" y="7150"/>
                    <a:pt x="29270" y="0"/>
                    <a:pt x="19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7" name="Google Shape;1057;p59">
              <a:extLst>
                <a:ext uri="{FF2B5EF4-FFF2-40B4-BE49-F238E27FC236}">
                  <a16:creationId xmlns:a16="http://schemas.microsoft.com/office/drawing/2014/main" id="{9260532C-0614-7FBF-CEE3-B18F82AE4DF3}"/>
                </a:ext>
              </a:extLst>
            </p:cNvPr>
            <p:cNvSpPr/>
            <p:nvPr/>
          </p:nvSpPr>
          <p:spPr>
            <a:xfrm>
              <a:off x="7496825" y="1827100"/>
              <a:ext cx="155050" cy="411825"/>
            </a:xfrm>
            <a:custGeom>
              <a:avLst/>
              <a:gdLst/>
              <a:ahLst/>
              <a:cxnLst/>
              <a:rect l="l" t="t" r="r" b="b"/>
              <a:pathLst>
                <a:path w="6202" h="16473" extrusionOk="0">
                  <a:moveTo>
                    <a:pt x="2901" y="1"/>
                  </a:moveTo>
                  <a:cubicBezTo>
                    <a:pt x="2788" y="1"/>
                    <a:pt x="2672" y="11"/>
                    <a:pt x="2554" y="31"/>
                  </a:cubicBezTo>
                  <a:lnTo>
                    <a:pt x="1649" y="31"/>
                  </a:lnTo>
                  <a:cubicBezTo>
                    <a:pt x="730" y="206"/>
                    <a:pt x="0" y="1125"/>
                    <a:pt x="190" y="2030"/>
                  </a:cubicBezTo>
                  <a:lnTo>
                    <a:pt x="1649" y="14987"/>
                  </a:lnTo>
                  <a:cubicBezTo>
                    <a:pt x="1649" y="15801"/>
                    <a:pt x="2381" y="16473"/>
                    <a:pt x="3196" y="16473"/>
                  </a:cubicBezTo>
                  <a:cubicBezTo>
                    <a:pt x="3288" y="16473"/>
                    <a:pt x="3380" y="16464"/>
                    <a:pt x="3473" y="16447"/>
                  </a:cubicBezTo>
                  <a:lnTo>
                    <a:pt x="4378" y="16447"/>
                  </a:lnTo>
                  <a:cubicBezTo>
                    <a:pt x="5472" y="16257"/>
                    <a:pt x="6202" y="15352"/>
                    <a:pt x="6027" y="14433"/>
                  </a:cubicBezTo>
                  <a:lnTo>
                    <a:pt x="4568" y="1490"/>
                  </a:lnTo>
                  <a:cubicBezTo>
                    <a:pt x="4568" y="670"/>
                    <a:pt x="3836" y="1"/>
                    <a:pt x="2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8" name="Google Shape;1058;p59">
              <a:extLst>
                <a:ext uri="{FF2B5EF4-FFF2-40B4-BE49-F238E27FC236}">
                  <a16:creationId xmlns:a16="http://schemas.microsoft.com/office/drawing/2014/main" id="{76E765D3-B454-B77A-03B1-81286DC361BE}"/>
                </a:ext>
              </a:extLst>
            </p:cNvPr>
            <p:cNvSpPr/>
            <p:nvPr/>
          </p:nvSpPr>
          <p:spPr>
            <a:xfrm>
              <a:off x="7492450" y="1818125"/>
              <a:ext cx="164175" cy="429275"/>
            </a:xfrm>
            <a:custGeom>
              <a:avLst/>
              <a:gdLst/>
              <a:ahLst/>
              <a:cxnLst/>
              <a:rect l="l" t="t" r="r" b="b"/>
              <a:pathLst>
                <a:path w="6567" h="17171" extrusionOk="0">
                  <a:moveTo>
                    <a:pt x="2919" y="565"/>
                  </a:moveTo>
                  <a:cubicBezTo>
                    <a:pt x="3648" y="565"/>
                    <a:pt x="4378" y="1120"/>
                    <a:pt x="4378" y="2024"/>
                  </a:cubicBezTo>
                  <a:lnTo>
                    <a:pt x="5837" y="14792"/>
                  </a:lnTo>
                  <a:cubicBezTo>
                    <a:pt x="6012" y="15711"/>
                    <a:pt x="5472" y="16441"/>
                    <a:pt x="4553" y="16441"/>
                  </a:cubicBezTo>
                  <a:lnTo>
                    <a:pt x="3648" y="16616"/>
                  </a:lnTo>
                  <a:cubicBezTo>
                    <a:pt x="3283" y="16616"/>
                    <a:pt x="2919" y="16441"/>
                    <a:pt x="2554" y="16251"/>
                  </a:cubicBezTo>
                  <a:cubicBezTo>
                    <a:pt x="2364" y="16076"/>
                    <a:pt x="1999" y="15711"/>
                    <a:pt x="1999" y="15157"/>
                  </a:cubicBezTo>
                  <a:lnTo>
                    <a:pt x="540" y="2389"/>
                  </a:lnTo>
                  <a:cubicBezTo>
                    <a:pt x="540" y="2024"/>
                    <a:pt x="730" y="1659"/>
                    <a:pt x="905" y="1295"/>
                  </a:cubicBezTo>
                  <a:cubicBezTo>
                    <a:pt x="1270" y="930"/>
                    <a:pt x="1459" y="755"/>
                    <a:pt x="1999" y="755"/>
                  </a:cubicBezTo>
                  <a:lnTo>
                    <a:pt x="2729" y="565"/>
                  </a:lnTo>
                  <a:close/>
                  <a:moveTo>
                    <a:pt x="3020" y="0"/>
                  </a:moveTo>
                  <a:cubicBezTo>
                    <a:pt x="2923" y="0"/>
                    <a:pt x="2826" y="8"/>
                    <a:pt x="2729" y="25"/>
                  </a:cubicBezTo>
                  <a:lnTo>
                    <a:pt x="1824" y="200"/>
                  </a:lnTo>
                  <a:cubicBezTo>
                    <a:pt x="1270" y="200"/>
                    <a:pt x="730" y="390"/>
                    <a:pt x="365" y="930"/>
                  </a:cubicBezTo>
                  <a:cubicBezTo>
                    <a:pt x="175" y="1295"/>
                    <a:pt x="0" y="1849"/>
                    <a:pt x="0" y="2389"/>
                  </a:cubicBezTo>
                  <a:lnTo>
                    <a:pt x="1459" y="15346"/>
                  </a:lnTo>
                  <a:cubicBezTo>
                    <a:pt x="1459" y="15886"/>
                    <a:pt x="1824" y="16441"/>
                    <a:pt x="2189" y="16806"/>
                  </a:cubicBezTo>
                  <a:cubicBezTo>
                    <a:pt x="2554" y="16981"/>
                    <a:pt x="3094" y="17170"/>
                    <a:pt x="3459" y="17170"/>
                  </a:cubicBezTo>
                  <a:lnTo>
                    <a:pt x="4553" y="17170"/>
                  </a:lnTo>
                  <a:cubicBezTo>
                    <a:pt x="5837" y="16981"/>
                    <a:pt x="6567" y="15886"/>
                    <a:pt x="6567" y="14792"/>
                  </a:cubicBezTo>
                  <a:lnTo>
                    <a:pt x="5107" y="1849"/>
                  </a:lnTo>
                  <a:cubicBezTo>
                    <a:pt x="4935" y="852"/>
                    <a:pt x="4011" y="0"/>
                    <a:pt x="3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9" name="Google Shape;1059;p59">
              <a:extLst>
                <a:ext uri="{FF2B5EF4-FFF2-40B4-BE49-F238E27FC236}">
                  <a16:creationId xmlns:a16="http://schemas.microsoft.com/office/drawing/2014/main" id="{644F85F6-79B2-09E0-0662-77A033C9C2FC}"/>
                </a:ext>
              </a:extLst>
            </p:cNvPr>
            <p:cNvSpPr/>
            <p:nvPr/>
          </p:nvSpPr>
          <p:spPr>
            <a:xfrm>
              <a:off x="7483325" y="2087200"/>
              <a:ext cx="278000" cy="817150"/>
            </a:xfrm>
            <a:custGeom>
              <a:avLst/>
              <a:gdLst/>
              <a:ahLst/>
              <a:cxnLst/>
              <a:rect l="l" t="t" r="r" b="b"/>
              <a:pathLst>
                <a:path w="11120" h="32686" extrusionOk="0">
                  <a:moveTo>
                    <a:pt x="5047" y="0"/>
                  </a:moveTo>
                  <a:cubicBezTo>
                    <a:pt x="4946" y="0"/>
                    <a:pt x="4844" y="5"/>
                    <a:pt x="4743" y="16"/>
                  </a:cubicBezTo>
                  <a:lnTo>
                    <a:pt x="2919" y="381"/>
                  </a:lnTo>
                  <a:lnTo>
                    <a:pt x="2919" y="206"/>
                  </a:lnTo>
                  <a:cubicBezTo>
                    <a:pt x="1270" y="381"/>
                    <a:pt x="1" y="2030"/>
                    <a:pt x="176" y="3664"/>
                  </a:cubicBezTo>
                  <a:lnTo>
                    <a:pt x="2919" y="29199"/>
                  </a:lnTo>
                  <a:cubicBezTo>
                    <a:pt x="3266" y="31114"/>
                    <a:pt x="4931" y="32685"/>
                    <a:pt x="6975" y="32685"/>
                  </a:cubicBezTo>
                  <a:cubicBezTo>
                    <a:pt x="7081" y="32685"/>
                    <a:pt x="7188" y="32681"/>
                    <a:pt x="7296" y="32672"/>
                  </a:cubicBezTo>
                  <a:lnTo>
                    <a:pt x="7471" y="32672"/>
                  </a:lnTo>
                  <a:cubicBezTo>
                    <a:pt x="9660" y="32307"/>
                    <a:pt x="11119" y="30483"/>
                    <a:pt x="10944" y="28295"/>
                  </a:cubicBezTo>
                  <a:lnTo>
                    <a:pt x="8201" y="2759"/>
                  </a:lnTo>
                  <a:cubicBezTo>
                    <a:pt x="8037" y="1213"/>
                    <a:pt x="6576" y="0"/>
                    <a:pt x="50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0" name="Google Shape;1060;p59">
              <a:extLst>
                <a:ext uri="{FF2B5EF4-FFF2-40B4-BE49-F238E27FC236}">
                  <a16:creationId xmlns:a16="http://schemas.microsoft.com/office/drawing/2014/main" id="{661100B3-CE79-77C2-5425-4C6CDFA434A4}"/>
                </a:ext>
              </a:extLst>
            </p:cNvPr>
            <p:cNvSpPr/>
            <p:nvPr/>
          </p:nvSpPr>
          <p:spPr>
            <a:xfrm>
              <a:off x="7478575" y="2082750"/>
              <a:ext cx="291875" cy="825650"/>
            </a:xfrm>
            <a:custGeom>
              <a:avLst/>
              <a:gdLst/>
              <a:ahLst/>
              <a:cxnLst/>
              <a:rect l="l" t="t" r="r" b="b"/>
              <a:pathLst>
                <a:path w="11675" h="33026" extrusionOk="0">
                  <a:moveTo>
                    <a:pt x="5242" y="541"/>
                  </a:moveTo>
                  <a:cubicBezTo>
                    <a:pt x="6592" y="541"/>
                    <a:pt x="7864" y="1581"/>
                    <a:pt x="8026" y="2937"/>
                  </a:cubicBezTo>
                  <a:lnTo>
                    <a:pt x="10769" y="28473"/>
                  </a:lnTo>
                  <a:cubicBezTo>
                    <a:pt x="11134" y="30472"/>
                    <a:pt x="9675" y="32296"/>
                    <a:pt x="7661" y="32485"/>
                  </a:cubicBezTo>
                  <a:lnTo>
                    <a:pt x="7486" y="32485"/>
                  </a:lnTo>
                  <a:cubicBezTo>
                    <a:pt x="7328" y="32516"/>
                    <a:pt x="7170" y="32530"/>
                    <a:pt x="7013" y="32530"/>
                  </a:cubicBezTo>
                  <a:cubicBezTo>
                    <a:pt x="6255" y="32530"/>
                    <a:pt x="5504" y="32203"/>
                    <a:pt x="4743" y="31756"/>
                  </a:cubicBezTo>
                  <a:cubicBezTo>
                    <a:pt x="4014" y="31026"/>
                    <a:pt x="3649" y="30297"/>
                    <a:pt x="3474" y="29202"/>
                  </a:cubicBezTo>
                  <a:lnTo>
                    <a:pt x="730" y="3842"/>
                  </a:lnTo>
                  <a:cubicBezTo>
                    <a:pt x="555" y="3112"/>
                    <a:pt x="730" y="2383"/>
                    <a:pt x="1285" y="1843"/>
                  </a:cubicBezTo>
                  <a:cubicBezTo>
                    <a:pt x="1650" y="1289"/>
                    <a:pt x="2379" y="924"/>
                    <a:pt x="2919" y="749"/>
                  </a:cubicBezTo>
                  <a:lnTo>
                    <a:pt x="3109" y="749"/>
                  </a:lnTo>
                  <a:lnTo>
                    <a:pt x="4933" y="559"/>
                  </a:lnTo>
                  <a:cubicBezTo>
                    <a:pt x="5036" y="547"/>
                    <a:pt x="5139" y="541"/>
                    <a:pt x="5242" y="541"/>
                  </a:cubicBezTo>
                  <a:close/>
                  <a:moveTo>
                    <a:pt x="5290" y="1"/>
                  </a:moveTo>
                  <a:cubicBezTo>
                    <a:pt x="5172" y="1"/>
                    <a:pt x="5053" y="7"/>
                    <a:pt x="4933" y="19"/>
                  </a:cubicBezTo>
                  <a:lnTo>
                    <a:pt x="3109" y="194"/>
                  </a:lnTo>
                  <a:cubicBezTo>
                    <a:pt x="2190" y="194"/>
                    <a:pt x="1285" y="749"/>
                    <a:pt x="730" y="1478"/>
                  </a:cubicBezTo>
                  <a:cubicBezTo>
                    <a:pt x="191" y="2018"/>
                    <a:pt x="1" y="2937"/>
                    <a:pt x="1" y="3842"/>
                  </a:cubicBezTo>
                  <a:lnTo>
                    <a:pt x="2919" y="29377"/>
                  </a:lnTo>
                  <a:cubicBezTo>
                    <a:pt x="2919" y="30472"/>
                    <a:pt x="3474" y="31391"/>
                    <a:pt x="4378" y="32121"/>
                  </a:cubicBezTo>
                  <a:cubicBezTo>
                    <a:pt x="5108" y="32850"/>
                    <a:pt x="6202" y="33025"/>
                    <a:pt x="7122" y="33025"/>
                  </a:cubicBezTo>
                  <a:lnTo>
                    <a:pt x="7661" y="33025"/>
                  </a:lnTo>
                  <a:cubicBezTo>
                    <a:pt x="10040" y="32850"/>
                    <a:pt x="11674" y="30661"/>
                    <a:pt x="11499" y="28473"/>
                  </a:cubicBezTo>
                  <a:lnTo>
                    <a:pt x="8581" y="2937"/>
                  </a:lnTo>
                  <a:cubicBezTo>
                    <a:pt x="8403" y="1233"/>
                    <a:pt x="6965" y="1"/>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1" name="Google Shape;1061;p59">
              <a:extLst>
                <a:ext uri="{FF2B5EF4-FFF2-40B4-BE49-F238E27FC236}">
                  <a16:creationId xmlns:a16="http://schemas.microsoft.com/office/drawing/2014/main" id="{E6265FA4-9ED1-6243-04DD-09B87513306C}"/>
                </a:ext>
              </a:extLst>
            </p:cNvPr>
            <p:cNvSpPr/>
            <p:nvPr/>
          </p:nvSpPr>
          <p:spPr>
            <a:xfrm>
              <a:off x="7478575" y="2625650"/>
              <a:ext cx="300975" cy="127425"/>
            </a:xfrm>
            <a:custGeom>
              <a:avLst/>
              <a:gdLst/>
              <a:ahLst/>
              <a:cxnLst/>
              <a:rect l="l" t="t" r="r" b="b"/>
              <a:pathLst>
                <a:path w="12039" h="5097" extrusionOk="0">
                  <a:moveTo>
                    <a:pt x="5837" y="1"/>
                  </a:moveTo>
                  <a:cubicBezTo>
                    <a:pt x="5837" y="1"/>
                    <a:pt x="1285" y="190"/>
                    <a:pt x="730" y="920"/>
                  </a:cubicBezTo>
                  <a:cubicBezTo>
                    <a:pt x="1" y="1650"/>
                    <a:pt x="191" y="4378"/>
                    <a:pt x="1460" y="4743"/>
                  </a:cubicBezTo>
                  <a:cubicBezTo>
                    <a:pt x="2538" y="4996"/>
                    <a:pt x="4009" y="5096"/>
                    <a:pt x="5486" y="5096"/>
                  </a:cubicBezTo>
                  <a:cubicBezTo>
                    <a:pt x="8268" y="5096"/>
                    <a:pt x="11071" y="4740"/>
                    <a:pt x="11309" y="4378"/>
                  </a:cubicBezTo>
                  <a:cubicBezTo>
                    <a:pt x="11499" y="3838"/>
                    <a:pt x="12039" y="730"/>
                    <a:pt x="10769" y="366"/>
                  </a:cubicBezTo>
                  <a:cubicBezTo>
                    <a:pt x="9121" y="1"/>
                    <a:pt x="7486" y="1"/>
                    <a:pt x="583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2" name="Google Shape;1062;p59">
              <a:extLst>
                <a:ext uri="{FF2B5EF4-FFF2-40B4-BE49-F238E27FC236}">
                  <a16:creationId xmlns:a16="http://schemas.microsoft.com/office/drawing/2014/main" id="{DB2CBC7C-1051-539A-DC34-DF3BC4F72E05}"/>
                </a:ext>
              </a:extLst>
            </p:cNvPr>
            <p:cNvSpPr/>
            <p:nvPr/>
          </p:nvSpPr>
          <p:spPr>
            <a:xfrm>
              <a:off x="7474200" y="2616525"/>
              <a:ext cx="310100" cy="145950"/>
            </a:xfrm>
            <a:custGeom>
              <a:avLst/>
              <a:gdLst/>
              <a:ahLst/>
              <a:cxnLst/>
              <a:rect l="l" t="t" r="r" b="b"/>
              <a:pathLst>
                <a:path w="12404" h="5838" extrusionOk="0">
                  <a:moveTo>
                    <a:pt x="6012" y="555"/>
                  </a:moveTo>
                  <a:cubicBezTo>
                    <a:pt x="7661" y="555"/>
                    <a:pt x="9296" y="731"/>
                    <a:pt x="10755" y="1095"/>
                  </a:cubicBezTo>
                  <a:cubicBezTo>
                    <a:pt x="10944" y="1095"/>
                    <a:pt x="11120" y="1285"/>
                    <a:pt x="11309" y="1460"/>
                  </a:cubicBezTo>
                  <a:cubicBezTo>
                    <a:pt x="11674" y="2379"/>
                    <a:pt x="11309" y="4203"/>
                    <a:pt x="11120" y="4568"/>
                  </a:cubicBezTo>
                  <a:cubicBezTo>
                    <a:pt x="10796" y="4892"/>
                    <a:pt x="8503" y="5152"/>
                    <a:pt x="6089" y="5152"/>
                  </a:cubicBezTo>
                  <a:cubicBezTo>
                    <a:pt x="4474" y="5152"/>
                    <a:pt x="2805" y="5036"/>
                    <a:pt x="1635" y="4743"/>
                  </a:cubicBezTo>
                  <a:cubicBezTo>
                    <a:pt x="1270" y="4568"/>
                    <a:pt x="1095" y="4203"/>
                    <a:pt x="905" y="3839"/>
                  </a:cubicBezTo>
                  <a:cubicBezTo>
                    <a:pt x="730" y="2919"/>
                    <a:pt x="730" y="1825"/>
                    <a:pt x="1095" y="1460"/>
                  </a:cubicBezTo>
                  <a:cubicBezTo>
                    <a:pt x="1460" y="1095"/>
                    <a:pt x="3824" y="731"/>
                    <a:pt x="6012" y="555"/>
                  </a:cubicBezTo>
                  <a:close/>
                  <a:moveTo>
                    <a:pt x="6012" y="1"/>
                  </a:moveTo>
                  <a:cubicBezTo>
                    <a:pt x="5108" y="1"/>
                    <a:pt x="1270" y="191"/>
                    <a:pt x="541" y="1095"/>
                  </a:cubicBezTo>
                  <a:cubicBezTo>
                    <a:pt x="176" y="1650"/>
                    <a:pt x="1" y="3109"/>
                    <a:pt x="366" y="4014"/>
                  </a:cubicBezTo>
                  <a:cubicBezTo>
                    <a:pt x="541" y="4743"/>
                    <a:pt x="905" y="5108"/>
                    <a:pt x="1460" y="5298"/>
                  </a:cubicBezTo>
                  <a:cubicBezTo>
                    <a:pt x="2554" y="5663"/>
                    <a:pt x="4378" y="5838"/>
                    <a:pt x="6202" y="5838"/>
                  </a:cubicBezTo>
                  <a:cubicBezTo>
                    <a:pt x="8931" y="5838"/>
                    <a:pt x="11484" y="5473"/>
                    <a:pt x="11674" y="4933"/>
                  </a:cubicBezTo>
                  <a:cubicBezTo>
                    <a:pt x="12039" y="4378"/>
                    <a:pt x="12404" y="2379"/>
                    <a:pt x="11849" y="1095"/>
                  </a:cubicBezTo>
                  <a:cubicBezTo>
                    <a:pt x="11674" y="731"/>
                    <a:pt x="11309" y="555"/>
                    <a:pt x="10944" y="366"/>
                  </a:cubicBezTo>
                  <a:cubicBezTo>
                    <a:pt x="9296" y="191"/>
                    <a:pt x="7661" y="1"/>
                    <a:pt x="6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3" name="Google Shape;1063;p59">
              <a:extLst>
                <a:ext uri="{FF2B5EF4-FFF2-40B4-BE49-F238E27FC236}">
                  <a16:creationId xmlns:a16="http://schemas.microsoft.com/office/drawing/2014/main" id="{6BC14826-3A50-B575-D6CC-D914C2E15F01}"/>
                </a:ext>
              </a:extLst>
            </p:cNvPr>
            <p:cNvSpPr/>
            <p:nvPr/>
          </p:nvSpPr>
          <p:spPr>
            <a:xfrm>
              <a:off x="7419500" y="2470275"/>
              <a:ext cx="350950" cy="161375"/>
            </a:xfrm>
            <a:custGeom>
              <a:avLst/>
              <a:gdLst/>
              <a:ahLst/>
              <a:cxnLst/>
              <a:rect l="l" t="t" r="r" b="b"/>
              <a:pathLst>
                <a:path w="14038" h="6455" extrusionOk="0">
                  <a:moveTo>
                    <a:pt x="5908" y="1"/>
                  </a:moveTo>
                  <a:cubicBezTo>
                    <a:pt x="4330" y="1"/>
                    <a:pt x="1431" y="92"/>
                    <a:pt x="905" y="744"/>
                  </a:cubicBezTo>
                  <a:cubicBezTo>
                    <a:pt x="0" y="1663"/>
                    <a:pt x="0" y="5121"/>
                    <a:pt x="1269" y="5676"/>
                  </a:cubicBezTo>
                  <a:cubicBezTo>
                    <a:pt x="2840" y="6250"/>
                    <a:pt x="5303" y="6454"/>
                    <a:pt x="7564" y="6454"/>
                  </a:cubicBezTo>
                  <a:cubicBezTo>
                    <a:pt x="10302" y="6454"/>
                    <a:pt x="12743" y="6155"/>
                    <a:pt x="12943" y="5851"/>
                  </a:cubicBezTo>
                  <a:cubicBezTo>
                    <a:pt x="13308" y="5121"/>
                    <a:pt x="14037" y="1474"/>
                    <a:pt x="12578" y="934"/>
                  </a:cubicBezTo>
                  <a:cubicBezTo>
                    <a:pt x="10944" y="379"/>
                    <a:pt x="6931" y="14"/>
                    <a:pt x="6931" y="14"/>
                  </a:cubicBezTo>
                  <a:cubicBezTo>
                    <a:pt x="6931" y="14"/>
                    <a:pt x="6519" y="1"/>
                    <a:pt x="5908"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4" name="Google Shape;1064;p59">
              <a:extLst>
                <a:ext uri="{FF2B5EF4-FFF2-40B4-BE49-F238E27FC236}">
                  <a16:creationId xmlns:a16="http://schemas.microsoft.com/office/drawing/2014/main" id="{1A96D6BD-385F-E050-C24C-3B349484C463}"/>
                </a:ext>
              </a:extLst>
            </p:cNvPr>
            <p:cNvSpPr/>
            <p:nvPr/>
          </p:nvSpPr>
          <p:spPr>
            <a:xfrm>
              <a:off x="7414750" y="2461250"/>
              <a:ext cx="355700" cy="178300"/>
            </a:xfrm>
            <a:custGeom>
              <a:avLst/>
              <a:gdLst/>
              <a:ahLst/>
              <a:cxnLst/>
              <a:rect l="l" t="t" r="r" b="b"/>
              <a:pathLst>
                <a:path w="14228" h="7132" extrusionOk="0">
                  <a:moveTo>
                    <a:pt x="7121" y="565"/>
                  </a:moveTo>
                  <a:cubicBezTo>
                    <a:pt x="7296" y="740"/>
                    <a:pt x="11134" y="1105"/>
                    <a:pt x="12593" y="1659"/>
                  </a:cubicBezTo>
                  <a:cubicBezTo>
                    <a:pt x="12958" y="1659"/>
                    <a:pt x="12958" y="1835"/>
                    <a:pt x="13133" y="2199"/>
                  </a:cubicBezTo>
                  <a:cubicBezTo>
                    <a:pt x="13687" y="3294"/>
                    <a:pt x="13133" y="5482"/>
                    <a:pt x="12958" y="6037"/>
                  </a:cubicBezTo>
                  <a:cubicBezTo>
                    <a:pt x="12666" y="6229"/>
                    <a:pt x="10461" y="6469"/>
                    <a:pt x="7958" y="6469"/>
                  </a:cubicBezTo>
                  <a:cubicBezTo>
                    <a:pt x="5703" y="6469"/>
                    <a:pt x="3205" y="6274"/>
                    <a:pt x="1649" y="5672"/>
                  </a:cubicBezTo>
                  <a:cubicBezTo>
                    <a:pt x="1095" y="5482"/>
                    <a:pt x="920" y="5118"/>
                    <a:pt x="920" y="4753"/>
                  </a:cubicBezTo>
                  <a:cubicBezTo>
                    <a:pt x="555" y="3483"/>
                    <a:pt x="920" y="1835"/>
                    <a:pt x="1284" y="1295"/>
                  </a:cubicBezTo>
                  <a:cubicBezTo>
                    <a:pt x="1649" y="740"/>
                    <a:pt x="4013" y="565"/>
                    <a:pt x="6027" y="565"/>
                  </a:cubicBezTo>
                  <a:close/>
                  <a:moveTo>
                    <a:pt x="5918" y="0"/>
                  </a:moveTo>
                  <a:cubicBezTo>
                    <a:pt x="4219" y="0"/>
                    <a:pt x="1472" y="101"/>
                    <a:pt x="920" y="930"/>
                  </a:cubicBezTo>
                  <a:cubicBezTo>
                    <a:pt x="190" y="1659"/>
                    <a:pt x="0" y="3483"/>
                    <a:pt x="365" y="4753"/>
                  </a:cubicBezTo>
                  <a:cubicBezTo>
                    <a:pt x="555" y="5672"/>
                    <a:pt x="920" y="6037"/>
                    <a:pt x="1284" y="6402"/>
                  </a:cubicBezTo>
                  <a:cubicBezTo>
                    <a:pt x="2919" y="6942"/>
                    <a:pt x="5472" y="7131"/>
                    <a:pt x="8026" y="7131"/>
                  </a:cubicBezTo>
                  <a:cubicBezTo>
                    <a:pt x="10769" y="7131"/>
                    <a:pt x="13133" y="6766"/>
                    <a:pt x="13498" y="6212"/>
                  </a:cubicBezTo>
                  <a:cubicBezTo>
                    <a:pt x="13687" y="5672"/>
                    <a:pt x="14227" y="3294"/>
                    <a:pt x="13687" y="2024"/>
                  </a:cubicBezTo>
                  <a:cubicBezTo>
                    <a:pt x="13498" y="1470"/>
                    <a:pt x="13322" y="1105"/>
                    <a:pt x="12768" y="930"/>
                  </a:cubicBezTo>
                  <a:cubicBezTo>
                    <a:pt x="11309" y="375"/>
                    <a:pt x="7296" y="11"/>
                    <a:pt x="7121" y="11"/>
                  </a:cubicBezTo>
                  <a:cubicBezTo>
                    <a:pt x="6898" y="11"/>
                    <a:pt x="6462" y="0"/>
                    <a:pt x="5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5" name="Google Shape;1065;p59">
              <a:extLst>
                <a:ext uri="{FF2B5EF4-FFF2-40B4-BE49-F238E27FC236}">
                  <a16:creationId xmlns:a16="http://schemas.microsoft.com/office/drawing/2014/main" id="{2CB32066-7457-538A-4970-01FB8E633DAD}"/>
                </a:ext>
              </a:extLst>
            </p:cNvPr>
            <p:cNvSpPr/>
            <p:nvPr/>
          </p:nvSpPr>
          <p:spPr>
            <a:xfrm>
              <a:off x="7387375" y="2292650"/>
              <a:ext cx="378700" cy="181225"/>
            </a:xfrm>
            <a:custGeom>
              <a:avLst/>
              <a:gdLst/>
              <a:ahLst/>
              <a:cxnLst/>
              <a:rect l="l" t="t" r="r" b="b"/>
              <a:pathLst>
                <a:path w="15148" h="7249" extrusionOk="0">
                  <a:moveTo>
                    <a:pt x="6539" y="1"/>
                  </a:moveTo>
                  <a:cubicBezTo>
                    <a:pt x="4887" y="1"/>
                    <a:pt x="1592" y="105"/>
                    <a:pt x="920" y="918"/>
                  </a:cubicBezTo>
                  <a:cubicBezTo>
                    <a:pt x="191" y="1837"/>
                    <a:pt x="1" y="5485"/>
                    <a:pt x="1460" y="6215"/>
                  </a:cubicBezTo>
                  <a:cubicBezTo>
                    <a:pt x="3535" y="6937"/>
                    <a:pt x="7088" y="7248"/>
                    <a:pt x="9833" y="7248"/>
                  </a:cubicBezTo>
                  <a:cubicBezTo>
                    <a:pt x="11914" y="7248"/>
                    <a:pt x="13531" y="7069"/>
                    <a:pt x="13688" y="6755"/>
                  </a:cubicBezTo>
                  <a:cubicBezTo>
                    <a:pt x="14053" y="6025"/>
                    <a:pt x="15147" y="1648"/>
                    <a:pt x="13498" y="1108"/>
                  </a:cubicBezTo>
                  <a:cubicBezTo>
                    <a:pt x="11864" y="553"/>
                    <a:pt x="7486" y="13"/>
                    <a:pt x="7486" y="13"/>
                  </a:cubicBezTo>
                  <a:cubicBezTo>
                    <a:pt x="7486" y="13"/>
                    <a:pt x="7111" y="1"/>
                    <a:pt x="6539"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6" name="Google Shape;1066;p59">
              <a:extLst>
                <a:ext uri="{FF2B5EF4-FFF2-40B4-BE49-F238E27FC236}">
                  <a16:creationId xmlns:a16="http://schemas.microsoft.com/office/drawing/2014/main" id="{A37B5267-5896-9A53-7F94-4797F513CE26}"/>
                </a:ext>
              </a:extLst>
            </p:cNvPr>
            <p:cNvSpPr/>
            <p:nvPr/>
          </p:nvSpPr>
          <p:spPr>
            <a:xfrm>
              <a:off x="7383000" y="2285950"/>
              <a:ext cx="383075" cy="198550"/>
            </a:xfrm>
            <a:custGeom>
              <a:avLst/>
              <a:gdLst/>
              <a:ahLst/>
              <a:cxnLst/>
              <a:rect l="l" t="t" r="r" b="b"/>
              <a:pathLst>
                <a:path w="15323" h="7942" extrusionOk="0">
                  <a:moveTo>
                    <a:pt x="7472" y="646"/>
                  </a:moveTo>
                  <a:cubicBezTo>
                    <a:pt x="7837" y="646"/>
                    <a:pt x="12039" y="1011"/>
                    <a:pt x="13498" y="1740"/>
                  </a:cubicBezTo>
                  <a:cubicBezTo>
                    <a:pt x="13673" y="1740"/>
                    <a:pt x="13863" y="1916"/>
                    <a:pt x="14038" y="2280"/>
                  </a:cubicBezTo>
                  <a:cubicBezTo>
                    <a:pt x="14592" y="3564"/>
                    <a:pt x="13863" y="6483"/>
                    <a:pt x="13673" y="6847"/>
                  </a:cubicBezTo>
                  <a:cubicBezTo>
                    <a:pt x="13360" y="7079"/>
                    <a:pt x="11805" y="7246"/>
                    <a:pt x="9828" y="7246"/>
                  </a:cubicBezTo>
                  <a:cubicBezTo>
                    <a:pt x="7200" y="7246"/>
                    <a:pt x="3825" y="6951"/>
                    <a:pt x="1635" y="6118"/>
                  </a:cubicBezTo>
                  <a:cubicBezTo>
                    <a:pt x="1270" y="5928"/>
                    <a:pt x="1095" y="5388"/>
                    <a:pt x="906" y="5024"/>
                  </a:cubicBezTo>
                  <a:cubicBezTo>
                    <a:pt x="730" y="3739"/>
                    <a:pt x="906" y="1916"/>
                    <a:pt x="1460" y="1376"/>
                  </a:cubicBezTo>
                  <a:cubicBezTo>
                    <a:pt x="1825" y="821"/>
                    <a:pt x="4378" y="646"/>
                    <a:pt x="6377" y="646"/>
                  </a:cubicBezTo>
                  <a:close/>
                  <a:moveTo>
                    <a:pt x="5850" y="1"/>
                  </a:moveTo>
                  <a:cubicBezTo>
                    <a:pt x="4026" y="1"/>
                    <a:pt x="1544" y="193"/>
                    <a:pt x="906" y="821"/>
                  </a:cubicBezTo>
                  <a:cubicBezTo>
                    <a:pt x="366" y="1740"/>
                    <a:pt x="1" y="3739"/>
                    <a:pt x="366" y="5199"/>
                  </a:cubicBezTo>
                  <a:cubicBezTo>
                    <a:pt x="541" y="5928"/>
                    <a:pt x="906" y="6483"/>
                    <a:pt x="1460" y="6658"/>
                  </a:cubicBezTo>
                  <a:cubicBezTo>
                    <a:pt x="3459" y="7387"/>
                    <a:pt x="7297" y="7942"/>
                    <a:pt x="10390" y="7942"/>
                  </a:cubicBezTo>
                  <a:cubicBezTo>
                    <a:pt x="12404" y="7942"/>
                    <a:pt x="13863" y="7752"/>
                    <a:pt x="14228" y="7212"/>
                  </a:cubicBezTo>
                  <a:cubicBezTo>
                    <a:pt x="14592" y="6483"/>
                    <a:pt x="15322" y="3564"/>
                    <a:pt x="14592" y="2105"/>
                  </a:cubicBezTo>
                  <a:cubicBezTo>
                    <a:pt x="14403" y="1551"/>
                    <a:pt x="14228" y="1186"/>
                    <a:pt x="13673" y="1011"/>
                  </a:cubicBezTo>
                  <a:cubicBezTo>
                    <a:pt x="12039" y="456"/>
                    <a:pt x="7837" y="92"/>
                    <a:pt x="7661" y="92"/>
                  </a:cubicBezTo>
                  <a:cubicBezTo>
                    <a:pt x="7327" y="38"/>
                    <a:pt x="6652" y="1"/>
                    <a:pt x="58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7" name="Google Shape;1067;p59">
              <a:extLst>
                <a:ext uri="{FF2B5EF4-FFF2-40B4-BE49-F238E27FC236}">
                  <a16:creationId xmlns:a16="http://schemas.microsoft.com/office/drawing/2014/main" id="{7E32C9ED-FB3F-7DA2-1CF3-B9940FFC6A8E}"/>
                </a:ext>
              </a:extLst>
            </p:cNvPr>
            <p:cNvSpPr/>
            <p:nvPr/>
          </p:nvSpPr>
          <p:spPr>
            <a:xfrm>
              <a:off x="7305300" y="2128500"/>
              <a:ext cx="378675" cy="175775"/>
            </a:xfrm>
            <a:custGeom>
              <a:avLst/>
              <a:gdLst/>
              <a:ahLst/>
              <a:cxnLst/>
              <a:rect l="l" t="t" r="r" b="b"/>
              <a:pathLst>
                <a:path w="15147" h="7031" extrusionOk="0">
                  <a:moveTo>
                    <a:pt x="6570" y="0"/>
                  </a:moveTo>
                  <a:cubicBezTo>
                    <a:pt x="4971" y="0"/>
                    <a:pt x="1778" y="105"/>
                    <a:pt x="1095" y="918"/>
                  </a:cubicBezTo>
                  <a:cubicBezTo>
                    <a:pt x="191" y="1837"/>
                    <a:pt x="1" y="5660"/>
                    <a:pt x="1460" y="6214"/>
                  </a:cubicBezTo>
                  <a:cubicBezTo>
                    <a:pt x="2521" y="6480"/>
                    <a:pt x="8407" y="7031"/>
                    <a:pt x="11678" y="7031"/>
                  </a:cubicBezTo>
                  <a:cubicBezTo>
                    <a:pt x="12905" y="7031"/>
                    <a:pt x="13763" y="6953"/>
                    <a:pt x="13863" y="6754"/>
                  </a:cubicBezTo>
                  <a:cubicBezTo>
                    <a:pt x="14228" y="6025"/>
                    <a:pt x="15147" y="1647"/>
                    <a:pt x="13498" y="1107"/>
                  </a:cubicBezTo>
                  <a:cubicBezTo>
                    <a:pt x="11864" y="553"/>
                    <a:pt x="7486" y="13"/>
                    <a:pt x="7486" y="13"/>
                  </a:cubicBezTo>
                  <a:cubicBezTo>
                    <a:pt x="7486" y="13"/>
                    <a:pt x="7124" y="0"/>
                    <a:pt x="6570"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8" name="Google Shape;1068;p59">
              <a:extLst>
                <a:ext uri="{FF2B5EF4-FFF2-40B4-BE49-F238E27FC236}">
                  <a16:creationId xmlns:a16="http://schemas.microsoft.com/office/drawing/2014/main" id="{0F0419B9-2AE6-4D46-1C69-9E1F7A770BE2}"/>
                </a:ext>
              </a:extLst>
            </p:cNvPr>
            <p:cNvSpPr/>
            <p:nvPr/>
          </p:nvSpPr>
          <p:spPr>
            <a:xfrm>
              <a:off x="7300925" y="2121800"/>
              <a:ext cx="383050" cy="193800"/>
            </a:xfrm>
            <a:custGeom>
              <a:avLst/>
              <a:gdLst/>
              <a:ahLst/>
              <a:cxnLst/>
              <a:rect l="l" t="t" r="r" b="b"/>
              <a:pathLst>
                <a:path w="15322" h="7752" extrusionOk="0">
                  <a:moveTo>
                    <a:pt x="7661" y="646"/>
                  </a:moveTo>
                  <a:cubicBezTo>
                    <a:pt x="7836" y="646"/>
                    <a:pt x="12039" y="1011"/>
                    <a:pt x="13673" y="1740"/>
                  </a:cubicBezTo>
                  <a:cubicBezTo>
                    <a:pt x="13863" y="1740"/>
                    <a:pt x="14038" y="1915"/>
                    <a:pt x="14228" y="2280"/>
                  </a:cubicBezTo>
                  <a:cubicBezTo>
                    <a:pt x="14592" y="3564"/>
                    <a:pt x="14038" y="6293"/>
                    <a:pt x="13673" y="6847"/>
                  </a:cubicBezTo>
                  <a:cubicBezTo>
                    <a:pt x="13449" y="6981"/>
                    <a:pt x="12707" y="7037"/>
                    <a:pt x="11695" y="7037"/>
                  </a:cubicBezTo>
                  <a:cubicBezTo>
                    <a:pt x="8623" y="7037"/>
                    <a:pt x="3054" y="6524"/>
                    <a:pt x="1825" y="6118"/>
                  </a:cubicBezTo>
                  <a:cubicBezTo>
                    <a:pt x="1460" y="5928"/>
                    <a:pt x="1095" y="5563"/>
                    <a:pt x="1095" y="5198"/>
                  </a:cubicBezTo>
                  <a:cubicBezTo>
                    <a:pt x="730" y="3929"/>
                    <a:pt x="905" y="1915"/>
                    <a:pt x="1460" y="1375"/>
                  </a:cubicBezTo>
                  <a:cubicBezTo>
                    <a:pt x="2000" y="821"/>
                    <a:pt x="4378" y="646"/>
                    <a:pt x="6377" y="646"/>
                  </a:cubicBezTo>
                  <a:close/>
                  <a:moveTo>
                    <a:pt x="5967" y="1"/>
                  </a:moveTo>
                  <a:cubicBezTo>
                    <a:pt x="4202" y="1"/>
                    <a:pt x="1723" y="193"/>
                    <a:pt x="1095" y="821"/>
                  </a:cubicBezTo>
                  <a:cubicBezTo>
                    <a:pt x="366" y="1740"/>
                    <a:pt x="1" y="3929"/>
                    <a:pt x="541" y="5388"/>
                  </a:cubicBezTo>
                  <a:cubicBezTo>
                    <a:pt x="730" y="6118"/>
                    <a:pt x="1095" y="6482"/>
                    <a:pt x="1635" y="6658"/>
                  </a:cubicBezTo>
                  <a:cubicBezTo>
                    <a:pt x="2365" y="6847"/>
                    <a:pt x="8201" y="7752"/>
                    <a:pt x="11674" y="7752"/>
                  </a:cubicBezTo>
                  <a:cubicBezTo>
                    <a:pt x="13133" y="7752"/>
                    <a:pt x="14038" y="7577"/>
                    <a:pt x="14228" y="7212"/>
                  </a:cubicBezTo>
                  <a:cubicBezTo>
                    <a:pt x="14592" y="6658"/>
                    <a:pt x="15322" y="3564"/>
                    <a:pt x="14767" y="2105"/>
                  </a:cubicBezTo>
                  <a:cubicBezTo>
                    <a:pt x="14592" y="1550"/>
                    <a:pt x="14228" y="1186"/>
                    <a:pt x="13863" y="1011"/>
                  </a:cubicBezTo>
                  <a:cubicBezTo>
                    <a:pt x="12214" y="456"/>
                    <a:pt x="7836" y="91"/>
                    <a:pt x="7661" y="91"/>
                  </a:cubicBezTo>
                  <a:cubicBezTo>
                    <a:pt x="7380" y="38"/>
                    <a:pt x="6743" y="1"/>
                    <a:pt x="5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9" name="Google Shape;1069;p59">
              <a:extLst>
                <a:ext uri="{FF2B5EF4-FFF2-40B4-BE49-F238E27FC236}">
                  <a16:creationId xmlns:a16="http://schemas.microsoft.com/office/drawing/2014/main" id="{FCFF0260-095A-75A7-F298-3B67543872A2}"/>
                </a:ext>
              </a:extLst>
            </p:cNvPr>
            <p:cNvSpPr/>
            <p:nvPr/>
          </p:nvSpPr>
          <p:spPr>
            <a:xfrm>
              <a:off x="7483325" y="2083225"/>
              <a:ext cx="501600" cy="505975"/>
            </a:xfrm>
            <a:custGeom>
              <a:avLst/>
              <a:gdLst/>
              <a:ahLst/>
              <a:cxnLst/>
              <a:rect l="l" t="t" r="r" b="b"/>
              <a:pathLst>
                <a:path w="20064" h="20239" extrusionOk="0">
                  <a:moveTo>
                    <a:pt x="4188" y="0"/>
                  </a:moveTo>
                  <a:cubicBezTo>
                    <a:pt x="1635" y="365"/>
                    <a:pt x="1" y="1999"/>
                    <a:pt x="1" y="3093"/>
                  </a:cubicBezTo>
                  <a:cubicBezTo>
                    <a:pt x="176" y="4188"/>
                    <a:pt x="2554" y="11484"/>
                    <a:pt x="2919" y="13308"/>
                  </a:cubicBezTo>
                  <a:cubicBezTo>
                    <a:pt x="3372" y="14838"/>
                    <a:pt x="3835" y="14961"/>
                    <a:pt x="4834" y="14961"/>
                  </a:cubicBezTo>
                  <a:cubicBezTo>
                    <a:pt x="5026" y="14961"/>
                    <a:pt x="5237" y="14956"/>
                    <a:pt x="5472" y="14956"/>
                  </a:cubicBezTo>
                  <a:cubicBezTo>
                    <a:pt x="7107" y="14767"/>
                    <a:pt x="8391" y="13308"/>
                    <a:pt x="8566" y="11673"/>
                  </a:cubicBezTo>
                  <a:cubicBezTo>
                    <a:pt x="8391" y="10214"/>
                    <a:pt x="8201" y="8565"/>
                    <a:pt x="7836" y="7106"/>
                  </a:cubicBezTo>
                  <a:lnTo>
                    <a:pt x="7836" y="7106"/>
                  </a:lnTo>
                  <a:cubicBezTo>
                    <a:pt x="8566" y="7836"/>
                    <a:pt x="9485" y="8201"/>
                    <a:pt x="10390" y="8565"/>
                  </a:cubicBezTo>
                  <a:lnTo>
                    <a:pt x="11484" y="8930"/>
                  </a:lnTo>
                  <a:cubicBezTo>
                    <a:pt x="11484" y="8930"/>
                    <a:pt x="11309" y="15861"/>
                    <a:pt x="15687" y="18969"/>
                  </a:cubicBezTo>
                  <a:cubicBezTo>
                    <a:pt x="16591" y="19509"/>
                    <a:pt x="17510" y="20064"/>
                    <a:pt x="18415" y="20239"/>
                  </a:cubicBezTo>
                  <a:lnTo>
                    <a:pt x="20064" y="2729"/>
                  </a:lnTo>
                  <a:cubicBezTo>
                    <a:pt x="18970" y="1999"/>
                    <a:pt x="17686" y="1459"/>
                    <a:pt x="16226" y="1270"/>
                  </a:cubicBezTo>
                  <a:cubicBezTo>
                    <a:pt x="12214" y="1270"/>
                    <a:pt x="8201" y="175"/>
                    <a:pt x="4188"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0" name="Google Shape;1070;p59">
              <a:extLst>
                <a:ext uri="{FF2B5EF4-FFF2-40B4-BE49-F238E27FC236}">
                  <a16:creationId xmlns:a16="http://schemas.microsoft.com/office/drawing/2014/main" id="{E3C3C3E2-0FA5-A118-BC6E-64769978A72E}"/>
                </a:ext>
              </a:extLst>
            </p:cNvPr>
            <p:cNvSpPr/>
            <p:nvPr/>
          </p:nvSpPr>
          <p:spPr>
            <a:xfrm>
              <a:off x="7474200" y="2074100"/>
              <a:ext cx="519850" cy="524225"/>
            </a:xfrm>
            <a:custGeom>
              <a:avLst/>
              <a:gdLst/>
              <a:ahLst/>
              <a:cxnLst/>
              <a:rect l="l" t="t" r="r" b="b"/>
              <a:pathLst>
                <a:path w="20794" h="20969" extrusionOk="0">
                  <a:moveTo>
                    <a:pt x="4553" y="0"/>
                  </a:moveTo>
                  <a:cubicBezTo>
                    <a:pt x="1825" y="365"/>
                    <a:pt x="1" y="2189"/>
                    <a:pt x="176" y="3458"/>
                  </a:cubicBezTo>
                  <a:cubicBezTo>
                    <a:pt x="176" y="4188"/>
                    <a:pt x="1095" y="6931"/>
                    <a:pt x="1825" y="9485"/>
                  </a:cubicBezTo>
                  <a:cubicBezTo>
                    <a:pt x="2365" y="11309"/>
                    <a:pt x="2919" y="12943"/>
                    <a:pt x="3094" y="13862"/>
                  </a:cubicBezTo>
                  <a:cubicBezTo>
                    <a:pt x="3370" y="15241"/>
                    <a:pt x="3854" y="15578"/>
                    <a:pt x="4705" y="15578"/>
                  </a:cubicBezTo>
                  <a:cubicBezTo>
                    <a:pt x="4979" y="15578"/>
                    <a:pt x="5292" y="15543"/>
                    <a:pt x="5648" y="15497"/>
                  </a:cubicBezTo>
                  <a:lnTo>
                    <a:pt x="5837" y="15497"/>
                  </a:lnTo>
                  <a:cubicBezTo>
                    <a:pt x="7661" y="15321"/>
                    <a:pt x="9120" y="13862"/>
                    <a:pt x="9120" y="12038"/>
                  </a:cubicBezTo>
                  <a:cubicBezTo>
                    <a:pt x="9120" y="10754"/>
                    <a:pt x="8931" y="9485"/>
                    <a:pt x="8756" y="8201"/>
                  </a:cubicBezTo>
                  <a:lnTo>
                    <a:pt x="8756" y="8201"/>
                  </a:lnTo>
                  <a:cubicBezTo>
                    <a:pt x="9296" y="8566"/>
                    <a:pt x="10025" y="8930"/>
                    <a:pt x="10580" y="9295"/>
                  </a:cubicBezTo>
                  <a:lnTo>
                    <a:pt x="11484" y="9485"/>
                  </a:lnTo>
                  <a:cubicBezTo>
                    <a:pt x="11484" y="10754"/>
                    <a:pt x="11849" y="16781"/>
                    <a:pt x="15862" y="19699"/>
                  </a:cubicBezTo>
                  <a:cubicBezTo>
                    <a:pt x="16781" y="20239"/>
                    <a:pt x="17686" y="20604"/>
                    <a:pt x="18780" y="20968"/>
                  </a:cubicBezTo>
                  <a:cubicBezTo>
                    <a:pt x="18970" y="20968"/>
                    <a:pt x="19145" y="20793"/>
                    <a:pt x="19145" y="20793"/>
                  </a:cubicBezTo>
                  <a:cubicBezTo>
                    <a:pt x="19145" y="20604"/>
                    <a:pt x="19145" y="20429"/>
                    <a:pt x="18970" y="20429"/>
                  </a:cubicBezTo>
                  <a:cubicBezTo>
                    <a:pt x="18051" y="20064"/>
                    <a:pt x="17146" y="19699"/>
                    <a:pt x="16227" y="19144"/>
                  </a:cubicBezTo>
                  <a:cubicBezTo>
                    <a:pt x="12039" y="16226"/>
                    <a:pt x="12039" y="9295"/>
                    <a:pt x="12039" y="9295"/>
                  </a:cubicBezTo>
                  <a:cubicBezTo>
                    <a:pt x="12039" y="9120"/>
                    <a:pt x="12039" y="8930"/>
                    <a:pt x="11849" y="8930"/>
                  </a:cubicBezTo>
                  <a:lnTo>
                    <a:pt x="10755" y="8566"/>
                  </a:lnTo>
                  <a:cubicBezTo>
                    <a:pt x="10025" y="8390"/>
                    <a:pt x="9120" y="7836"/>
                    <a:pt x="8391" y="7296"/>
                  </a:cubicBezTo>
                  <a:cubicBezTo>
                    <a:pt x="8391" y="7296"/>
                    <a:pt x="8307" y="7212"/>
                    <a:pt x="8199" y="7212"/>
                  </a:cubicBezTo>
                  <a:cubicBezTo>
                    <a:pt x="8144" y="7212"/>
                    <a:pt x="8084" y="7233"/>
                    <a:pt x="8026" y="7296"/>
                  </a:cubicBezTo>
                  <a:cubicBezTo>
                    <a:pt x="8026" y="7296"/>
                    <a:pt x="7836" y="7471"/>
                    <a:pt x="8026" y="7661"/>
                  </a:cubicBezTo>
                  <a:cubicBezTo>
                    <a:pt x="8201" y="9120"/>
                    <a:pt x="8566" y="10579"/>
                    <a:pt x="8566" y="12038"/>
                  </a:cubicBezTo>
                  <a:cubicBezTo>
                    <a:pt x="8566" y="13498"/>
                    <a:pt x="7297" y="14767"/>
                    <a:pt x="5837" y="14957"/>
                  </a:cubicBezTo>
                  <a:lnTo>
                    <a:pt x="5648" y="14957"/>
                  </a:lnTo>
                  <a:cubicBezTo>
                    <a:pt x="5321" y="15002"/>
                    <a:pt x="5054" y="15035"/>
                    <a:pt x="4832" y="15035"/>
                  </a:cubicBezTo>
                  <a:cubicBezTo>
                    <a:pt x="4191" y="15035"/>
                    <a:pt x="3920" y="14756"/>
                    <a:pt x="3649" y="13673"/>
                  </a:cubicBezTo>
                  <a:cubicBezTo>
                    <a:pt x="3459" y="12943"/>
                    <a:pt x="2919" y="11119"/>
                    <a:pt x="2365" y="9295"/>
                  </a:cubicBezTo>
                  <a:cubicBezTo>
                    <a:pt x="1635" y="6742"/>
                    <a:pt x="905" y="4013"/>
                    <a:pt x="730" y="3283"/>
                  </a:cubicBezTo>
                  <a:cubicBezTo>
                    <a:pt x="541" y="2554"/>
                    <a:pt x="2000" y="1095"/>
                    <a:pt x="4553" y="540"/>
                  </a:cubicBezTo>
                  <a:cubicBezTo>
                    <a:pt x="6202" y="730"/>
                    <a:pt x="7836" y="905"/>
                    <a:pt x="9485" y="1270"/>
                  </a:cubicBezTo>
                  <a:cubicBezTo>
                    <a:pt x="11849" y="1635"/>
                    <a:pt x="14228" y="1999"/>
                    <a:pt x="16591" y="1999"/>
                  </a:cubicBezTo>
                  <a:cubicBezTo>
                    <a:pt x="17875" y="2189"/>
                    <a:pt x="19145" y="2554"/>
                    <a:pt x="20239" y="3458"/>
                  </a:cubicBezTo>
                  <a:cubicBezTo>
                    <a:pt x="20429" y="3458"/>
                    <a:pt x="20604" y="3458"/>
                    <a:pt x="20794" y="3283"/>
                  </a:cubicBezTo>
                  <a:cubicBezTo>
                    <a:pt x="20794" y="3283"/>
                    <a:pt x="20794" y="2919"/>
                    <a:pt x="20604" y="2919"/>
                  </a:cubicBezTo>
                  <a:cubicBezTo>
                    <a:pt x="19510" y="1999"/>
                    <a:pt x="18051" y="1459"/>
                    <a:pt x="16591" y="1459"/>
                  </a:cubicBezTo>
                  <a:cubicBezTo>
                    <a:pt x="14228" y="1459"/>
                    <a:pt x="11849" y="1095"/>
                    <a:pt x="9485" y="730"/>
                  </a:cubicBezTo>
                  <a:cubicBezTo>
                    <a:pt x="8026" y="365"/>
                    <a:pt x="6202" y="175"/>
                    <a:pt x="4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1" name="Google Shape;1071;p59">
              <a:extLst>
                <a:ext uri="{FF2B5EF4-FFF2-40B4-BE49-F238E27FC236}">
                  <a16:creationId xmlns:a16="http://schemas.microsoft.com/office/drawing/2014/main" id="{0706FA8F-9E0B-2CD7-5117-326C59A1F5AB}"/>
                </a:ext>
              </a:extLst>
            </p:cNvPr>
            <p:cNvSpPr/>
            <p:nvPr/>
          </p:nvSpPr>
          <p:spPr>
            <a:xfrm>
              <a:off x="8016650" y="2598300"/>
              <a:ext cx="36500" cy="3575"/>
            </a:xfrm>
            <a:custGeom>
              <a:avLst/>
              <a:gdLst/>
              <a:ahLst/>
              <a:cxnLst/>
              <a:rect l="l" t="t" r="r" b="b"/>
              <a:pathLst>
                <a:path w="1460" h="143" extrusionOk="0">
                  <a:moveTo>
                    <a:pt x="0" y="0"/>
                  </a:moveTo>
                  <a:cubicBezTo>
                    <a:pt x="183" y="95"/>
                    <a:pt x="413" y="143"/>
                    <a:pt x="664" y="143"/>
                  </a:cubicBezTo>
                  <a:cubicBezTo>
                    <a:pt x="916" y="143"/>
                    <a:pt x="1190" y="95"/>
                    <a:pt x="1460"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2" name="Google Shape;1072;p59">
              <a:extLst>
                <a:ext uri="{FF2B5EF4-FFF2-40B4-BE49-F238E27FC236}">
                  <a16:creationId xmlns:a16="http://schemas.microsoft.com/office/drawing/2014/main" id="{6D2EB7BD-E131-FB42-2E42-987E7FBC27B0}"/>
                </a:ext>
              </a:extLst>
            </p:cNvPr>
            <p:cNvSpPr/>
            <p:nvPr/>
          </p:nvSpPr>
          <p:spPr>
            <a:xfrm>
              <a:off x="8007525" y="2593925"/>
              <a:ext cx="50375" cy="13525"/>
            </a:xfrm>
            <a:custGeom>
              <a:avLst/>
              <a:gdLst/>
              <a:ahLst/>
              <a:cxnLst/>
              <a:rect l="l" t="t" r="r" b="b"/>
              <a:pathLst>
                <a:path w="2015" h="541" extrusionOk="0">
                  <a:moveTo>
                    <a:pt x="365" y="0"/>
                  </a:moveTo>
                  <a:cubicBezTo>
                    <a:pt x="190" y="0"/>
                    <a:pt x="1" y="0"/>
                    <a:pt x="1" y="175"/>
                  </a:cubicBezTo>
                  <a:cubicBezTo>
                    <a:pt x="1" y="365"/>
                    <a:pt x="190" y="540"/>
                    <a:pt x="365" y="540"/>
                  </a:cubicBezTo>
                  <a:lnTo>
                    <a:pt x="1825" y="540"/>
                  </a:lnTo>
                  <a:cubicBezTo>
                    <a:pt x="2014" y="540"/>
                    <a:pt x="2014" y="365"/>
                    <a:pt x="2014" y="175"/>
                  </a:cubicBezTo>
                  <a:cubicBezTo>
                    <a:pt x="2014" y="0"/>
                    <a:pt x="2014" y="0"/>
                    <a:pt x="1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3" name="Google Shape;1073;p59">
              <a:extLst>
                <a:ext uri="{FF2B5EF4-FFF2-40B4-BE49-F238E27FC236}">
                  <a16:creationId xmlns:a16="http://schemas.microsoft.com/office/drawing/2014/main" id="{56026496-A5EA-085E-ACE2-E524C0E95403}"/>
                </a:ext>
              </a:extLst>
            </p:cNvPr>
            <p:cNvSpPr/>
            <p:nvPr/>
          </p:nvSpPr>
          <p:spPr>
            <a:xfrm>
              <a:off x="8053125" y="2584800"/>
              <a:ext cx="82100" cy="13525"/>
            </a:xfrm>
            <a:custGeom>
              <a:avLst/>
              <a:gdLst/>
              <a:ahLst/>
              <a:cxnLst/>
              <a:rect l="l" t="t" r="r" b="b"/>
              <a:pathLst>
                <a:path w="3284" h="541" extrusionOk="0">
                  <a:moveTo>
                    <a:pt x="3284" y="1"/>
                  </a:moveTo>
                  <a:lnTo>
                    <a:pt x="1" y="540"/>
                  </a:lnTo>
                  <a:cubicBezTo>
                    <a:pt x="1095" y="540"/>
                    <a:pt x="2189" y="365"/>
                    <a:pt x="3284"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4" name="Google Shape;1074;p59">
              <a:extLst>
                <a:ext uri="{FF2B5EF4-FFF2-40B4-BE49-F238E27FC236}">
                  <a16:creationId xmlns:a16="http://schemas.microsoft.com/office/drawing/2014/main" id="{F01B6818-5805-4198-D481-81D1C0D83A87}"/>
                </a:ext>
              </a:extLst>
            </p:cNvPr>
            <p:cNvSpPr/>
            <p:nvPr/>
          </p:nvSpPr>
          <p:spPr>
            <a:xfrm>
              <a:off x="8044000" y="2575675"/>
              <a:ext cx="100350" cy="31775"/>
            </a:xfrm>
            <a:custGeom>
              <a:avLst/>
              <a:gdLst/>
              <a:ahLst/>
              <a:cxnLst/>
              <a:rect l="l" t="t" r="r" b="b"/>
              <a:pathLst>
                <a:path w="4014" h="1271" extrusionOk="0">
                  <a:moveTo>
                    <a:pt x="3474" y="1"/>
                  </a:moveTo>
                  <a:cubicBezTo>
                    <a:pt x="2379" y="366"/>
                    <a:pt x="1285" y="541"/>
                    <a:pt x="366" y="730"/>
                  </a:cubicBezTo>
                  <a:cubicBezTo>
                    <a:pt x="191" y="730"/>
                    <a:pt x="1" y="905"/>
                    <a:pt x="1" y="1095"/>
                  </a:cubicBezTo>
                  <a:cubicBezTo>
                    <a:pt x="1" y="1270"/>
                    <a:pt x="191" y="1270"/>
                    <a:pt x="366" y="1270"/>
                  </a:cubicBezTo>
                  <a:cubicBezTo>
                    <a:pt x="1460" y="1270"/>
                    <a:pt x="2554" y="1095"/>
                    <a:pt x="3649" y="730"/>
                  </a:cubicBezTo>
                  <a:cubicBezTo>
                    <a:pt x="3838" y="541"/>
                    <a:pt x="4014" y="366"/>
                    <a:pt x="3838" y="366"/>
                  </a:cubicBezTo>
                  <a:cubicBezTo>
                    <a:pt x="3838" y="176"/>
                    <a:pt x="3649" y="1"/>
                    <a:pt x="3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5" name="Google Shape;1075;p59">
              <a:extLst>
                <a:ext uri="{FF2B5EF4-FFF2-40B4-BE49-F238E27FC236}">
                  <a16:creationId xmlns:a16="http://schemas.microsoft.com/office/drawing/2014/main" id="{CBA2C403-C9D2-F26B-2E51-07CD3587C5C2}"/>
                </a:ext>
              </a:extLst>
            </p:cNvPr>
            <p:cNvSpPr/>
            <p:nvPr/>
          </p:nvSpPr>
          <p:spPr>
            <a:xfrm>
              <a:off x="8262875" y="2525350"/>
              <a:ext cx="155075" cy="18250"/>
            </a:xfrm>
            <a:custGeom>
              <a:avLst/>
              <a:gdLst/>
              <a:ahLst/>
              <a:cxnLst/>
              <a:rect l="l" t="t" r="r" b="b"/>
              <a:pathLst>
                <a:path w="6203" h="730" extrusionOk="0">
                  <a:moveTo>
                    <a:pt x="366" y="0"/>
                  </a:moveTo>
                  <a:cubicBezTo>
                    <a:pt x="190" y="0"/>
                    <a:pt x="1" y="190"/>
                    <a:pt x="1" y="365"/>
                  </a:cubicBezTo>
                  <a:cubicBezTo>
                    <a:pt x="1" y="555"/>
                    <a:pt x="190" y="730"/>
                    <a:pt x="366" y="730"/>
                  </a:cubicBezTo>
                  <a:lnTo>
                    <a:pt x="5837" y="730"/>
                  </a:lnTo>
                  <a:cubicBezTo>
                    <a:pt x="6027" y="730"/>
                    <a:pt x="6202" y="555"/>
                    <a:pt x="6202" y="365"/>
                  </a:cubicBezTo>
                  <a:cubicBezTo>
                    <a:pt x="6202" y="190"/>
                    <a:pt x="6027" y="0"/>
                    <a:pt x="58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6" name="Google Shape;1076;p59">
              <a:extLst>
                <a:ext uri="{FF2B5EF4-FFF2-40B4-BE49-F238E27FC236}">
                  <a16:creationId xmlns:a16="http://schemas.microsoft.com/office/drawing/2014/main" id="{4CA8779A-8615-85C7-D8B8-800267F986E5}"/>
                </a:ext>
              </a:extLst>
            </p:cNvPr>
            <p:cNvSpPr/>
            <p:nvPr/>
          </p:nvSpPr>
          <p:spPr>
            <a:xfrm>
              <a:off x="8276750" y="2566550"/>
              <a:ext cx="72975" cy="13525"/>
            </a:xfrm>
            <a:custGeom>
              <a:avLst/>
              <a:gdLst/>
              <a:ahLst/>
              <a:cxnLst/>
              <a:rect l="l" t="t" r="r" b="b"/>
              <a:pathLst>
                <a:path w="2919" h="541" extrusionOk="0">
                  <a:moveTo>
                    <a:pt x="175" y="1"/>
                  </a:moveTo>
                  <a:cubicBezTo>
                    <a:pt x="175" y="1"/>
                    <a:pt x="0" y="176"/>
                    <a:pt x="0" y="366"/>
                  </a:cubicBezTo>
                  <a:cubicBezTo>
                    <a:pt x="0" y="541"/>
                    <a:pt x="175" y="541"/>
                    <a:pt x="175" y="541"/>
                  </a:cubicBezTo>
                  <a:lnTo>
                    <a:pt x="2554" y="541"/>
                  </a:lnTo>
                  <a:cubicBezTo>
                    <a:pt x="2729" y="541"/>
                    <a:pt x="2919" y="541"/>
                    <a:pt x="2919" y="366"/>
                  </a:cubicBezTo>
                  <a:cubicBezTo>
                    <a:pt x="2919" y="176"/>
                    <a:pt x="2729" y="1"/>
                    <a:pt x="2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7" name="Google Shape;1077;p59">
              <a:extLst>
                <a:ext uri="{FF2B5EF4-FFF2-40B4-BE49-F238E27FC236}">
                  <a16:creationId xmlns:a16="http://schemas.microsoft.com/office/drawing/2014/main" id="{799AFEAB-78DE-15B8-DDE1-8F1133947AFA}"/>
                </a:ext>
              </a:extLst>
            </p:cNvPr>
            <p:cNvSpPr/>
            <p:nvPr/>
          </p:nvSpPr>
          <p:spPr>
            <a:xfrm>
              <a:off x="7761300" y="2251750"/>
              <a:ext cx="141550" cy="59475"/>
            </a:xfrm>
            <a:custGeom>
              <a:avLst/>
              <a:gdLst/>
              <a:ahLst/>
              <a:cxnLst/>
              <a:rect l="l" t="t" r="r" b="b"/>
              <a:pathLst>
                <a:path w="5662" h="2379" extrusionOk="0">
                  <a:moveTo>
                    <a:pt x="5107" y="0"/>
                  </a:moveTo>
                  <a:cubicBezTo>
                    <a:pt x="3283" y="1824"/>
                    <a:pt x="365" y="1824"/>
                    <a:pt x="365" y="1824"/>
                  </a:cubicBezTo>
                  <a:cubicBezTo>
                    <a:pt x="190" y="1824"/>
                    <a:pt x="0" y="2014"/>
                    <a:pt x="0" y="2189"/>
                  </a:cubicBezTo>
                  <a:cubicBezTo>
                    <a:pt x="0" y="2379"/>
                    <a:pt x="190" y="2379"/>
                    <a:pt x="365" y="2379"/>
                  </a:cubicBezTo>
                  <a:cubicBezTo>
                    <a:pt x="365" y="2379"/>
                    <a:pt x="3473" y="2379"/>
                    <a:pt x="5472" y="555"/>
                  </a:cubicBezTo>
                  <a:cubicBezTo>
                    <a:pt x="5662" y="365"/>
                    <a:pt x="5662" y="190"/>
                    <a:pt x="56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8" name="Google Shape;1078;p59">
              <a:extLst>
                <a:ext uri="{FF2B5EF4-FFF2-40B4-BE49-F238E27FC236}">
                  <a16:creationId xmlns:a16="http://schemas.microsoft.com/office/drawing/2014/main" id="{1156A871-78D5-1DE3-D9B3-D73E9D4E620B}"/>
                </a:ext>
              </a:extLst>
            </p:cNvPr>
            <p:cNvSpPr/>
            <p:nvPr/>
          </p:nvSpPr>
          <p:spPr>
            <a:xfrm>
              <a:off x="7656600" y="2187900"/>
              <a:ext cx="31775" cy="77725"/>
            </a:xfrm>
            <a:custGeom>
              <a:avLst/>
              <a:gdLst/>
              <a:ahLst/>
              <a:cxnLst/>
              <a:rect l="l" t="t" r="r" b="b"/>
              <a:pathLst>
                <a:path w="1271" h="3109" extrusionOk="0">
                  <a:moveTo>
                    <a:pt x="176" y="1"/>
                  </a:moveTo>
                  <a:cubicBezTo>
                    <a:pt x="176" y="1"/>
                    <a:pt x="1" y="191"/>
                    <a:pt x="1" y="366"/>
                  </a:cubicBezTo>
                  <a:cubicBezTo>
                    <a:pt x="365" y="1285"/>
                    <a:pt x="540" y="2015"/>
                    <a:pt x="540" y="2744"/>
                  </a:cubicBezTo>
                  <a:cubicBezTo>
                    <a:pt x="540" y="2919"/>
                    <a:pt x="730" y="3109"/>
                    <a:pt x="905" y="3109"/>
                  </a:cubicBezTo>
                  <a:cubicBezTo>
                    <a:pt x="1095" y="3109"/>
                    <a:pt x="1270" y="2919"/>
                    <a:pt x="1270" y="2744"/>
                  </a:cubicBezTo>
                  <a:cubicBezTo>
                    <a:pt x="1095" y="1825"/>
                    <a:pt x="905" y="1095"/>
                    <a:pt x="730" y="191"/>
                  </a:cubicBezTo>
                  <a:cubicBezTo>
                    <a:pt x="540" y="1"/>
                    <a:pt x="36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9" name="Google Shape;1079;p59">
              <a:extLst>
                <a:ext uri="{FF2B5EF4-FFF2-40B4-BE49-F238E27FC236}">
                  <a16:creationId xmlns:a16="http://schemas.microsoft.com/office/drawing/2014/main" id="{56E6FD34-DC2A-6768-398F-3DBD50478CE0}"/>
                </a:ext>
              </a:extLst>
            </p:cNvPr>
            <p:cNvSpPr/>
            <p:nvPr/>
          </p:nvSpPr>
          <p:spPr>
            <a:xfrm>
              <a:off x="7538050" y="2311200"/>
              <a:ext cx="122950" cy="132075"/>
            </a:xfrm>
            <a:custGeom>
              <a:avLst/>
              <a:gdLst/>
              <a:ahLst/>
              <a:cxnLst/>
              <a:rect l="l" t="t" r="r" b="b"/>
              <a:pathLst>
                <a:path w="4918" h="5283" extrusionOk="0">
                  <a:moveTo>
                    <a:pt x="3458" y="1"/>
                  </a:moveTo>
                  <a:cubicBezTo>
                    <a:pt x="2729" y="1"/>
                    <a:pt x="1459" y="541"/>
                    <a:pt x="730" y="1095"/>
                  </a:cubicBezTo>
                  <a:cubicBezTo>
                    <a:pt x="0" y="1825"/>
                    <a:pt x="540" y="3459"/>
                    <a:pt x="540" y="3459"/>
                  </a:cubicBezTo>
                  <a:lnTo>
                    <a:pt x="730" y="3649"/>
                  </a:lnTo>
                  <a:cubicBezTo>
                    <a:pt x="905" y="3459"/>
                    <a:pt x="905" y="3459"/>
                    <a:pt x="905" y="3284"/>
                  </a:cubicBezTo>
                  <a:cubicBezTo>
                    <a:pt x="730" y="2919"/>
                    <a:pt x="540" y="1825"/>
                    <a:pt x="905" y="1270"/>
                  </a:cubicBezTo>
                  <a:cubicBezTo>
                    <a:pt x="1397" y="946"/>
                    <a:pt x="2603" y="335"/>
                    <a:pt x="3245" y="335"/>
                  </a:cubicBezTo>
                  <a:cubicBezTo>
                    <a:pt x="3326" y="335"/>
                    <a:pt x="3398" y="344"/>
                    <a:pt x="3458" y="366"/>
                  </a:cubicBezTo>
                  <a:cubicBezTo>
                    <a:pt x="3648" y="366"/>
                    <a:pt x="3648" y="541"/>
                    <a:pt x="3648" y="541"/>
                  </a:cubicBezTo>
                  <a:cubicBezTo>
                    <a:pt x="4013" y="1095"/>
                    <a:pt x="4553" y="4014"/>
                    <a:pt x="4553" y="4553"/>
                  </a:cubicBezTo>
                  <a:lnTo>
                    <a:pt x="4188" y="5108"/>
                  </a:lnTo>
                  <a:cubicBezTo>
                    <a:pt x="4188" y="5283"/>
                    <a:pt x="4378" y="5283"/>
                    <a:pt x="4378" y="5283"/>
                  </a:cubicBezTo>
                  <a:lnTo>
                    <a:pt x="4553" y="5283"/>
                  </a:lnTo>
                  <a:lnTo>
                    <a:pt x="4743" y="4743"/>
                  </a:lnTo>
                  <a:cubicBezTo>
                    <a:pt x="4918" y="4014"/>
                    <a:pt x="4188" y="1095"/>
                    <a:pt x="4013" y="366"/>
                  </a:cubicBezTo>
                  <a:cubicBezTo>
                    <a:pt x="3823" y="176"/>
                    <a:pt x="3823" y="176"/>
                    <a:pt x="34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0" name="Google Shape;1080;p59">
              <a:extLst>
                <a:ext uri="{FF2B5EF4-FFF2-40B4-BE49-F238E27FC236}">
                  <a16:creationId xmlns:a16="http://schemas.microsoft.com/office/drawing/2014/main" id="{E7B65B3F-08C7-108C-DCA0-648BEC69A569}"/>
                </a:ext>
              </a:extLst>
            </p:cNvPr>
            <p:cNvSpPr/>
            <p:nvPr/>
          </p:nvSpPr>
          <p:spPr>
            <a:xfrm>
              <a:off x="8354074" y="2233504"/>
              <a:ext cx="1995332" cy="652275"/>
            </a:xfrm>
            <a:custGeom>
              <a:avLst/>
              <a:gdLst/>
              <a:ahLst/>
              <a:cxnLst/>
              <a:rect l="l" t="t" r="r" b="b"/>
              <a:pathLst>
                <a:path w="53085" h="26091" extrusionOk="0">
                  <a:moveTo>
                    <a:pt x="1" y="1"/>
                  </a:moveTo>
                  <a:lnTo>
                    <a:pt x="1" y="26091"/>
                  </a:lnTo>
                  <a:lnTo>
                    <a:pt x="53085" y="26091"/>
                  </a:lnTo>
                  <a:lnTo>
                    <a:pt x="53085" y="1"/>
                  </a:ln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1" name="Google Shape;1081;p59">
              <a:extLst>
                <a:ext uri="{FF2B5EF4-FFF2-40B4-BE49-F238E27FC236}">
                  <a16:creationId xmlns:a16="http://schemas.microsoft.com/office/drawing/2014/main" id="{D05615B5-3902-98A5-F4A6-0F219E1E9DA6}"/>
                </a:ext>
              </a:extLst>
            </p:cNvPr>
            <p:cNvSpPr/>
            <p:nvPr/>
          </p:nvSpPr>
          <p:spPr>
            <a:xfrm>
              <a:off x="8349700" y="2229113"/>
              <a:ext cx="1999442" cy="665775"/>
            </a:xfrm>
            <a:custGeom>
              <a:avLst/>
              <a:gdLst/>
              <a:ahLst/>
              <a:cxnLst/>
              <a:rect l="l" t="t" r="r" b="b"/>
              <a:pathLst>
                <a:path w="53436" h="26631" extrusionOk="0">
                  <a:moveTo>
                    <a:pt x="176" y="1"/>
                  </a:moveTo>
                  <a:cubicBezTo>
                    <a:pt x="1" y="1"/>
                    <a:pt x="1" y="1"/>
                    <a:pt x="1" y="176"/>
                  </a:cubicBezTo>
                  <a:lnTo>
                    <a:pt x="1" y="26266"/>
                  </a:lnTo>
                  <a:cubicBezTo>
                    <a:pt x="1" y="26441"/>
                    <a:pt x="1" y="26630"/>
                    <a:pt x="176" y="26630"/>
                  </a:cubicBezTo>
                  <a:lnTo>
                    <a:pt x="53260" y="26630"/>
                  </a:lnTo>
                  <a:cubicBezTo>
                    <a:pt x="53435" y="26630"/>
                    <a:pt x="53435" y="26441"/>
                    <a:pt x="53435" y="26266"/>
                  </a:cubicBezTo>
                  <a:cubicBezTo>
                    <a:pt x="53435" y="26076"/>
                    <a:pt x="53435" y="25901"/>
                    <a:pt x="53260" y="25901"/>
                  </a:cubicBezTo>
                  <a:lnTo>
                    <a:pt x="540" y="25901"/>
                  </a:lnTo>
                  <a:lnTo>
                    <a:pt x="540" y="541"/>
                  </a:lnTo>
                  <a:lnTo>
                    <a:pt x="53260" y="541"/>
                  </a:lnTo>
                  <a:cubicBezTo>
                    <a:pt x="53435" y="541"/>
                    <a:pt x="53435" y="366"/>
                    <a:pt x="53435" y="176"/>
                  </a:cubicBezTo>
                  <a:cubicBezTo>
                    <a:pt x="53435" y="1"/>
                    <a:pt x="53435" y="1"/>
                    <a:pt x="53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2" name="Google Shape;1082;p59">
              <a:extLst>
                <a:ext uri="{FF2B5EF4-FFF2-40B4-BE49-F238E27FC236}">
                  <a16:creationId xmlns:a16="http://schemas.microsoft.com/office/drawing/2014/main" id="{E972EEE3-67BE-D6AF-A10B-10A365A5629E}"/>
                </a:ext>
              </a:extLst>
            </p:cNvPr>
            <p:cNvSpPr/>
            <p:nvPr/>
          </p:nvSpPr>
          <p:spPr>
            <a:xfrm>
              <a:off x="8422650" y="2785425"/>
              <a:ext cx="59125" cy="59125"/>
            </a:xfrm>
            <a:custGeom>
              <a:avLst/>
              <a:gdLst/>
              <a:ahLst/>
              <a:cxnLst/>
              <a:rect l="l" t="t" r="r" b="b"/>
              <a:pathLst>
                <a:path w="2365" h="2365" extrusionOk="0">
                  <a:moveTo>
                    <a:pt x="1270" y="1"/>
                  </a:moveTo>
                  <a:cubicBezTo>
                    <a:pt x="541" y="1"/>
                    <a:pt x="1" y="366"/>
                    <a:pt x="1" y="1095"/>
                  </a:cubicBezTo>
                  <a:cubicBezTo>
                    <a:pt x="1" y="1825"/>
                    <a:pt x="541" y="2365"/>
                    <a:pt x="1270" y="2365"/>
                  </a:cubicBezTo>
                  <a:cubicBezTo>
                    <a:pt x="1825" y="2365"/>
                    <a:pt x="2365" y="1825"/>
                    <a:pt x="2365" y="1095"/>
                  </a:cubicBezTo>
                  <a:cubicBezTo>
                    <a:pt x="2365" y="366"/>
                    <a:pt x="1825" y="1"/>
                    <a:pt x="1270"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3" name="Google Shape;1083;p59">
              <a:extLst>
                <a:ext uri="{FF2B5EF4-FFF2-40B4-BE49-F238E27FC236}">
                  <a16:creationId xmlns:a16="http://schemas.microsoft.com/office/drawing/2014/main" id="{B831BE5A-4693-6003-3961-3A6661EF8B8C}"/>
                </a:ext>
              </a:extLst>
            </p:cNvPr>
            <p:cNvSpPr/>
            <p:nvPr/>
          </p:nvSpPr>
          <p:spPr>
            <a:xfrm>
              <a:off x="8413550" y="2776325"/>
              <a:ext cx="77350" cy="72975"/>
            </a:xfrm>
            <a:custGeom>
              <a:avLst/>
              <a:gdLst/>
              <a:ahLst/>
              <a:cxnLst/>
              <a:rect l="l" t="t" r="r" b="b"/>
              <a:pathLst>
                <a:path w="3094" h="2919" extrusionOk="0">
                  <a:moveTo>
                    <a:pt x="1634" y="540"/>
                  </a:moveTo>
                  <a:cubicBezTo>
                    <a:pt x="1999" y="540"/>
                    <a:pt x="2364" y="905"/>
                    <a:pt x="2364" y="1459"/>
                  </a:cubicBezTo>
                  <a:cubicBezTo>
                    <a:pt x="2364" y="1999"/>
                    <a:pt x="1999" y="2364"/>
                    <a:pt x="1634" y="2364"/>
                  </a:cubicBezTo>
                  <a:cubicBezTo>
                    <a:pt x="1094" y="2364"/>
                    <a:pt x="730" y="1999"/>
                    <a:pt x="730" y="1459"/>
                  </a:cubicBezTo>
                  <a:cubicBezTo>
                    <a:pt x="730" y="905"/>
                    <a:pt x="1094" y="540"/>
                    <a:pt x="1634" y="540"/>
                  </a:cubicBezTo>
                  <a:close/>
                  <a:moveTo>
                    <a:pt x="1634" y="0"/>
                  </a:moveTo>
                  <a:cubicBezTo>
                    <a:pt x="730" y="0"/>
                    <a:pt x="0" y="730"/>
                    <a:pt x="0" y="1459"/>
                  </a:cubicBezTo>
                  <a:cubicBezTo>
                    <a:pt x="0" y="2364"/>
                    <a:pt x="730" y="2918"/>
                    <a:pt x="1634" y="2918"/>
                  </a:cubicBezTo>
                  <a:cubicBezTo>
                    <a:pt x="2364" y="2918"/>
                    <a:pt x="3094" y="2364"/>
                    <a:pt x="3094" y="1459"/>
                  </a:cubicBezTo>
                  <a:cubicBezTo>
                    <a:pt x="3094" y="730"/>
                    <a:pt x="2364" y="0"/>
                    <a:pt x="1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084" name="Google Shape;1084;p59">
            <a:extLst>
              <a:ext uri="{FF2B5EF4-FFF2-40B4-BE49-F238E27FC236}">
                <a16:creationId xmlns:a16="http://schemas.microsoft.com/office/drawing/2014/main" id="{5F5F9F2B-D120-94E0-0E9F-114BF00EF9D8}"/>
              </a:ext>
            </a:extLst>
          </p:cNvPr>
          <p:cNvGrpSpPr/>
          <p:nvPr/>
        </p:nvGrpSpPr>
        <p:grpSpPr>
          <a:xfrm rot="1410844" flipH="1">
            <a:off x="-148588" y="112517"/>
            <a:ext cx="2850043" cy="2205491"/>
            <a:chOff x="6999975" y="885875"/>
            <a:chExt cx="2685625" cy="2022525"/>
          </a:xfrm>
        </p:grpSpPr>
        <p:sp>
          <p:nvSpPr>
            <p:cNvPr id="1085" name="Google Shape;1085;p59">
              <a:extLst>
                <a:ext uri="{FF2B5EF4-FFF2-40B4-BE49-F238E27FC236}">
                  <a16:creationId xmlns:a16="http://schemas.microsoft.com/office/drawing/2014/main" id="{7DD6EC1A-8CF8-05B8-86BF-10B7C5B2DA02}"/>
                </a:ext>
              </a:extLst>
            </p:cNvPr>
            <p:cNvSpPr/>
            <p:nvPr/>
          </p:nvSpPr>
          <p:spPr>
            <a:xfrm>
              <a:off x="9065425" y="2760500"/>
              <a:ext cx="41250" cy="43200"/>
            </a:xfrm>
            <a:custGeom>
              <a:avLst/>
              <a:gdLst/>
              <a:ahLst/>
              <a:cxnLst/>
              <a:rect l="l" t="t" r="r" b="b"/>
              <a:pathLst>
                <a:path w="1650" h="1728" extrusionOk="0">
                  <a:moveTo>
                    <a:pt x="141" y="1"/>
                  </a:moveTo>
                  <a:cubicBezTo>
                    <a:pt x="85" y="1"/>
                    <a:pt x="0" y="79"/>
                    <a:pt x="0" y="79"/>
                  </a:cubicBezTo>
                  <a:lnTo>
                    <a:pt x="0" y="268"/>
                  </a:lnTo>
                  <a:cubicBezTo>
                    <a:pt x="555" y="633"/>
                    <a:pt x="920" y="998"/>
                    <a:pt x="1284" y="1538"/>
                  </a:cubicBezTo>
                  <a:cubicBezTo>
                    <a:pt x="1284" y="1727"/>
                    <a:pt x="1284" y="1727"/>
                    <a:pt x="1459" y="1727"/>
                  </a:cubicBezTo>
                  <a:cubicBezTo>
                    <a:pt x="1459" y="1538"/>
                    <a:pt x="1649" y="1538"/>
                    <a:pt x="1459" y="1538"/>
                  </a:cubicBezTo>
                  <a:cubicBezTo>
                    <a:pt x="1284" y="808"/>
                    <a:pt x="730" y="443"/>
                    <a:pt x="190" y="79"/>
                  </a:cubicBezTo>
                  <a:cubicBezTo>
                    <a:pt x="190" y="20"/>
                    <a:pt x="169" y="1"/>
                    <a:pt x="1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9">
              <a:extLst>
                <a:ext uri="{FF2B5EF4-FFF2-40B4-BE49-F238E27FC236}">
                  <a16:creationId xmlns:a16="http://schemas.microsoft.com/office/drawing/2014/main" id="{2850AFC6-52E1-584A-CA67-1F8E183CB557}"/>
                </a:ext>
              </a:extLst>
            </p:cNvPr>
            <p:cNvSpPr/>
            <p:nvPr/>
          </p:nvSpPr>
          <p:spPr>
            <a:xfrm>
              <a:off x="7428600" y="2114950"/>
              <a:ext cx="1281175" cy="663650"/>
            </a:xfrm>
            <a:custGeom>
              <a:avLst/>
              <a:gdLst/>
              <a:ahLst/>
              <a:cxnLst/>
              <a:rect l="l" t="t" r="r" b="b"/>
              <a:pathLst>
                <a:path w="51247" h="26546" extrusionOk="0">
                  <a:moveTo>
                    <a:pt x="18415" y="1"/>
                  </a:moveTo>
                  <a:cubicBezTo>
                    <a:pt x="16416" y="190"/>
                    <a:pt x="1" y="2014"/>
                    <a:pt x="1" y="2014"/>
                  </a:cubicBezTo>
                  <a:lnTo>
                    <a:pt x="5283" y="22982"/>
                  </a:lnTo>
                  <a:cubicBezTo>
                    <a:pt x="5648" y="23902"/>
                    <a:pt x="6377" y="24631"/>
                    <a:pt x="7297" y="24996"/>
                  </a:cubicBezTo>
                  <a:cubicBezTo>
                    <a:pt x="8026" y="25361"/>
                    <a:pt x="8931" y="25171"/>
                    <a:pt x="10025" y="25901"/>
                  </a:cubicBezTo>
                  <a:cubicBezTo>
                    <a:pt x="11040" y="26411"/>
                    <a:pt x="12602" y="26545"/>
                    <a:pt x="14402" y="26545"/>
                  </a:cubicBezTo>
                  <a:cubicBezTo>
                    <a:pt x="16419" y="26545"/>
                    <a:pt x="18735" y="26376"/>
                    <a:pt x="20913" y="26376"/>
                  </a:cubicBezTo>
                  <a:cubicBezTo>
                    <a:pt x="21685" y="26376"/>
                    <a:pt x="22440" y="26398"/>
                    <a:pt x="23158" y="26455"/>
                  </a:cubicBezTo>
                  <a:cubicBezTo>
                    <a:pt x="23385" y="26483"/>
                    <a:pt x="23618" y="26497"/>
                    <a:pt x="23853" y="26497"/>
                  </a:cubicBezTo>
                  <a:cubicBezTo>
                    <a:pt x="28146" y="26497"/>
                    <a:pt x="33561" y="22078"/>
                    <a:pt x="33561" y="22078"/>
                  </a:cubicBezTo>
                  <a:lnTo>
                    <a:pt x="51247" y="22982"/>
                  </a:lnTo>
                  <a:lnTo>
                    <a:pt x="51247" y="5472"/>
                  </a:lnTo>
                  <a:cubicBezTo>
                    <a:pt x="51247" y="5472"/>
                    <a:pt x="46643" y="5655"/>
                    <a:pt x="41538" y="5655"/>
                  </a:cubicBezTo>
                  <a:cubicBezTo>
                    <a:pt x="36432" y="5655"/>
                    <a:pt x="30826" y="5472"/>
                    <a:pt x="28819" y="4743"/>
                  </a:cubicBezTo>
                  <a:cubicBezTo>
                    <a:pt x="24807" y="3109"/>
                    <a:pt x="20429" y="1"/>
                    <a:pt x="184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9">
              <a:extLst>
                <a:ext uri="{FF2B5EF4-FFF2-40B4-BE49-F238E27FC236}">
                  <a16:creationId xmlns:a16="http://schemas.microsoft.com/office/drawing/2014/main" id="{E5BB2422-DD1F-7233-BBAC-4F38E02F3633}"/>
                </a:ext>
              </a:extLst>
            </p:cNvPr>
            <p:cNvSpPr/>
            <p:nvPr/>
          </p:nvSpPr>
          <p:spPr>
            <a:xfrm>
              <a:off x="7419500" y="2110025"/>
              <a:ext cx="1299400" cy="676000"/>
            </a:xfrm>
            <a:custGeom>
              <a:avLst/>
              <a:gdLst/>
              <a:ahLst/>
              <a:cxnLst/>
              <a:rect l="l" t="t" r="r" b="b"/>
              <a:pathLst>
                <a:path w="51976" h="27040" extrusionOk="0">
                  <a:moveTo>
                    <a:pt x="18779" y="562"/>
                  </a:moveTo>
                  <a:cubicBezTo>
                    <a:pt x="19874" y="562"/>
                    <a:pt x="21887" y="1657"/>
                    <a:pt x="24076" y="2751"/>
                  </a:cubicBezTo>
                  <a:cubicBezTo>
                    <a:pt x="25710" y="3670"/>
                    <a:pt x="27359" y="4575"/>
                    <a:pt x="28994" y="5130"/>
                  </a:cubicBezTo>
                  <a:cubicBezTo>
                    <a:pt x="31174" y="5959"/>
                    <a:pt x="37236" y="6138"/>
                    <a:pt x="42533" y="6138"/>
                  </a:cubicBezTo>
                  <a:cubicBezTo>
                    <a:pt x="46559" y="6138"/>
                    <a:pt x="50143" y="6034"/>
                    <a:pt x="51246" y="6034"/>
                  </a:cubicBezTo>
                  <a:lnTo>
                    <a:pt x="51246" y="22815"/>
                  </a:lnTo>
                  <a:lnTo>
                    <a:pt x="33925" y="21910"/>
                  </a:lnTo>
                  <a:lnTo>
                    <a:pt x="33736" y="21910"/>
                  </a:lnTo>
                  <a:cubicBezTo>
                    <a:pt x="33736" y="22076"/>
                    <a:pt x="28354" y="26330"/>
                    <a:pt x="24214" y="26330"/>
                  </a:cubicBezTo>
                  <a:cubicBezTo>
                    <a:pt x="23979" y="26330"/>
                    <a:pt x="23748" y="26316"/>
                    <a:pt x="23522" y="26287"/>
                  </a:cubicBezTo>
                  <a:cubicBezTo>
                    <a:pt x="22914" y="26224"/>
                    <a:pt x="22286" y="26203"/>
                    <a:pt x="21645" y="26203"/>
                  </a:cubicBezTo>
                  <a:cubicBezTo>
                    <a:pt x="20363" y="26203"/>
                    <a:pt x="19027" y="26287"/>
                    <a:pt x="17685" y="26287"/>
                  </a:cubicBezTo>
                  <a:cubicBezTo>
                    <a:pt x="16494" y="26359"/>
                    <a:pt x="15335" y="26433"/>
                    <a:pt x="14281" y="26433"/>
                  </a:cubicBezTo>
                  <a:cubicBezTo>
                    <a:pt x="12752" y="26433"/>
                    <a:pt x="11443" y="26277"/>
                    <a:pt x="10579" y="25733"/>
                  </a:cubicBezTo>
                  <a:cubicBezTo>
                    <a:pt x="9849" y="25368"/>
                    <a:pt x="9120" y="25193"/>
                    <a:pt x="8565" y="25193"/>
                  </a:cubicBezTo>
                  <a:cubicBezTo>
                    <a:pt x="8390" y="25003"/>
                    <a:pt x="8025" y="25003"/>
                    <a:pt x="7836" y="25003"/>
                  </a:cubicBezTo>
                  <a:cubicBezTo>
                    <a:pt x="6931" y="24638"/>
                    <a:pt x="6377" y="23909"/>
                    <a:pt x="6012" y="23004"/>
                  </a:cubicBezTo>
                  <a:lnTo>
                    <a:pt x="730" y="2576"/>
                  </a:lnTo>
                  <a:cubicBezTo>
                    <a:pt x="3093" y="2211"/>
                    <a:pt x="16955" y="752"/>
                    <a:pt x="18779" y="562"/>
                  </a:cubicBezTo>
                  <a:close/>
                  <a:moveTo>
                    <a:pt x="19086" y="1"/>
                  </a:moveTo>
                  <a:cubicBezTo>
                    <a:pt x="18980" y="1"/>
                    <a:pt x="18877" y="8"/>
                    <a:pt x="18779" y="22"/>
                  </a:cubicBezTo>
                  <a:cubicBezTo>
                    <a:pt x="16780" y="198"/>
                    <a:pt x="365" y="2021"/>
                    <a:pt x="175" y="2021"/>
                  </a:cubicBezTo>
                  <a:lnTo>
                    <a:pt x="0" y="2021"/>
                  </a:lnTo>
                  <a:lnTo>
                    <a:pt x="0" y="2386"/>
                  </a:lnTo>
                  <a:lnTo>
                    <a:pt x="5282" y="23179"/>
                  </a:lnTo>
                  <a:cubicBezTo>
                    <a:pt x="5282" y="23369"/>
                    <a:pt x="5472" y="23369"/>
                    <a:pt x="5472" y="23369"/>
                  </a:cubicBezTo>
                  <a:cubicBezTo>
                    <a:pt x="5837" y="24274"/>
                    <a:pt x="6566" y="25193"/>
                    <a:pt x="7661" y="25558"/>
                  </a:cubicBezTo>
                  <a:cubicBezTo>
                    <a:pt x="7836" y="25558"/>
                    <a:pt x="8200" y="25733"/>
                    <a:pt x="8565" y="25733"/>
                  </a:cubicBezTo>
                  <a:cubicBezTo>
                    <a:pt x="9120" y="25923"/>
                    <a:pt x="9660" y="25923"/>
                    <a:pt x="10214" y="26287"/>
                  </a:cubicBezTo>
                  <a:cubicBezTo>
                    <a:pt x="11308" y="26827"/>
                    <a:pt x="12943" y="27017"/>
                    <a:pt x="14767" y="27017"/>
                  </a:cubicBezTo>
                  <a:lnTo>
                    <a:pt x="17685" y="27017"/>
                  </a:lnTo>
                  <a:cubicBezTo>
                    <a:pt x="18692" y="26922"/>
                    <a:pt x="19695" y="26875"/>
                    <a:pt x="20674" y="26875"/>
                  </a:cubicBezTo>
                  <a:cubicBezTo>
                    <a:pt x="21654" y="26875"/>
                    <a:pt x="22610" y="26922"/>
                    <a:pt x="23522" y="27017"/>
                  </a:cubicBezTo>
                  <a:cubicBezTo>
                    <a:pt x="23696" y="27032"/>
                    <a:pt x="23872" y="27039"/>
                    <a:pt x="24050" y="27039"/>
                  </a:cubicBezTo>
                  <a:cubicBezTo>
                    <a:pt x="28170" y="27039"/>
                    <a:pt x="33233" y="23149"/>
                    <a:pt x="34101" y="22450"/>
                  </a:cubicBezTo>
                  <a:lnTo>
                    <a:pt x="51611" y="23544"/>
                  </a:lnTo>
                  <a:cubicBezTo>
                    <a:pt x="51611" y="23544"/>
                    <a:pt x="51800" y="23544"/>
                    <a:pt x="51800" y="23369"/>
                  </a:cubicBezTo>
                  <a:cubicBezTo>
                    <a:pt x="51975" y="23369"/>
                    <a:pt x="51975" y="23369"/>
                    <a:pt x="51975" y="23179"/>
                  </a:cubicBezTo>
                  <a:lnTo>
                    <a:pt x="51975" y="5669"/>
                  </a:lnTo>
                  <a:cubicBezTo>
                    <a:pt x="51975" y="5494"/>
                    <a:pt x="51975" y="5494"/>
                    <a:pt x="51800" y="5494"/>
                  </a:cubicBezTo>
                  <a:cubicBezTo>
                    <a:pt x="51800" y="5305"/>
                    <a:pt x="51611" y="5305"/>
                    <a:pt x="51611" y="5305"/>
                  </a:cubicBezTo>
                  <a:cubicBezTo>
                    <a:pt x="51523" y="5305"/>
                    <a:pt x="46919" y="5487"/>
                    <a:pt x="41858" y="5487"/>
                  </a:cubicBezTo>
                  <a:cubicBezTo>
                    <a:pt x="36796" y="5487"/>
                    <a:pt x="31277" y="5305"/>
                    <a:pt x="29358" y="4575"/>
                  </a:cubicBezTo>
                  <a:cubicBezTo>
                    <a:pt x="27724" y="4035"/>
                    <a:pt x="26075" y="3116"/>
                    <a:pt x="24441" y="2211"/>
                  </a:cubicBezTo>
                  <a:cubicBezTo>
                    <a:pt x="22244" y="1025"/>
                    <a:pt x="20371" y="1"/>
                    <a:pt x="19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9">
              <a:extLst>
                <a:ext uri="{FF2B5EF4-FFF2-40B4-BE49-F238E27FC236}">
                  <a16:creationId xmlns:a16="http://schemas.microsoft.com/office/drawing/2014/main" id="{BFC658ED-3D18-3DB6-51FD-A6DF21A46192}"/>
                </a:ext>
              </a:extLst>
            </p:cNvPr>
            <p:cNvSpPr/>
            <p:nvPr/>
          </p:nvSpPr>
          <p:spPr>
            <a:xfrm>
              <a:off x="7009100" y="917550"/>
              <a:ext cx="980225" cy="931300"/>
            </a:xfrm>
            <a:custGeom>
              <a:avLst/>
              <a:gdLst/>
              <a:ahLst/>
              <a:cxnLst/>
              <a:rect l="l" t="t" r="r" b="b"/>
              <a:pathLst>
                <a:path w="39209" h="37252" extrusionOk="0">
                  <a:moveTo>
                    <a:pt x="19509" y="3667"/>
                  </a:moveTo>
                  <a:cubicBezTo>
                    <a:pt x="27025" y="3667"/>
                    <a:pt x="33433" y="9402"/>
                    <a:pt x="34291" y="16889"/>
                  </a:cubicBezTo>
                  <a:cubicBezTo>
                    <a:pt x="35195" y="25104"/>
                    <a:pt x="29359" y="32575"/>
                    <a:pt x="21158" y="33495"/>
                  </a:cubicBezTo>
                  <a:cubicBezTo>
                    <a:pt x="20608" y="33555"/>
                    <a:pt x="20062" y="33585"/>
                    <a:pt x="19521" y="33585"/>
                  </a:cubicBezTo>
                  <a:cubicBezTo>
                    <a:pt x="11994" y="33585"/>
                    <a:pt x="5587" y="27850"/>
                    <a:pt x="4743" y="20362"/>
                  </a:cubicBezTo>
                  <a:cubicBezTo>
                    <a:pt x="3823" y="12147"/>
                    <a:pt x="9660" y="4676"/>
                    <a:pt x="17875" y="3757"/>
                  </a:cubicBezTo>
                  <a:cubicBezTo>
                    <a:pt x="18425" y="3696"/>
                    <a:pt x="18970" y="3667"/>
                    <a:pt x="19509" y="3667"/>
                  </a:cubicBezTo>
                  <a:close/>
                  <a:moveTo>
                    <a:pt x="19537" y="0"/>
                  </a:moveTo>
                  <a:cubicBezTo>
                    <a:pt x="18867" y="0"/>
                    <a:pt x="18191" y="36"/>
                    <a:pt x="17510" y="109"/>
                  </a:cubicBezTo>
                  <a:cubicBezTo>
                    <a:pt x="7296" y="1393"/>
                    <a:pt x="0" y="10513"/>
                    <a:pt x="1095" y="20727"/>
                  </a:cubicBezTo>
                  <a:cubicBezTo>
                    <a:pt x="2116" y="30260"/>
                    <a:pt x="10281" y="37251"/>
                    <a:pt x="19527" y="37251"/>
                  </a:cubicBezTo>
                  <a:cubicBezTo>
                    <a:pt x="20188" y="37251"/>
                    <a:pt x="20854" y="37215"/>
                    <a:pt x="21523" y="37143"/>
                  </a:cubicBezTo>
                  <a:cubicBezTo>
                    <a:pt x="31737" y="35858"/>
                    <a:pt x="39208" y="26739"/>
                    <a:pt x="37939" y="16525"/>
                  </a:cubicBezTo>
                  <a:cubicBezTo>
                    <a:pt x="36917" y="6991"/>
                    <a:pt x="28905" y="0"/>
                    <a:pt x="195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9">
              <a:extLst>
                <a:ext uri="{FF2B5EF4-FFF2-40B4-BE49-F238E27FC236}">
                  <a16:creationId xmlns:a16="http://schemas.microsoft.com/office/drawing/2014/main" id="{5F6390CA-86CC-7207-7B18-53542BBD07D7}"/>
                </a:ext>
              </a:extLst>
            </p:cNvPr>
            <p:cNvSpPr/>
            <p:nvPr/>
          </p:nvSpPr>
          <p:spPr>
            <a:xfrm>
              <a:off x="6999975" y="912775"/>
              <a:ext cx="994075" cy="942475"/>
            </a:xfrm>
            <a:custGeom>
              <a:avLst/>
              <a:gdLst/>
              <a:ahLst/>
              <a:cxnLst/>
              <a:rect l="l" t="t" r="r" b="b"/>
              <a:pathLst>
                <a:path w="39763" h="37699" extrusionOk="0">
                  <a:moveTo>
                    <a:pt x="19874" y="4313"/>
                  </a:moveTo>
                  <a:cubicBezTo>
                    <a:pt x="27170" y="4313"/>
                    <a:pt x="33561" y="9785"/>
                    <a:pt x="34466" y="17270"/>
                  </a:cubicBezTo>
                  <a:cubicBezTo>
                    <a:pt x="34831" y="21093"/>
                    <a:pt x="33736" y="24931"/>
                    <a:pt x="31373" y="27849"/>
                  </a:cubicBezTo>
                  <a:cubicBezTo>
                    <a:pt x="28819" y="30942"/>
                    <a:pt x="25346" y="32956"/>
                    <a:pt x="21523" y="33321"/>
                  </a:cubicBezTo>
                  <a:cubicBezTo>
                    <a:pt x="20972" y="33383"/>
                    <a:pt x="20425" y="33413"/>
                    <a:pt x="19884" y="33413"/>
                  </a:cubicBezTo>
                  <a:cubicBezTo>
                    <a:pt x="12549" y="33413"/>
                    <a:pt x="6315" y="27838"/>
                    <a:pt x="5473" y="20363"/>
                  </a:cubicBezTo>
                  <a:cubicBezTo>
                    <a:pt x="4553" y="12528"/>
                    <a:pt x="10390" y="5232"/>
                    <a:pt x="18240" y="4313"/>
                  </a:cubicBezTo>
                  <a:close/>
                  <a:moveTo>
                    <a:pt x="19931" y="3680"/>
                  </a:moveTo>
                  <a:cubicBezTo>
                    <a:pt x="19373" y="3680"/>
                    <a:pt x="18809" y="3711"/>
                    <a:pt x="18240" y="3773"/>
                  </a:cubicBezTo>
                  <a:cubicBezTo>
                    <a:pt x="9850" y="4678"/>
                    <a:pt x="3824" y="12163"/>
                    <a:pt x="4743" y="20553"/>
                  </a:cubicBezTo>
                  <a:cubicBezTo>
                    <a:pt x="5648" y="28214"/>
                    <a:pt x="12214" y="34050"/>
                    <a:pt x="19874" y="34050"/>
                  </a:cubicBezTo>
                  <a:cubicBezTo>
                    <a:pt x="20429" y="34050"/>
                    <a:pt x="20969" y="34050"/>
                    <a:pt x="21523" y="33861"/>
                  </a:cubicBezTo>
                  <a:cubicBezTo>
                    <a:pt x="25711" y="33496"/>
                    <a:pt x="29184" y="31497"/>
                    <a:pt x="31737" y="28389"/>
                  </a:cubicBezTo>
                  <a:cubicBezTo>
                    <a:pt x="34291" y="25106"/>
                    <a:pt x="35560" y="21093"/>
                    <a:pt x="35021" y="17080"/>
                  </a:cubicBezTo>
                  <a:cubicBezTo>
                    <a:pt x="34164" y="9436"/>
                    <a:pt x="27613" y="3680"/>
                    <a:pt x="19931" y="3680"/>
                  </a:cubicBezTo>
                  <a:close/>
                  <a:moveTo>
                    <a:pt x="19893" y="554"/>
                  </a:moveTo>
                  <a:cubicBezTo>
                    <a:pt x="24081" y="554"/>
                    <a:pt x="28063" y="1986"/>
                    <a:pt x="31373" y="4502"/>
                  </a:cubicBezTo>
                  <a:cubicBezTo>
                    <a:pt x="35196" y="7596"/>
                    <a:pt x="37574" y="11973"/>
                    <a:pt x="38114" y="16716"/>
                  </a:cubicBezTo>
                  <a:cubicBezTo>
                    <a:pt x="39208" y="26755"/>
                    <a:pt x="31912" y="35874"/>
                    <a:pt x="21888" y="36969"/>
                  </a:cubicBezTo>
                  <a:cubicBezTo>
                    <a:pt x="21334" y="36969"/>
                    <a:pt x="20604" y="37144"/>
                    <a:pt x="19874" y="37144"/>
                  </a:cubicBezTo>
                  <a:cubicBezTo>
                    <a:pt x="10755" y="37144"/>
                    <a:pt x="2729" y="30213"/>
                    <a:pt x="1825" y="20918"/>
                  </a:cubicBezTo>
                  <a:cubicBezTo>
                    <a:pt x="730" y="10879"/>
                    <a:pt x="7836" y="1759"/>
                    <a:pt x="17875" y="665"/>
                  </a:cubicBezTo>
                  <a:cubicBezTo>
                    <a:pt x="18552" y="591"/>
                    <a:pt x="19225" y="554"/>
                    <a:pt x="19893" y="554"/>
                  </a:cubicBezTo>
                  <a:close/>
                  <a:moveTo>
                    <a:pt x="20083" y="0"/>
                  </a:moveTo>
                  <a:cubicBezTo>
                    <a:pt x="19349" y="0"/>
                    <a:pt x="18612" y="42"/>
                    <a:pt x="17875" y="125"/>
                  </a:cubicBezTo>
                  <a:cubicBezTo>
                    <a:pt x="7472" y="1219"/>
                    <a:pt x="1" y="10514"/>
                    <a:pt x="1095" y="20918"/>
                  </a:cubicBezTo>
                  <a:cubicBezTo>
                    <a:pt x="2189" y="30578"/>
                    <a:pt x="10390" y="37698"/>
                    <a:pt x="19874" y="37698"/>
                  </a:cubicBezTo>
                  <a:cubicBezTo>
                    <a:pt x="20604" y="37698"/>
                    <a:pt x="21334" y="37698"/>
                    <a:pt x="22063" y="37509"/>
                  </a:cubicBezTo>
                  <a:cubicBezTo>
                    <a:pt x="32277" y="36414"/>
                    <a:pt x="39763" y="27119"/>
                    <a:pt x="38668" y="16716"/>
                  </a:cubicBezTo>
                  <a:cubicBezTo>
                    <a:pt x="38114" y="11798"/>
                    <a:pt x="35750" y="7231"/>
                    <a:pt x="31737" y="4138"/>
                  </a:cubicBezTo>
                  <a:cubicBezTo>
                    <a:pt x="28326" y="1346"/>
                    <a:pt x="24250" y="0"/>
                    <a:pt x="200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9">
              <a:extLst>
                <a:ext uri="{FF2B5EF4-FFF2-40B4-BE49-F238E27FC236}">
                  <a16:creationId xmlns:a16="http://schemas.microsoft.com/office/drawing/2014/main" id="{D6D18BD7-9D50-919B-289F-615425F83086}"/>
                </a:ext>
              </a:extLst>
            </p:cNvPr>
            <p:cNvSpPr/>
            <p:nvPr/>
          </p:nvSpPr>
          <p:spPr>
            <a:xfrm>
              <a:off x="7004350" y="894050"/>
              <a:ext cx="980575" cy="927425"/>
            </a:xfrm>
            <a:custGeom>
              <a:avLst/>
              <a:gdLst/>
              <a:ahLst/>
              <a:cxnLst/>
              <a:rect l="l" t="t" r="r" b="b"/>
              <a:pathLst>
                <a:path w="39223" h="37097" extrusionOk="0">
                  <a:moveTo>
                    <a:pt x="19731" y="3697"/>
                  </a:moveTo>
                  <a:cubicBezTo>
                    <a:pt x="27099" y="3697"/>
                    <a:pt x="33625" y="9281"/>
                    <a:pt x="34481" y="16925"/>
                  </a:cubicBezTo>
                  <a:cubicBezTo>
                    <a:pt x="35385" y="24950"/>
                    <a:pt x="29549" y="32421"/>
                    <a:pt x="21348" y="33340"/>
                  </a:cubicBezTo>
                  <a:cubicBezTo>
                    <a:pt x="20784" y="33402"/>
                    <a:pt x="20225" y="33433"/>
                    <a:pt x="19672" y="33433"/>
                  </a:cubicBezTo>
                  <a:cubicBezTo>
                    <a:pt x="12162" y="33433"/>
                    <a:pt x="5775" y="27846"/>
                    <a:pt x="4933" y="20208"/>
                  </a:cubicBezTo>
                  <a:cubicBezTo>
                    <a:pt x="4013" y="11993"/>
                    <a:pt x="9850" y="4697"/>
                    <a:pt x="18065" y="3792"/>
                  </a:cubicBezTo>
                  <a:cubicBezTo>
                    <a:pt x="18624" y="3728"/>
                    <a:pt x="19180" y="3697"/>
                    <a:pt x="19731" y="3697"/>
                  </a:cubicBezTo>
                  <a:close/>
                  <a:moveTo>
                    <a:pt x="19947" y="1"/>
                  </a:moveTo>
                  <a:cubicBezTo>
                    <a:pt x="19204" y="1"/>
                    <a:pt x="18454" y="48"/>
                    <a:pt x="17700" y="144"/>
                  </a:cubicBezTo>
                  <a:cubicBezTo>
                    <a:pt x="7486" y="1239"/>
                    <a:pt x="1" y="10358"/>
                    <a:pt x="1285" y="20573"/>
                  </a:cubicBezTo>
                  <a:cubicBezTo>
                    <a:pt x="2306" y="30106"/>
                    <a:pt x="10319" y="37097"/>
                    <a:pt x="19687" y="37097"/>
                  </a:cubicBezTo>
                  <a:cubicBezTo>
                    <a:pt x="20356" y="37097"/>
                    <a:pt x="21032" y="37061"/>
                    <a:pt x="21713" y="36988"/>
                  </a:cubicBezTo>
                  <a:cubicBezTo>
                    <a:pt x="31927" y="35894"/>
                    <a:pt x="39223" y="26584"/>
                    <a:pt x="38129" y="16370"/>
                  </a:cubicBezTo>
                  <a:cubicBezTo>
                    <a:pt x="37117" y="7100"/>
                    <a:pt x="29079" y="1"/>
                    <a:pt x="199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9">
              <a:extLst>
                <a:ext uri="{FF2B5EF4-FFF2-40B4-BE49-F238E27FC236}">
                  <a16:creationId xmlns:a16="http://schemas.microsoft.com/office/drawing/2014/main" id="{CA5A2187-423E-36EE-4FE8-B425CE35292A}"/>
                </a:ext>
              </a:extLst>
            </p:cNvPr>
            <p:cNvSpPr/>
            <p:nvPr/>
          </p:nvSpPr>
          <p:spPr>
            <a:xfrm>
              <a:off x="6999975" y="885875"/>
              <a:ext cx="980225" cy="942000"/>
            </a:xfrm>
            <a:custGeom>
              <a:avLst/>
              <a:gdLst/>
              <a:ahLst/>
              <a:cxnLst/>
              <a:rect l="l" t="t" r="r" b="b"/>
              <a:pathLst>
                <a:path w="39209" h="37680" extrusionOk="0">
                  <a:moveTo>
                    <a:pt x="19874" y="4294"/>
                  </a:moveTo>
                  <a:cubicBezTo>
                    <a:pt x="23158" y="4294"/>
                    <a:pt x="26266" y="5389"/>
                    <a:pt x="28994" y="7402"/>
                  </a:cubicBezTo>
                  <a:cubicBezTo>
                    <a:pt x="31912" y="9956"/>
                    <a:pt x="33926" y="13414"/>
                    <a:pt x="34291" y="17252"/>
                  </a:cubicBezTo>
                  <a:cubicBezTo>
                    <a:pt x="34656" y="21075"/>
                    <a:pt x="33561" y="24912"/>
                    <a:pt x="31183" y="28006"/>
                  </a:cubicBezTo>
                  <a:cubicBezTo>
                    <a:pt x="28819" y="30924"/>
                    <a:pt x="25346" y="32938"/>
                    <a:pt x="21523" y="33302"/>
                  </a:cubicBezTo>
                  <a:cubicBezTo>
                    <a:pt x="21018" y="33348"/>
                    <a:pt x="20515" y="33371"/>
                    <a:pt x="20017" y="33371"/>
                  </a:cubicBezTo>
                  <a:cubicBezTo>
                    <a:pt x="16558" y="33371"/>
                    <a:pt x="13305" y="32273"/>
                    <a:pt x="10755" y="30194"/>
                  </a:cubicBezTo>
                  <a:cubicBezTo>
                    <a:pt x="7661" y="27831"/>
                    <a:pt x="5837" y="24358"/>
                    <a:pt x="5283" y="20535"/>
                  </a:cubicBezTo>
                  <a:cubicBezTo>
                    <a:pt x="4378" y="12509"/>
                    <a:pt x="10215" y="5214"/>
                    <a:pt x="18240" y="4294"/>
                  </a:cubicBezTo>
                  <a:close/>
                  <a:moveTo>
                    <a:pt x="19970" y="3627"/>
                  </a:moveTo>
                  <a:cubicBezTo>
                    <a:pt x="19340" y="3627"/>
                    <a:pt x="18700" y="3669"/>
                    <a:pt x="18050" y="3754"/>
                  </a:cubicBezTo>
                  <a:cubicBezTo>
                    <a:pt x="9850" y="4659"/>
                    <a:pt x="3824" y="12145"/>
                    <a:pt x="4743" y="20535"/>
                  </a:cubicBezTo>
                  <a:cubicBezTo>
                    <a:pt x="5108" y="24548"/>
                    <a:pt x="7107" y="28195"/>
                    <a:pt x="10390" y="30749"/>
                  </a:cubicBezTo>
                  <a:cubicBezTo>
                    <a:pt x="13133" y="32938"/>
                    <a:pt x="16416" y="34032"/>
                    <a:pt x="19874" y="34032"/>
                  </a:cubicBezTo>
                  <a:lnTo>
                    <a:pt x="21523" y="34032"/>
                  </a:lnTo>
                  <a:cubicBezTo>
                    <a:pt x="25536" y="33478"/>
                    <a:pt x="29184" y="31479"/>
                    <a:pt x="31737" y="28371"/>
                  </a:cubicBezTo>
                  <a:cubicBezTo>
                    <a:pt x="34291" y="25087"/>
                    <a:pt x="35385" y="21264"/>
                    <a:pt x="35021" y="17252"/>
                  </a:cubicBezTo>
                  <a:cubicBezTo>
                    <a:pt x="34466" y="13049"/>
                    <a:pt x="32467" y="9591"/>
                    <a:pt x="29359" y="7038"/>
                  </a:cubicBezTo>
                  <a:cubicBezTo>
                    <a:pt x="26583" y="4879"/>
                    <a:pt x="23421" y="3627"/>
                    <a:pt x="19970" y="3627"/>
                  </a:cubicBezTo>
                  <a:close/>
                  <a:moveTo>
                    <a:pt x="19865" y="538"/>
                  </a:moveTo>
                  <a:cubicBezTo>
                    <a:pt x="29058" y="538"/>
                    <a:pt x="36917" y="7518"/>
                    <a:pt x="37939" y="16887"/>
                  </a:cubicBezTo>
                  <a:cubicBezTo>
                    <a:pt x="38479" y="21629"/>
                    <a:pt x="37209" y="26371"/>
                    <a:pt x="34101" y="30194"/>
                  </a:cubicBezTo>
                  <a:cubicBezTo>
                    <a:pt x="31008" y="34032"/>
                    <a:pt x="26630" y="36396"/>
                    <a:pt x="21888" y="36950"/>
                  </a:cubicBezTo>
                  <a:cubicBezTo>
                    <a:pt x="21204" y="37025"/>
                    <a:pt x="20525" y="37061"/>
                    <a:pt x="19852" y="37061"/>
                  </a:cubicBezTo>
                  <a:cubicBezTo>
                    <a:pt x="10644" y="37061"/>
                    <a:pt x="2655" y="30241"/>
                    <a:pt x="1635" y="20900"/>
                  </a:cubicBezTo>
                  <a:cubicBezTo>
                    <a:pt x="541" y="10861"/>
                    <a:pt x="7836" y="1741"/>
                    <a:pt x="17875" y="646"/>
                  </a:cubicBezTo>
                  <a:cubicBezTo>
                    <a:pt x="18544" y="573"/>
                    <a:pt x="19208" y="538"/>
                    <a:pt x="19865" y="538"/>
                  </a:cubicBezTo>
                  <a:close/>
                  <a:moveTo>
                    <a:pt x="19709" y="0"/>
                  </a:moveTo>
                  <a:cubicBezTo>
                    <a:pt x="19040" y="0"/>
                    <a:pt x="18365" y="35"/>
                    <a:pt x="17686" y="107"/>
                  </a:cubicBezTo>
                  <a:cubicBezTo>
                    <a:pt x="7472" y="1201"/>
                    <a:pt x="1" y="10496"/>
                    <a:pt x="1095" y="20900"/>
                  </a:cubicBezTo>
                  <a:cubicBezTo>
                    <a:pt x="1635" y="26007"/>
                    <a:pt x="4013" y="30384"/>
                    <a:pt x="8026" y="33478"/>
                  </a:cubicBezTo>
                  <a:cubicBezTo>
                    <a:pt x="11484" y="36221"/>
                    <a:pt x="15497" y="37680"/>
                    <a:pt x="19874" y="37680"/>
                  </a:cubicBezTo>
                  <a:lnTo>
                    <a:pt x="21888" y="37680"/>
                  </a:lnTo>
                  <a:cubicBezTo>
                    <a:pt x="26995" y="36950"/>
                    <a:pt x="31373" y="34572"/>
                    <a:pt x="34466" y="30559"/>
                  </a:cubicBezTo>
                  <a:cubicBezTo>
                    <a:pt x="37749" y="26736"/>
                    <a:pt x="39208" y="21804"/>
                    <a:pt x="38668" y="16697"/>
                  </a:cubicBezTo>
                  <a:cubicBezTo>
                    <a:pt x="37468" y="7150"/>
                    <a:pt x="29270" y="0"/>
                    <a:pt x="19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9">
              <a:extLst>
                <a:ext uri="{FF2B5EF4-FFF2-40B4-BE49-F238E27FC236}">
                  <a16:creationId xmlns:a16="http://schemas.microsoft.com/office/drawing/2014/main" id="{E1609BDF-704E-4C4B-C05F-EF22DA4E3E70}"/>
                </a:ext>
              </a:extLst>
            </p:cNvPr>
            <p:cNvSpPr/>
            <p:nvPr/>
          </p:nvSpPr>
          <p:spPr>
            <a:xfrm>
              <a:off x="7496825" y="1827100"/>
              <a:ext cx="155050" cy="411825"/>
            </a:xfrm>
            <a:custGeom>
              <a:avLst/>
              <a:gdLst/>
              <a:ahLst/>
              <a:cxnLst/>
              <a:rect l="l" t="t" r="r" b="b"/>
              <a:pathLst>
                <a:path w="6202" h="16473" extrusionOk="0">
                  <a:moveTo>
                    <a:pt x="2901" y="1"/>
                  </a:moveTo>
                  <a:cubicBezTo>
                    <a:pt x="2788" y="1"/>
                    <a:pt x="2672" y="11"/>
                    <a:pt x="2554" y="31"/>
                  </a:cubicBezTo>
                  <a:lnTo>
                    <a:pt x="1649" y="31"/>
                  </a:lnTo>
                  <a:cubicBezTo>
                    <a:pt x="730" y="206"/>
                    <a:pt x="0" y="1125"/>
                    <a:pt x="190" y="2030"/>
                  </a:cubicBezTo>
                  <a:lnTo>
                    <a:pt x="1649" y="14987"/>
                  </a:lnTo>
                  <a:cubicBezTo>
                    <a:pt x="1649" y="15801"/>
                    <a:pt x="2381" y="16473"/>
                    <a:pt x="3196" y="16473"/>
                  </a:cubicBezTo>
                  <a:cubicBezTo>
                    <a:pt x="3288" y="16473"/>
                    <a:pt x="3380" y="16464"/>
                    <a:pt x="3473" y="16447"/>
                  </a:cubicBezTo>
                  <a:lnTo>
                    <a:pt x="4378" y="16447"/>
                  </a:lnTo>
                  <a:cubicBezTo>
                    <a:pt x="5472" y="16257"/>
                    <a:pt x="6202" y="15352"/>
                    <a:pt x="6027" y="14433"/>
                  </a:cubicBezTo>
                  <a:lnTo>
                    <a:pt x="4568" y="1490"/>
                  </a:lnTo>
                  <a:cubicBezTo>
                    <a:pt x="4568" y="670"/>
                    <a:pt x="3836" y="1"/>
                    <a:pt x="2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9">
              <a:extLst>
                <a:ext uri="{FF2B5EF4-FFF2-40B4-BE49-F238E27FC236}">
                  <a16:creationId xmlns:a16="http://schemas.microsoft.com/office/drawing/2014/main" id="{A2FFBD02-124D-7C18-16C9-87F06BD44C23}"/>
                </a:ext>
              </a:extLst>
            </p:cNvPr>
            <p:cNvSpPr/>
            <p:nvPr/>
          </p:nvSpPr>
          <p:spPr>
            <a:xfrm>
              <a:off x="7492450" y="1818125"/>
              <a:ext cx="164175" cy="429275"/>
            </a:xfrm>
            <a:custGeom>
              <a:avLst/>
              <a:gdLst/>
              <a:ahLst/>
              <a:cxnLst/>
              <a:rect l="l" t="t" r="r" b="b"/>
              <a:pathLst>
                <a:path w="6567" h="17171" extrusionOk="0">
                  <a:moveTo>
                    <a:pt x="2919" y="565"/>
                  </a:moveTo>
                  <a:cubicBezTo>
                    <a:pt x="3648" y="565"/>
                    <a:pt x="4378" y="1120"/>
                    <a:pt x="4378" y="2024"/>
                  </a:cubicBezTo>
                  <a:lnTo>
                    <a:pt x="5837" y="14792"/>
                  </a:lnTo>
                  <a:cubicBezTo>
                    <a:pt x="6012" y="15711"/>
                    <a:pt x="5472" y="16441"/>
                    <a:pt x="4553" y="16441"/>
                  </a:cubicBezTo>
                  <a:lnTo>
                    <a:pt x="3648" y="16616"/>
                  </a:lnTo>
                  <a:cubicBezTo>
                    <a:pt x="3283" y="16616"/>
                    <a:pt x="2919" y="16441"/>
                    <a:pt x="2554" y="16251"/>
                  </a:cubicBezTo>
                  <a:cubicBezTo>
                    <a:pt x="2364" y="16076"/>
                    <a:pt x="1999" y="15711"/>
                    <a:pt x="1999" y="15157"/>
                  </a:cubicBezTo>
                  <a:lnTo>
                    <a:pt x="540" y="2389"/>
                  </a:lnTo>
                  <a:cubicBezTo>
                    <a:pt x="540" y="2024"/>
                    <a:pt x="730" y="1659"/>
                    <a:pt x="905" y="1295"/>
                  </a:cubicBezTo>
                  <a:cubicBezTo>
                    <a:pt x="1270" y="930"/>
                    <a:pt x="1459" y="755"/>
                    <a:pt x="1999" y="755"/>
                  </a:cubicBezTo>
                  <a:lnTo>
                    <a:pt x="2729" y="565"/>
                  </a:lnTo>
                  <a:close/>
                  <a:moveTo>
                    <a:pt x="3020" y="0"/>
                  </a:moveTo>
                  <a:cubicBezTo>
                    <a:pt x="2923" y="0"/>
                    <a:pt x="2826" y="8"/>
                    <a:pt x="2729" y="25"/>
                  </a:cubicBezTo>
                  <a:lnTo>
                    <a:pt x="1824" y="200"/>
                  </a:lnTo>
                  <a:cubicBezTo>
                    <a:pt x="1270" y="200"/>
                    <a:pt x="730" y="390"/>
                    <a:pt x="365" y="930"/>
                  </a:cubicBezTo>
                  <a:cubicBezTo>
                    <a:pt x="175" y="1295"/>
                    <a:pt x="0" y="1849"/>
                    <a:pt x="0" y="2389"/>
                  </a:cubicBezTo>
                  <a:lnTo>
                    <a:pt x="1459" y="15346"/>
                  </a:lnTo>
                  <a:cubicBezTo>
                    <a:pt x="1459" y="15886"/>
                    <a:pt x="1824" y="16441"/>
                    <a:pt x="2189" y="16806"/>
                  </a:cubicBezTo>
                  <a:cubicBezTo>
                    <a:pt x="2554" y="16981"/>
                    <a:pt x="3094" y="17170"/>
                    <a:pt x="3459" y="17170"/>
                  </a:cubicBezTo>
                  <a:lnTo>
                    <a:pt x="4553" y="17170"/>
                  </a:lnTo>
                  <a:cubicBezTo>
                    <a:pt x="5837" y="16981"/>
                    <a:pt x="6567" y="15886"/>
                    <a:pt x="6567" y="14792"/>
                  </a:cubicBezTo>
                  <a:lnTo>
                    <a:pt x="5107" y="1849"/>
                  </a:lnTo>
                  <a:cubicBezTo>
                    <a:pt x="4935" y="852"/>
                    <a:pt x="4011" y="0"/>
                    <a:pt x="3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9">
              <a:extLst>
                <a:ext uri="{FF2B5EF4-FFF2-40B4-BE49-F238E27FC236}">
                  <a16:creationId xmlns:a16="http://schemas.microsoft.com/office/drawing/2014/main" id="{89C381E3-076C-6E8C-D210-836BD49757B7}"/>
                </a:ext>
              </a:extLst>
            </p:cNvPr>
            <p:cNvSpPr/>
            <p:nvPr/>
          </p:nvSpPr>
          <p:spPr>
            <a:xfrm>
              <a:off x="7483325" y="2087200"/>
              <a:ext cx="278000" cy="817150"/>
            </a:xfrm>
            <a:custGeom>
              <a:avLst/>
              <a:gdLst/>
              <a:ahLst/>
              <a:cxnLst/>
              <a:rect l="l" t="t" r="r" b="b"/>
              <a:pathLst>
                <a:path w="11120" h="32686" extrusionOk="0">
                  <a:moveTo>
                    <a:pt x="5047" y="0"/>
                  </a:moveTo>
                  <a:cubicBezTo>
                    <a:pt x="4946" y="0"/>
                    <a:pt x="4844" y="5"/>
                    <a:pt x="4743" y="16"/>
                  </a:cubicBezTo>
                  <a:lnTo>
                    <a:pt x="2919" y="381"/>
                  </a:lnTo>
                  <a:lnTo>
                    <a:pt x="2919" y="206"/>
                  </a:lnTo>
                  <a:cubicBezTo>
                    <a:pt x="1270" y="381"/>
                    <a:pt x="1" y="2030"/>
                    <a:pt x="176" y="3664"/>
                  </a:cubicBezTo>
                  <a:lnTo>
                    <a:pt x="2919" y="29199"/>
                  </a:lnTo>
                  <a:cubicBezTo>
                    <a:pt x="3266" y="31114"/>
                    <a:pt x="4931" y="32685"/>
                    <a:pt x="6975" y="32685"/>
                  </a:cubicBezTo>
                  <a:cubicBezTo>
                    <a:pt x="7081" y="32685"/>
                    <a:pt x="7188" y="32681"/>
                    <a:pt x="7296" y="32672"/>
                  </a:cubicBezTo>
                  <a:lnTo>
                    <a:pt x="7471" y="32672"/>
                  </a:lnTo>
                  <a:cubicBezTo>
                    <a:pt x="9660" y="32307"/>
                    <a:pt x="11119" y="30483"/>
                    <a:pt x="10944" y="28295"/>
                  </a:cubicBezTo>
                  <a:lnTo>
                    <a:pt x="8201" y="2759"/>
                  </a:lnTo>
                  <a:cubicBezTo>
                    <a:pt x="8037" y="1213"/>
                    <a:pt x="6576" y="0"/>
                    <a:pt x="50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9">
              <a:extLst>
                <a:ext uri="{FF2B5EF4-FFF2-40B4-BE49-F238E27FC236}">
                  <a16:creationId xmlns:a16="http://schemas.microsoft.com/office/drawing/2014/main" id="{E0E968E7-0ABC-B90A-37E8-CB450BACEC72}"/>
                </a:ext>
              </a:extLst>
            </p:cNvPr>
            <p:cNvSpPr/>
            <p:nvPr/>
          </p:nvSpPr>
          <p:spPr>
            <a:xfrm>
              <a:off x="7478575" y="2082750"/>
              <a:ext cx="291875" cy="825650"/>
            </a:xfrm>
            <a:custGeom>
              <a:avLst/>
              <a:gdLst/>
              <a:ahLst/>
              <a:cxnLst/>
              <a:rect l="l" t="t" r="r" b="b"/>
              <a:pathLst>
                <a:path w="11675" h="33026" extrusionOk="0">
                  <a:moveTo>
                    <a:pt x="5242" y="541"/>
                  </a:moveTo>
                  <a:cubicBezTo>
                    <a:pt x="6592" y="541"/>
                    <a:pt x="7864" y="1581"/>
                    <a:pt x="8026" y="2937"/>
                  </a:cubicBezTo>
                  <a:lnTo>
                    <a:pt x="10769" y="28473"/>
                  </a:lnTo>
                  <a:cubicBezTo>
                    <a:pt x="11134" y="30472"/>
                    <a:pt x="9675" y="32296"/>
                    <a:pt x="7661" y="32485"/>
                  </a:cubicBezTo>
                  <a:lnTo>
                    <a:pt x="7486" y="32485"/>
                  </a:lnTo>
                  <a:cubicBezTo>
                    <a:pt x="7328" y="32516"/>
                    <a:pt x="7170" y="32530"/>
                    <a:pt x="7013" y="32530"/>
                  </a:cubicBezTo>
                  <a:cubicBezTo>
                    <a:pt x="6255" y="32530"/>
                    <a:pt x="5504" y="32203"/>
                    <a:pt x="4743" y="31756"/>
                  </a:cubicBezTo>
                  <a:cubicBezTo>
                    <a:pt x="4014" y="31026"/>
                    <a:pt x="3649" y="30297"/>
                    <a:pt x="3474" y="29202"/>
                  </a:cubicBezTo>
                  <a:lnTo>
                    <a:pt x="730" y="3842"/>
                  </a:lnTo>
                  <a:cubicBezTo>
                    <a:pt x="555" y="3112"/>
                    <a:pt x="730" y="2383"/>
                    <a:pt x="1285" y="1843"/>
                  </a:cubicBezTo>
                  <a:cubicBezTo>
                    <a:pt x="1650" y="1289"/>
                    <a:pt x="2379" y="924"/>
                    <a:pt x="2919" y="749"/>
                  </a:cubicBezTo>
                  <a:lnTo>
                    <a:pt x="3109" y="749"/>
                  </a:lnTo>
                  <a:lnTo>
                    <a:pt x="4933" y="559"/>
                  </a:lnTo>
                  <a:cubicBezTo>
                    <a:pt x="5036" y="547"/>
                    <a:pt x="5139" y="541"/>
                    <a:pt x="5242" y="541"/>
                  </a:cubicBezTo>
                  <a:close/>
                  <a:moveTo>
                    <a:pt x="5290" y="1"/>
                  </a:moveTo>
                  <a:cubicBezTo>
                    <a:pt x="5172" y="1"/>
                    <a:pt x="5053" y="7"/>
                    <a:pt x="4933" y="19"/>
                  </a:cubicBezTo>
                  <a:lnTo>
                    <a:pt x="3109" y="194"/>
                  </a:lnTo>
                  <a:cubicBezTo>
                    <a:pt x="2190" y="194"/>
                    <a:pt x="1285" y="749"/>
                    <a:pt x="730" y="1478"/>
                  </a:cubicBezTo>
                  <a:cubicBezTo>
                    <a:pt x="191" y="2018"/>
                    <a:pt x="1" y="2937"/>
                    <a:pt x="1" y="3842"/>
                  </a:cubicBezTo>
                  <a:lnTo>
                    <a:pt x="2919" y="29377"/>
                  </a:lnTo>
                  <a:cubicBezTo>
                    <a:pt x="2919" y="30472"/>
                    <a:pt x="3474" y="31391"/>
                    <a:pt x="4378" y="32121"/>
                  </a:cubicBezTo>
                  <a:cubicBezTo>
                    <a:pt x="5108" y="32850"/>
                    <a:pt x="6202" y="33025"/>
                    <a:pt x="7122" y="33025"/>
                  </a:cubicBezTo>
                  <a:lnTo>
                    <a:pt x="7661" y="33025"/>
                  </a:lnTo>
                  <a:cubicBezTo>
                    <a:pt x="10040" y="32850"/>
                    <a:pt x="11674" y="30661"/>
                    <a:pt x="11499" y="28473"/>
                  </a:cubicBezTo>
                  <a:lnTo>
                    <a:pt x="8581" y="2937"/>
                  </a:lnTo>
                  <a:cubicBezTo>
                    <a:pt x="8403" y="1233"/>
                    <a:pt x="6965" y="1"/>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9">
              <a:extLst>
                <a:ext uri="{FF2B5EF4-FFF2-40B4-BE49-F238E27FC236}">
                  <a16:creationId xmlns:a16="http://schemas.microsoft.com/office/drawing/2014/main" id="{40BE5273-2587-E245-92AD-428DC9CB413C}"/>
                </a:ext>
              </a:extLst>
            </p:cNvPr>
            <p:cNvSpPr/>
            <p:nvPr/>
          </p:nvSpPr>
          <p:spPr>
            <a:xfrm>
              <a:off x="7478575" y="2625650"/>
              <a:ext cx="300975" cy="127425"/>
            </a:xfrm>
            <a:custGeom>
              <a:avLst/>
              <a:gdLst/>
              <a:ahLst/>
              <a:cxnLst/>
              <a:rect l="l" t="t" r="r" b="b"/>
              <a:pathLst>
                <a:path w="12039" h="5097" extrusionOk="0">
                  <a:moveTo>
                    <a:pt x="5837" y="1"/>
                  </a:moveTo>
                  <a:cubicBezTo>
                    <a:pt x="5837" y="1"/>
                    <a:pt x="1285" y="190"/>
                    <a:pt x="730" y="920"/>
                  </a:cubicBezTo>
                  <a:cubicBezTo>
                    <a:pt x="1" y="1650"/>
                    <a:pt x="191" y="4378"/>
                    <a:pt x="1460" y="4743"/>
                  </a:cubicBezTo>
                  <a:cubicBezTo>
                    <a:pt x="2538" y="4996"/>
                    <a:pt x="4009" y="5096"/>
                    <a:pt x="5486" y="5096"/>
                  </a:cubicBezTo>
                  <a:cubicBezTo>
                    <a:pt x="8268" y="5096"/>
                    <a:pt x="11071" y="4740"/>
                    <a:pt x="11309" y="4378"/>
                  </a:cubicBezTo>
                  <a:cubicBezTo>
                    <a:pt x="11499" y="3838"/>
                    <a:pt x="12039" y="730"/>
                    <a:pt x="10769" y="366"/>
                  </a:cubicBezTo>
                  <a:cubicBezTo>
                    <a:pt x="9121" y="1"/>
                    <a:pt x="7486" y="1"/>
                    <a:pt x="5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9">
              <a:extLst>
                <a:ext uri="{FF2B5EF4-FFF2-40B4-BE49-F238E27FC236}">
                  <a16:creationId xmlns:a16="http://schemas.microsoft.com/office/drawing/2014/main" id="{15B5B548-E39D-7076-FE09-F4B563437493}"/>
                </a:ext>
              </a:extLst>
            </p:cNvPr>
            <p:cNvSpPr/>
            <p:nvPr/>
          </p:nvSpPr>
          <p:spPr>
            <a:xfrm>
              <a:off x="7474200" y="2616525"/>
              <a:ext cx="310100" cy="145950"/>
            </a:xfrm>
            <a:custGeom>
              <a:avLst/>
              <a:gdLst/>
              <a:ahLst/>
              <a:cxnLst/>
              <a:rect l="l" t="t" r="r" b="b"/>
              <a:pathLst>
                <a:path w="12404" h="5838" extrusionOk="0">
                  <a:moveTo>
                    <a:pt x="6012" y="555"/>
                  </a:moveTo>
                  <a:cubicBezTo>
                    <a:pt x="7661" y="555"/>
                    <a:pt x="9296" y="731"/>
                    <a:pt x="10755" y="1095"/>
                  </a:cubicBezTo>
                  <a:cubicBezTo>
                    <a:pt x="10944" y="1095"/>
                    <a:pt x="11120" y="1285"/>
                    <a:pt x="11309" y="1460"/>
                  </a:cubicBezTo>
                  <a:cubicBezTo>
                    <a:pt x="11674" y="2379"/>
                    <a:pt x="11309" y="4203"/>
                    <a:pt x="11120" y="4568"/>
                  </a:cubicBezTo>
                  <a:cubicBezTo>
                    <a:pt x="10796" y="4892"/>
                    <a:pt x="8503" y="5152"/>
                    <a:pt x="6089" y="5152"/>
                  </a:cubicBezTo>
                  <a:cubicBezTo>
                    <a:pt x="4474" y="5152"/>
                    <a:pt x="2805" y="5036"/>
                    <a:pt x="1635" y="4743"/>
                  </a:cubicBezTo>
                  <a:cubicBezTo>
                    <a:pt x="1270" y="4568"/>
                    <a:pt x="1095" y="4203"/>
                    <a:pt x="905" y="3839"/>
                  </a:cubicBezTo>
                  <a:cubicBezTo>
                    <a:pt x="730" y="2919"/>
                    <a:pt x="730" y="1825"/>
                    <a:pt x="1095" y="1460"/>
                  </a:cubicBezTo>
                  <a:cubicBezTo>
                    <a:pt x="1460" y="1095"/>
                    <a:pt x="3824" y="731"/>
                    <a:pt x="6012" y="555"/>
                  </a:cubicBezTo>
                  <a:close/>
                  <a:moveTo>
                    <a:pt x="6012" y="1"/>
                  </a:moveTo>
                  <a:cubicBezTo>
                    <a:pt x="5108" y="1"/>
                    <a:pt x="1270" y="191"/>
                    <a:pt x="541" y="1095"/>
                  </a:cubicBezTo>
                  <a:cubicBezTo>
                    <a:pt x="176" y="1650"/>
                    <a:pt x="1" y="3109"/>
                    <a:pt x="366" y="4014"/>
                  </a:cubicBezTo>
                  <a:cubicBezTo>
                    <a:pt x="541" y="4743"/>
                    <a:pt x="905" y="5108"/>
                    <a:pt x="1460" y="5298"/>
                  </a:cubicBezTo>
                  <a:cubicBezTo>
                    <a:pt x="2554" y="5663"/>
                    <a:pt x="4378" y="5838"/>
                    <a:pt x="6202" y="5838"/>
                  </a:cubicBezTo>
                  <a:cubicBezTo>
                    <a:pt x="8931" y="5838"/>
                    <a:pt x="11484" y="5473"/>
                    <a:pt x="11674" y="4933"/>
                  </a:cubicBezTo>
                  <a:cubicBezTo>
                    <a:pt x="12039" y="4378"/>
                    <a:pt x="12404" y="2379"/>
                    <a:pt x="11849" y="1095"/>
                  </a:cubicBezTo>
                  <a:cubicBezTo>
                    <a:pt x="11674" y="731"/>
                    <a:pt x="11309" y="555"/>
                    <a:pt x="10944" y="366"/>
                  </a:cubicBezTo>
                  <a:cubicBezTo>
                    <a:pt x="9296" y="191"/>
                    <a:pt x="7661" y="1"/>
                    <a:pt x="6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9">
              <a:extLst>
                <a:ext uri="{FF2B5EF4-FFF2-40B4-BE49-F238E27FC236}">
                  <a16:creationId xmlns:a16="http://schemas.microsoft.com/office/drawing/2014/main" id="{C5B3BEDD-7C37-3928-E5D1-7472B7DBF97A}"/>
                </a:ext>
              </a:extLst>
            </p:cNvPr>
            <p:cNvSpPr/>
            <p:nvPr/>
          </p:nvSpPr>
          <p:spPr>
            <a:xfrm>
              <a:off x="7419500" y="2470275"/>
              <a:ext cx="350950" cy="161375"/>
            </a:xfrm>
            <a:custGeom>
              <a:avLst/>
              <a:gdLst/>
              <a:ahLst/>
              <a:cxnLst/>
              <a:rect l="l" t="t" r="r" b="b"/>
              <a:pathLst>
                <a:path w="14038" h="6455" extrusionOk="0">
                  <a:moveTo>
                    <a:pt x="5908" y="1"/>
                  </a:moveTo>
                  <a:cubicBezTo>
                    <a:pt x="4330" y="1"/>
                    <a:pt x="1431" y="92"/>
                    <a:pt x="905" y="744"/>
                  </a:cubicBezTo>
                  <a:cubicBezTo>
                    <a:pt x="0" y="1663"/>
                    <a:pt x="0" y="5121"/>
                    <a:pt x="1269" y="5676"/>
                  </a:cubicBezTo>
                  <a:cubicBezTo>
                    <a:pt x="2840" y="6250"/>
                    <a:pt x="5303" y="6454"/>
                    <a:pt x="7564" y="6454"/>
                  </a:cubicBezTo>
                  <a:cubicBezTo>
                    <a:pt x="10302" y="6454"/>
                    <a:pt x="12743" y="6155"/>
                    <a:pt x="12943" y="5851"/>
                  </a:cubicBezTo>
                  <a:cubicBezTo>
                    <a:pt x="13308" y="5121"/>
                    <a:pt x="14037" y="1474"/>
                    <a:pt x="12578" y="934"/>
                  </a:cubicBezTo>
                  <a:cubicBezTo>
                    <a:pt x="10944" y="379"/>
                    <a:pt x="6931" y="14"/>
                    <a:pt x="6931" y="14"/>
                  </a:cubicBezTo>
                  <a:cubicBezTo>
                    <a:pt x="6931" y="14"/>
                    <a:pt x="6519" y="1"/>
                    <a:pt x="59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9">
              <a:extLst>
                <a:ext uri="{FF2B5EF4-FFF2-40B4-BE49-F238E27FC236}">
                  <a16:creationId xmlns:a16="http://schemas.microsoft.com/office/drawing/2014/main" id="{781F39F8-CF27-2499-AD7A-BBF7532FDE45}"/>
                </a:ext>
              </a:extLst>
            </p:cNvPr>
            <p:cNvSpPr/>
            <p:nvPr/>
          </p:nvSpPr>
          <p:spPr>
            <a:xfrm>
              <a:off x="7414750" y="2461250"/>
              <a:ext cx="355700" cy="178300"/>
            </a:xfrm>
            <a:custGeom>
              <a:avLst/>
              <a:gdLst/>
              <a:ahLst/>
              <a:cxnLst/>
              <a:rect l="l" t="t" r="r" b="b"/>
              <a:pathLst>
                <a:path w="14228" h="7132" extrusionOk="0">
                  <a:moveTo>
                    <a:pt x="7121" y="565"/>
                  </a:moveTo>
                  <a:cubicBezTo>
                    <a:pt x="7296" y="740"/>
                    <a:pt x="11134" y="1105"/>
                    <a:pt x="12593" y="1659"/>
                  </a:cubicBezTo>
                  <a:cubicBezTo>
                    <a:pt x="12958" y="1659"/>
                    <a:pt x="12958" y="1835"/>
                    <a:pt x="13133" y="2199"/>
                  </a:cubicBezTo>
                  <a:cubicBezTo>
                    <a:pt x="13687" y="3294"/>
                    <a:pt x="13133" y="5482"/>
                    <a:pt x="12958" y="6037"/>
                  </a:cubicBezTo>
                  <a:cubicBezTo>
                    <a:pt x="12666" y="6229"/>
                    <a:pt x="10461" y="6469"/>
                    <a:pt x="7958" y="6469"/>
                  </a:cubicBezTo>
                  <a:cubicBezTo>
                    <a:pt x="5703" y="6469"/>
                    <a:pt x="3205" y="6274"/>
                    <a:pt x="1649" y="5672"/>
                  </a:cubicBezTo>
                  <a:cubicBezTo>
                    <a:pt x="1095" y="5482"/>
                    <a:pt x="920" y="5118"/>
                    <a:pt x="920" y="4753"/>
                  </a:cubicBezTo>
                  <a:cubicBezTo>
                    <a:pt x="555" y="3483"/>
                    <a:pt x="920" y="1835"/>
                    <a:pt x="1284" y="1295"/>
                  </a:cubicBezTo>
                  <a:cubicBezTo>
                    <a:pt x="1649" y="740"/>
                    <a:pt x="4013" y="565"/>
                    <a:pt x="6027" y="565"/>
                  </a:cubicBezTo>
                  <a:close/>
                  <a:moveTo>
                    <a:pt x="5918" y="0"/>
                  </a:moveTo>
                  <a:cubicBezTo>
                    <a:pt x="4219" y="0"/>
                    <a:pt x="1472" y="101"/>
                    <a:pt x="920" y="930"/>
                  </a:cubicBezTo>
                  <a:cubicBezTo>
                    <a:pt x="190" y="1659"/>
                    <a:pt x="0" y="3483"/>
                    <a:pt x="365" y="4753"/>
                  </a:cubicBezTo>
                  <a:cubicBezTo>
                    <a:pt x="555" y="5672"/>
                    <a:pt x="920" y="6037"/>
                    <a:pt x="1284" y="6402"/>
                  </a:cubicBezTo>
                  <a:cubicBezTo>
                    <a:pt x="2919" y="6942"/>
                    <a:pt x="5472" y="7131"/>
                    <a:pt x="8026" y="7131"/>
                  </a:cubicBezTo>
                  <a:cubicBezTo>
                    <a:pt x="10769" y="7131"/>
                    <a:pt x="13133" y="6766"/>
                    <a:pt x="13498" y="6212"/>
                  </a:cubicBezTo>
                  <a:cubicBezTo>
                    <a:pt x="13687" y="5672"/>
                    <a:pt x="14227" y="3294"/>
                    <a:pt x="13687" y="2024"/>
                  </a:cubicBezTo>
                  <a:cubicBezTo>
                    <a:pt x="13498" y="1470"/>
                    <a:pt x="13322" y="1105"/>
                    <a:pt x="12768" y="930"/>
                  </a:cubicBezTo>
                  <a:cubicBezTo>
                    <a:pt x="11309" y="375"/>
                    <a:pt x="7296" y="11"/>
                    <a:pt x="7121" y="11"/>
                  </a:cubicBezTo>
                  <a:cubicBezTo>
                    <a:pt x="6898" y="11"/>
                    <a:pt x="6462" y="0"/>
                    <a:pt x="5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9">
              <a:extLst>
                <a:ext uri="{FF2B5EF4-FFF2-40B4-BE49-F238E27FC236}">
                  <a16:creationId xmlns:a16="http://schemas.microsoft.com/office/drawing/2014/main" id="{109DE037-C47A-F104-C3D4-503112F2FA74}"/>
                </a:ext>
              </a:extLst>
            </p:cNvPr>
            <p:cNvSpPr/>
            <p:nvPr/>
          </p:nvSpPr>
          <p:spPr>
            <a:xfrm>
              <a:off x="7387375" y="2292650"/>
              <a:ext cx="378700" cy="181225"/>
            </a:xfrm>
            <a:custGeom>
              <a:avLst/>
              <a:gdLst/>
              <a:ahLst/>
              <a:cxnLst/>
              <a:rect l="l" t="t" r="r" b="b"/>
              <a:pathLst>
                <a:path w="15148" h="7249" extrusionOk="0">
                  <a:moveTo>
                    <a:pt x="6539" y="1"/>
                  </a:moveTo>
                  <a:cubicBezTo>
                    <a:pt x="4887" y="1"/>
                    <a:pt x="1592" y="105"/>
                    <a:pt x="920" y="918"/>
                  </a:cubicBezTo>
                  <a:cubicBezTo>
                    <a:pt x="191" y="1837"/>
                    <a:pt x="1" y="5485"/>
                    <a:pt x="1460" y="6215"/>
                  </a:cubicBezTo>
                  <a:cubicBezTo>
                    <a:pt x="3535" y="6937"/>
                    <a:pt x="7088" y="7248"/>
                    <a:pt x="9833" y="7248"/>
                  </a:cubicBezTo>
                  <a:cubicBezTo>
                    <a:pt x="11914" y="7248"/>
                    <a:pt x="13531" y="7069"/>
                    <a:pt x="13688" y="6755"/>
                  </a:cubicBezTo>
                  <a:cubicBezTo>
                    <a:pt x="14053" y="6025"/>
                    <a:pt x="15147" y="1648"/>
                    <a:pt x="13498" y="1108"/>
                  </a:cubicBezTo>
                  <a:cubicBezTo>
                    <a:pt x="11864" y="553"/>
                    <a:pt x="7486" y="13"/>
                    <a:pt x="7486" y="13"/>
                  </a:cubicBezTo>
                  <a:cubicBezTo>
                    <a:pt x="7486" y="13"/>
                    <a:pt x="7111" y="1"/>
                    <a:pt x="6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9">
              <a:extLst>
                <a:ext uri="{FF2B5EF4-FFF2-40B4-BE49-F238E27FC236}">
                  <a16:creationId xmlns:a16="http://schemas.microsoft.com/office/drawing/2014/main" id="{313DE321-4D59-EAAD-FF0B-A2AB35DA852C}"/>
                </a:ext>
              </a:extLst>
            </p:cNvPr>
            <p:cNvSpPr/>
            <p:nvPr/>
          </p:nvSpPr>
          <p:spPr>
            <a:xfrm>
              <a:off x="7383000" y="2285950"/>
              <a:ext cx="383075" cy="198550"/>
            </a:xfrm>
            <a:custGeom>
              <a:avLst/>
              <a:gdLst/>
              <a:ahLst/>
              <a:cxnLst/>
              <a:rect l="l" t="t" r="r" b="b"/>
              <a:pathLst>
                <a:path w="15323" h="7942" extrusionOk="0">
                  <a:moveTo>
                    <a:pt x="7472" y="646"/>
                  </a:moveTo>
                  <a:cubicBezTo>
                    <a:pt x="7837" y="646"/>
                    <a:pt x="12039" y="1011"/>
                    <a:pt x="13498" y="1740"/>
                  </a:cubicBezTo>
                  <a:cubicBezTo>
                    <a:pt x="13673" y="1740"/>
                    <a:pt x="13863" y="1916"/>
                    <a:pt x="14038" y="2280"/>
                  </a:cubicBezTo>
                  <a:cubicBezTo>
                    <a:pt x="14592" y="3564"/>
                    <a:pt x="13863" y="6483"/>
                    <a:pt x="13673" y="6847"/>
                  </a:cubicBezTo>
                  <a:cubicBezTo>
                    <a:pt x="13360" y="7079"/>
                    <a:pt x="11805" y="7246"/>
                    <a:pt x="9828" y="7246"/>
                  </a:cubicBezTo>
                  <a:cubicBezTo>
                    <a:pt x="7200" y="7246"/>
                    <a:pt x="3825" y="6951"/>
                    <a:pt x="1635" y="6118"/>
                  </a:cubicBezTo>
                  <a:cubicBezTo>
                    <a:pt x="1270" y="5928"/>
                    <a:pt x="1095" y="5388"/>
                    <a:pt x="906" y="5024"/>
                  </a:cubicBezTo>
                  <a:cubicBezTo>
                    <a:pt x="730" y="3739"/>
                    <a:pt x="906" y="1916"/>
                    <a:pt x="1460" y="1376"/>
                  </a:cubicBezTo>
                  <a:cubicBezTo>
                    <a:pt x="1825" y="821"/>
                    <a:pt x="4378" y="646"/>
                    <a:pt x="6377" y="646"/>
                  </a:cubicBezTo>
                  <a:close/>
                  <a:moveTo>
                    <a:pt x="5850" y="1"/>
                  </a:moveTo>
                  <a:cubicBezTo>
                    <a:pt x="4026" y="1"/>
                    <a:pt x="1544" y="193"/>
                    <a:pt x="906" y="821"/>
                  </a:cubicBezTo>
                  <a:cubicBezTo>
                    <a:pt x="366" y="1740"/>
                    <a:pt x="1" y="3739"/>
                    <a:pt x="366" y="5199"/>
                  </a:cubicBezTo>
                  <a:cubicBezTo>
                    <a:pt x="541" y="5928"/>
                    <a:pt x="906" y="6483"/>
                    <a:pt x="1460" y="6658"/>
                  </a:cubicBezTo>
                  <a:cubicBezTo>
                    <a:pt x="3459" y="7387"/>
                    <a:pt x="7297" y="7942"/>
                    <a:pt x="10390" y="7942"/>
                  </a:cubicBezTo>
                  <a:cubicBezTo>
                    <a:pt x="12404" y="7942"/>
                    <a:pt x="13863" y="7752"/>
                    <a:pt x="14228" y="7212"/>
                  </a:cubicBezTo>
                  <a:cubicBezTo>
                    <a:pt x="14592" y="6483"/>
                    <a:pt x="15322" y="3564"/>
                    <a:pt x="14592" y="2105"/>
                  </a:cubicBezTo>
                  <a:cubicBezTo>
                    <a:pt x="14403" y="1551"/>
                    <a:pt x="14228" y="1186"/>
                    <a:pt x="13673" y="1011"/>
                  </a:cubicBezTo>
                  <a:cubicBezTo>
                    <a:pt x="12039" y="456"/>
                    <a:pt x="7837" y="92"/>
                    <a:pt x="7661" y="92"/>
                  </a:cubicBezTo>
                  <a:cubicBezTo>
                    <a:pt x="7327" y="38"/>
                    <a:pt x="6652" y="1"/>
                    <a:pt x="58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59">
              <a:extLst>
                <a:ext uri="{FF2B5EF4-FFF2-40B4-BE49-F238E27FC236}">
                  <a16:creationId xmlns:a16="http://schemas.microsoft.com/office/drawing/2014/main" id="{2E2759AD-52C2-F8C2-E789-F54E6172E2C1}"/>
                </a:ext>
              </a:extLst>
            </p:cNvPr>
            <p:cNvSpPr/>
            <p:nvPr/>
          </p:nvSpPr>
          <p:spPr>
            <a:xfrm>
              <a:off x="7305300" y="2128500"/>
              <a:ext cx="378675" cy="175775"/>
            </a:xfrm>
            <a:custGeom>
              <a:avLst/>
              <a:gdLst/>
              <a:ahLst/>
              <a:cxnLst/>
              <a:rect l="l" t="t" r="r" b="b"/>
              <a:pathLst>
                <a:path w="15147" h="7031" extrusionOk="0">
                  <a:moveTo>
                    <a:pt x="6570" y="0"/>
                  </a:moveTo>
                  <a:cubicBezTo>
                    <a:pt x="4971" y="0"/>
                    <a:pt x="1778" y="105"/>
                    <a:pt x="1095" y="918"/>
                  </a:cubicBezTo>
                  <a:cubicBezTo>
                    <a:pt x="191" y="1837"/>
                    <a:pt x="1" y="5660"/>
                    <a:pt x="1460" y="6214"/>
                  </a:cubicBezTo>
                  <a:cubicBezTo>
                    <a:pt x="2521" y="6480"/>
                    <a:pt x="8407" y="7031"/>
                    <a:pt x="11678" y="7031"/>
                  </a:cubicBezTo>
                  <a:cubicBezTo>
                    <a:pt x="12905" y="7031"/>
                    <a:pt x="13763" y="6953"/>
                    <a:pt x="13863" y="6754"/>
                  </a:cubicBezTo>
                  <a:cubicBezTo>
                    <a:pt x="14228" y="6025"/>
                    <a:pt x="15147" y="1647"/>
                    <a:pt x="13498" y="1107"/>
                  </a:cubicBezTo>
                  <a:cubicBezTo>
                    <a:pt x="11864" y="553"/>
                    <a:pt x="7486" y="13"/>
                    <a:pt x="7486" y="13"/>
                  </a:cubicBezTo>
                  <a:cubicBezTo>
                    <a:pt x="7486" y="13"/>
                    <a:pt x="7124" y="0"/>
                    <a:pt x="6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59">
              <a:extLst>
                <a:ext uri="{FF2B5EF4-FFF2-40B4-BE49-F238E27FC236}">
                  <a16:creationId xmlns:a16="http://schemas.microsoft.com/office/drawing/2014/main" id="{0883A256-BB54-5E4A-F673-7606F2ABD027}"/>
                </a:ext>
              </a:extLst>
            </p:cNvPr>
            <p:cNvSpPr/>
            <p:nvPr/>
          </p:nvSpPr>
          <p:spPr>
            <a:xfrm>
              <a:off x="7300925" y="2121800"/>
              <a:ext cx="383050" cy="193800"/>
            </a:xfrm>
            <a:custGeom>
              <a:avLst/>
              <a:gdLst/>
              <a:ahLst/>
              <a:cxnLst/>
              <a:rect l="l" t="t" r="r" b="b"/>
              <a:pathLst>
                <a:path w="15322" h="7752" extrusionOk="0">
                  <a:moveTo>
                    <a:pt x="7661" y="646"/>
                  </a:moveTo>
                  <a:cubicBezTo>
                    <a:pt x="7836" y="646"/>
                    <a:pt x="12039" y="1011"/>
                    <a:pt x="13673" y="1740"/>
                  </a:cubicBezTo>
                  <a:cubicBezTo>
                    <a:pt x="13863" y="1740"/>
                    <a:pt x="14038" y="1915"/>
                    <a:pt x="14228" y="2280"/>
                  </a:cubicBezTo>
                  <a:cubicBezTo>
                    <a:pt x="14592" y="3564"/>
                    <a:pt x="14038" y="6293"/>
                    <a:pt x="13673" y="6847"/>
                  </a:cubicBezTo>
                  <a:cubicBezTo>
                    <a:pt x="13449" y="6981"/>
                    <a:pt x="12707" y="7037"/>
                    <a:pt x="11695" y="7037"/>
                  </a:cubicBezTo>
                  <a:cubicBezTo>
                    <a:pt x="8623" y="7037"/>
                    <a:pt x="3054" y="6524"/>
                    <a:pt x="1825" y="6118"/>
                  </a:cubicBezTo>
                  <a:cubicBezTo>
                    <a:pt x="1460" y="5928"/>
                    <a:pt x="1095" y="5563"/>
                    <a:pt x="1095" y="5198"/>
                  </a:cubicBezTo>
                  <a:cubicBezTo>
                    <a:pt x="730" y="3929"/>
                    <a:pt x="905" y="1915"/>
                    <a:pt x="1460" y="1375"/>
                  </a:cubicBezTo>
                  <a:cubicBezTo>
                    <a:pt x="2000" y="821"/>
                    <a:pt x="4378" y="646"/>
                    <a:pt x="6377" y="646"/>
                  </a:cubicBezTo>
                  <a:close/>
                  <a:moveTo>
                    <a:pt x="5967" y="1"/>
                  </a:moveTo>
                  <a:cubicBezTo>
                    <a:pt x="4202" y="1"/>
                    <a:pt x="1723" y="193"/>
                    <a:pt x="1095" y="821"/>
                  </a:cubicBezTo>
                  <a:cubicBezTo>
                    <a:pt x="366" y="1740"/>
                    <a:pt x="1" y="3929"/>
                    <a:pt x="541" y="5388"/>
                  </a:cubicBezTo>
                  <a:cubicBezTo>
                    <a:pt x="730" y="6118"/>
                    <a:pt x="1095" y="6482"/>
                    <a:pt x="1635" y="6658"/>
                  </a:cubicBezTo>
                  <a:cubicBezTo>
                    <a:pt x="2365" y="6847"/>
                    <a:pt x="8201" y="7752"/>
                    <a:pt x="11674" y="7752"/>
                  </a:cubicBezTo>
                  <a:cubicBezTo>
                    <a:pt x="13133" y="7752"/>
                    <a:pt x="14038" y="7577"/>
                    <a:pt x="14228" y="7212"/>
                  </a:cubicBezTo>
                  <a:cubicBezTo>
                    <a:pt x="14592" y="6658"/>
                    <a:pt x="15322" y="3564"/>
                    <a:pt x="14767" y="2105"/>
                  </a:cubicBezTo>
                  <a:cubicBezTo>
                    <a:pt x="14592" y="1550"/>
                    <a:pt x="14228" y="1186"/>
                    <a:pt x="13863" y="1011"/>
                  </a:cubicBezTo>
                  <a:cubicBezTo>
                    <a:pt x="12214" y="456"/>
                    <a:pt x="7836" y="91"/>
                    <a:pt x="7661" y="91"/>
                  </a:cubicBezTo>
                  <a:cubicBezTo>
                    <a:pt x="7380" y="38"/>
                    <a:pt x="6743" y="1"/>
                    <a:pt x="5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59">
              <a:extLst>
                <a:ext uri="{FF2B5EF4-FFF2-40B4-BE49-F238E27FC236}">
                  <a16:creationId xmlns:a16="http://schemas.microsoft.com/office/drawing/2014/main" id="{75BCEA82-C828-9164-2197-F79977CD9E8E}"/>
                </a:ext>
              </a:extLst>
            </p:cNvPr>
            <p:cNvSpPr/>
            <p:nvPr/>
          </p:nvSpPr>
          <p:spPr>
            <a:xfrm>
              <a:off x="7483325" y="2083225"/>
              <a:ext cx="501600" cy="505975"/>
            </a:xfrm>
            <a:custGeom>
              <a:avLst/>
              <a:gdLst/>
              <a:ahLst/>
              <a:cxnLst/>
              <a:rect l="l" t="t" r="r" b="b"/>
              <a:pathLst>
                <a:path w="20064" h="20239" extrusionOk="0">
                  <a:moveTo>
                    <a:pt x="4188" y="0"/>
                  </a:moveTo>
                  <a:cubicBezTo>
                    <a:pt x="1635" y="365"/>
                    <a:pt x="1" y="1999"/>
                    <a:pt x="1" y="3093"/>
                  </a:cubicBezTo>
                  <a:cubicBezTo>
                    <a:pt x="176" y="4188"/>
                    <a:pt x="2554" y="11484"/>
                    <a:pt x="2919" y="13308"/>
                  </a:cubicBezTo>
                  <a:cubicBezTo>
                    <a:pt x="3372" y="14838"/>
                    <a:pt x="3835" y="14961"/>
                    <a:pt x="4834" y="14961"/>
                  </a:cubicBezTo>
                  <a:cubicBezTo>
                    <a:pt x="5026" y="14961"/>
                    <a:pt x="5237" y="14956"/>
                    <a:pt x="5472" y="14956"/>
                  </a:cubicBezTo>
                  <a:cubicBezTo>
                    <a:pt x="7107" y="14767"/>
                    <a:pt x="8391" y="13308"/>
                    <a:pt x="8566" y="11673"/>
                  </a:cubicBezTo>
                  <a:cubicBezTo>
                    <a:pt x="8391" y="10214"/>
                    <a:pt x="8201" y="8565"/>
                    <a:pt x="7836" y="7106"/>
                  </a:cubicBezTo>
                  <a:lnTo>
                    <a:pt x="7836" y="7106"/>
                  </a:lnTo>
                  <a:cubicBezTo>
                    <a:pt x="8566" y="7836"/>
                    <a:pt x="9485" y="8201"/>
                    <a:pt x="10390" y="8565"/>
                  </a:cubicBezTo>
                  <a:lnTo>
                    <a:pt x="11484" y="8930"/>
                  </a:lnTo>
                  <a:cubicBezTo>
                    <a:pt x="11484" y="8930"/>
                    <a:pt x="11309" y="15861"/>
                    <a:pt x="15687" y="18969"/>
                  </a:cubicBezTo>
                  <a:cubicBezTo>
                    <a:pt x="16591" y="19509"/>
                    <a:pt x="17510" y="20064"/>
                    <a:pt x="18415" y="20239"/>
                  </a:cubicBezTo>
                  <a:lnTo>
                    <a:pt x="20064" y="2729"/>
                  </a:lnTo>
                  <a:cubicBezTo>
                    <a:pt x="18970" y="1999"/>
                    <a:pt x="17686" y="1459"/>
                    <a:pt x="16226" y="1270"/>
                  </a:cubicBezTo>
                  <a:cubicBezTo>
                    <a:pt x="12214" y="1270"/>
                    <a:pt x="8201" y="175"/>
                    <a:pt x="41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9">
              <a:extLst>
                <a:ext uri="{FF2B5EF4-FFF2-40B4-BE49-F238E27FC236}">
                  <a16:creationId xmlns:a16="http://schemas.microsoft.com/office/drawing/2014/main" id="{88A5B76E-DFEE-8D8A-4A02-9622D0AD5D1B}"/>
                </a:ext>
              </a:extLst>
            </p:cNvPr>
            <p:cNvSpPr/>
            <p:nvPr/>
          </p:nvSpPr>
          <p:spPr>
            <a:xfrm>
              <a:off x="7474200" y="2074100"/>
              <a:ext cx="519850" cy="524225"/>
            </a:xfrm>
            <a:custGeom>
              <a:avLst/>
              <a:gdLst/>
              <a:ahLst/>
              <a:cxnLst/>
              <a:rect l="l" t="t" r="r" b="b"/>
              <a:pathLst>
                <a:path w="20794" h="20969" extrusionOk="0">
                  <a:moveTo>
                    <a:pt x="4553" y="0"/>
                  </a:moveTo>
                  <a:cubicBezTo>
                    <a:pt x="1825" y="365"/>
                    <a:pt x="1" y="2189"/>
                    <a:pt x="176" y="3458"/>
                  </a:cubicBezTo>
                  <a:cubicBezTo>
                    <a:pt x="176" y="4188"/>
                    <a:pt x="1095" y="6931"/>
                    <a:pt x="1825" y="9485"/>
                  </a:cubicBezTo>
                  <a:cubicBezTo>
                    <a:pt x="2365" y="11309"/>
                    <a:pt x="2919" y="12943"/>
                    <a:pt x="3094" y="13862"/>
                  </a:cubicBezTo>
                  <a:cubicBezTo>
                    <a:pt x="3370" y="15241"/>
                    <a:pt x="3854" y="15578"/>
                    <a:pt x="4705" y="15578"/>
                  </a:cubicBezTo>
                  <a:cubicBezTo>
                    <a:pt x="4979" y="15578"/>
                    <a:pt x="5292" y="15543"/>
                    <a:pt x="5648" y="15497"/>
                  </a:cubicBezTo>
                  <a:lnTo>
                    <a:pt x="5837" y="15497"/>
                  </a:lnTo>
                  <a:cubicBezTo>
                    <a:pt x="7661" y="15321"/>
                    <a:pt x="9120" y="13862"/>
                    <a:pt x="9120" y="12038"/>
                  </a:cubicBezTo>
                  <a:cubicBezTo>
                    <a:pt x="9120" y="10754"/>
                    <a:pt x="8931" y="9485"/>
                    <a:pt x="8756" y="8201"/>
                  </a:cubicBezTo>
                  <a:lnTo>
                    <a:pt x="8756" y="8201"/>
                  </a:lnTo>
                  <a:cubicBezTo>
                    <a:pt x="9296" y="8566"/>
                    <a:pt x="10025" y="8930"/>
                    <a:pt x="10580" y="9295"/>
                  </a:cubicBezTo>
                  <a:lnTo>
                    <a:pt x="11484" y="9485"/>
                  </a:lnTo>
                  <a:cubicBezTo>
                    <a:pt x="11484" y="10754"/>
                    <a:pt x="11849" y="16781"/>
                    <a:pt x="15862" y="19699"/>
                  </a:cubicBezTo>
                  <a:cubicBezTo>
                    <a:pt x="16781" y="20239"/>
                    <a:pt x="17686" y="20604"/>
                    <a:pt x="18780" y="20968"/>
                  </a:cubicBezTo>
                  <a:cubicBezTo>
                    <a:pt x="18970" y="20968"/>
                    <a:pt x="19145" y="20793"/>
                    <a:pt x="19145" y="20793"/>
                  </a:cubicBezTo>
                  <a:cubicBezTo>
                    <a:pt x="19145" y="20604"/>
                    <a:pt x="19145" y="20429"/>
                    <a:pt x="18970" y="20429"/>
                  </a:cubicBezTo>
                  <a:cubicBezTo>
                    <a:pt x="18051" y="20064"/>
                    <a:pt x="17146" y="19699"/>
                    <a:pt x="16227" y="19144"/>
                  </a:cubicBezTo>
                  <a:cubicBezTo>
                    <a:pt x="12039" y="16226"/>
                    <a:pt x="12039" y="9295"/>
                    <a:pt x="12039" y="9295"/>
                  </a:cubicBezTo>
                  <a:cubicBezTo>
                    <a:pt x="12039" y="9120"/>
                    <a:pt x="12039" y="8930"/>
                    <a:pt x="11849" y="8930"/>
                  </a:cubicBezTo>
                  <a:lnTo>
                    <a:pt x="10755" y="8566"/>
                  </a:lnTo>
                  <a:cubicBezTo>
                    <a:pt x="10025" y="8390"/>
                    <a:pt x="9120" y="7836"/>
                    <a:pt x="8391" y="7296"/>
                  </a:cubicBezTo>
                  <a:cubicBezTo>
                    <a:pt x="8391" y="7296"/>
                    <a:pt x="8307" y="7212"/>
                    <a:pt x="8199" y="7212"/>
                  </a:cubicBezTo>
                  <a:cubicBezTo>
                    <a:pt x="8144" y="7212"/>
                    <a:pt x="8084" y="7233"/>
                    <a:pt x="8026" y="7296"/>
                  </a:cubicBezTo>
                  <a:cubicBezTo>
                    <a:pt x="8026" y="7296"/>
                    <a:pt x="7836" y="7471"/>
                    <a:pt x="8026" y="7661"/>
                  </a:cubicBezTo>
                  <a:cubicBezTo>
                    <a:pt x="8201" y="9120"/>
                    <a:pt x="8566" y="10579"/>
                    <a:pt x="8566" y="12038"/>
                  </a:cubicBezTo>
                  <a:cubicBezTo>
                    <a:pt x="8566" y="13498"/>
                    <a:pt x="7297" y="14767"/>
                    <a:pt x="5837" y="14957"/>
                  </a:cubicBezTo>
                  <a:lnTo>
                    <a:pt x="5648" y="14957"/>
                  </a:lnTo>
                  <a:cubicBezTo>
                    <a:pt x="5321" y="15002"/>
                    <a:pt x="5054" y="15035"/>
                    <a:pt x="4832" y="15035"/>
                  </a:cubicBezTo>
                  <a:cubicBezTo>
                    <a:pt x="4191" y="15035"/>
                    <a:pt x="3920" y="14756"/>
                    <a:pt x="3649" y="13673"/>
                  </a:cubicBezTo>
                  <a:cubicBezTo>
                    <a:pt x="3459" y="12943"/>
                    <a:pt x="2919" y="11119"/>
                    <a:pt x="2365" y="9295"/>
                  </a:cubicBezTo>
                  <a:cubicBezTo>
                    <a:pt x="1635" y="6742"/>
                    <a:pt x="905" y="4013"/>
                    <a:pt x="730" y="3283"/>
                  </a:cubicBezTo>
                  <a:cubicBezTo>
                    <a:pt x="541" y="2554"/>
                    <a:pt x="2000" y="1095"/>
                    <a:pt x="4553" y="540"/>
                  </a:cubicBezTo>
                  <a:cubicBezTo>
                    <a:pt x="6202" y="730"/>
                    <a:pt x="7836" y="905"/>
                    <a:pt x="9485" y="1270"/>
                  </a:cubicBezTo>
                  <a:cubicBezTo>
                    <a:pt x="11849" y="1635"/>
                    <a:pt x="14228" y="1999"/>
                    <a:pt x="16591" y="1999"/>
                  </a:cubicBezTo>
                  <a:cubicBezTo>
                    <a:pt x="17875" y="2189"/>
                    <a:pt x="19145" y="2554"/>
                    <a:pt x="20239" y="3458"/>
                  </a:cubicBezTo>
                  <a:cubicBezTo>
                    <a:pt x="20429" y="3458"/>
                    <a:pt x="20604" y="3458"/>
                    <a:pt x="20794" y="3283"/>
                  </a:cubicBezTo>
                  <a:cubicBezTo>
                    <a:pt x="20794" y="3283"/>
                    <a:pt x="20794" y="2919"/>
                    <a:pt x="20604" y="2919"/>
                  </a:cubicBezTo>
                  <a:cubicBezTo>
                    <a:pt x="19510" y="1999"/>
                    <a:pt x="18051" y="1459"/>
                    <a:pt x="16591" y="1459"/>
                  </a:cubicBezTo>
                  <a:cubicBezTo>
                    <a:pt x="14228" y="1459"/>
                    <a:pt x="11849" y="1095"/>
                    <a:pt x="9485" y="730"/>
                  </a:cubicBezTo>
                  <a:cubicBezTo>
                    <a:pt x="8026" y="365"/>
                    <a:pt x="6202" y="175"/>
                    <a:pt x="4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9">
              <a:extLst>
                <a:ext uri="{FF2B5EF4-FFF2-40B4-BE49-F238E27FC236}">
                  <a16:creationId xmlns:a16="http://schemas.microsoft.com/office/drawing/2014/main" id="{9FA653E7-4986-8CF8-E417-96A303326E64}"/>
                </a:ext>
              </a:extLst>
            </p:cNvPr>
            <p:cNvSpPr/>
            <p:nvPr/>
          </p:nvSpPr>
          <p:spPr>
            <a:xfrm>
              <a:off x="8016650" y="2598300"/>
              <a:ext cx="36500" cy="3575"/>
            </a:xfrm>
            <a:custGeom>
              <a:avLst/>
              <a:gdLst/>
              <a:ahLst/>
              <a:cxnLst/>
              <a:rect l="l" t="t" r="r" b="b"/>
              <a:pathLst>
                <a:path w="1460" h="143" extrusionOk="0">
                  <a:moveTo>
                    <a:pt x="0" y="0"/>
                  </a:moveTo>
                  <a:cubicBezTo>
                    <a:pt x="183" y="95"/>
                    <a:pt x="413" y="143"/>
                    <a:pt x="664" y="143"/>
                  </a:cubicBezTo>
                  <a:cubicBezTo>
                    <a:pt x="916" y="143"/>
                    <a:pt x="1190" y="95"/>
                    <a:pt x="1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9">
              <a:extLst>
                <a:ext uri="{FF2B5EF4-FFF2-40B4-BE49-F238E27FC236}">
                  <a16:creationId xmlns:a16="http://schemas.microsoft.com/office/drawing/2014/main" id="{0307FC77-A327-5E2F-5559-2505C8FAD409}"/>
                </a:ext>
              </a:extLst>
            </p:cNvPr>
            <p:cNvSpPr/>
            <p:nvPr/>
          </p:nvSpPr>
          <p:spPr>
            <a:xfrm>
              <a:off x="8007525" y="2593925"/>
              <a:ext cx="50375" cy="13525"/>
            </a:xfrm>
            <a:custGeom>
              <a:avLst/>
              <a:gdLst/>
              <a:ahLst/>
              <a:cxnLst/>
              <a:rect l="l" t="t" r="r" b="b"/>
              <a:pathLst>
                <a:path w="2015" h="541" extrusionOk="0">
                  <a:moveTo>
                    <a:pt x="365" y="0"/>
                  </a:moveTo>
                  <a:cubicBezTo>
                    <a:pt x="190" y="0"/>
                    <a:pt x="1" y="0"/>
                    <a:pt x="1" y="175"/>
                  </a:cubicBezTo>
                  <a:cubicBezTo>
                    <a:pt x="1" y="365"/>
                    <a:pt x="190" y="540"/>
                    <a:pt x="365" y="540"/>
                  </a:cubicBezTo>
                  <a:lnTo>
                    <a:pt x="1825" y="540"/>
                  </a:lnTo>
                  <a:cubicBezTo>
                    <a:pt x="2014" y="540"/>
                    <a:pt x="2014" y="365"/>
                    <a:pt x="2014" y="175"/>
                  </a:cubicBezTo>
                  <a:cubicBezTo>
                    <a:pt x="2014" y="0"/>
                    <a:pt x="2014" y="0"/>
                    <a:pt x="1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9">
              <a:extLst>
                <a:ext uri="{FF2B5EF4-FFF2-40B4-BE49-F238E27FC236}">
                  <a16:creationId xmlns:a16="http://schemas.microsoft.com/office/drawing/2014/main" id="{53C540A0-ED4B-BA5C-7DB7-9F5A5CA0ECA1}"/>
                </a:ext>
              </a:extLst>
            </p:cNvPr>
            <p:cNvSpPr/>
            <p:nvPr/>
          </p:nvSpPr>
          <p:spPr>
            <a:xfrm>
              <a:off x="8053125" y="2584800"/>
              <a:ext cx="82100" cy="13525"/>
            </a:xfrm>
            <a:custGeom>
              <a:avLst/>
              <a:gdLst/>
              <a:ahLst/>
              <a:cxnLst/>
              <a:rect l="l" t="t" r="r" b="b"/>
              <a:pathLst>
                <a:path w="3284" h="541" extrusionOk="0">
                  <a:moveTo>
                    <a:pt x="3284" y="1"/>
                  </a:moveTo>
                  <a:lnTo>
                    <a:pt x="1" y="540"/>
                  </a:lnTo>
                  <a:cubicBezTo>
                    <a:pt x="1095" y="540"/>
                    <a:pt x="2189" y="365"/>
                    <a:pt x="32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9">
              <a:extLst>
                <a:ext uri="{FF2B5EF4-FFF2-40B4-BE49-F238E27FC236}">
                  <a16:creationId xmlns:a16="http://schemas.microsoft.com/office/drawing/2014/main" id="{369CAD69-F37C-0067-1905-B27929E84453}"/>
                </a:ext>
              </a:extLst>
            </p:cNvPr>
            <p:cNvSpPr/>
            <p:nvPr/>
          </p:nvSpPr>
          <p:spPr>
            <a:xfrm>
              <a:off x="8044000" y="2575675"/>
              <a:ext cx="100350" cy="31775"/>
            </a:xfrm>
            <a:custGeom>
              <a:avLst/>
              <a:gdLst/>
              <a:ahLst/>
              <a:cxnLst/>
              <a:rect l="l" t="t" r="r" b="b"/>
              <a:pathLst>
                <a:path w="4014" h="1271" extrusionOk="0">
                  <a:moveTo>
                    <a:pt x="3474" y="1"/>
                  </a:moveTo>
                  <a:cubicBezTo>
                    <a:pt x="2379" y="366"/>
                    <a:pt x="1285" y="541"/>
                    <a:pt x="366" y="730"/>
                  </a:cubicBezTo>
                  <a:cubicBezTo>
                    <a:pt x="191" y="730"/>
                    <a:pt x="1" y="905"/>
                    <a:pt x="1" y="1095"/>
                  </a:cubicBezTo>
                  <a:cubicBezTo>
                    <a:pt x="1" y="1270"/>
                    <a:pt x="191" y="1270"/>
                    <a:pt x="366" y="1270"/>
                  </a:cubicBezTo>
                  <a:cubicBezTo>
                    <a:pt x="1460" y="1270"/>
                    <a:pt x="2554" y="1095"/>
                    <a:pt x="3649" y="730"/>
                  </a:cubicBezTo>
                  <a:cubicBezTo>
                    <a:pt x="3838" y="541"/>
                    <a:pt x="4014" y="366"/>
                    <a:pt x="3838" y="366"/>
                  </a:cubicBezTo>
                  <a:cubicBezTo>
                    <a:pt x="3838" y="176"/>
                    <a:pt x="3649" y="1"/>
                    <a:pt x="3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9">
              <a:extLst>
                <a:ext uri="{FF2B5EF4-FFF2-40B4-BE49-F238E27FC236}">
                  <a16:creationId xmlns:a16="http://schemas.microsoft.com/office/drawing/2014/main" id="{3D71F9C5-796E-7867-21E6-0064DFAD2769}"/>
                </a:ext>
              </a:extLst>
            </p:cNvPr>
            <p:cNvSpPr/>
            <p:nvPr/>
          </p:nvSpPr>
          <p:spPr>
            <a:xfrm>
              <a:off x="8262875" y="2525350"/>
              <a:ext cx="155075" cy="18250"/>
            </a:xfrm>
            <a:custGeom>
              <a:avLst/>
              <a:gdLst/>
              <a:ahLst/>
              <a:cxnLst/>
              <a:rect l="l" t="t" r="r" b="b"/>
              <a:pathLst>
                <a:path w="6203" h="730" extrusionOk="0">
                  <a:moveTo>
                    <a:pt x="366" y="0"/>
                  </a:moveTo>
                  <a:cubicBezTo>
                    <a:pt x="190" y="0"/>
                    <a:pt x="1" y="190"/>
                    <a:pt x="1" y="365"/>
                  </a:cubicBezTo>
                  <a:cubicBezTo>
                    <a:pt x="1" y="555"/>
                    <a:pt x="190" y="730"/>
                    <a:pt x="366" y="730"/>
                  </a:cubicBezTo>
                  <a:lnTo>
                    <a:pt x="5837" y="730"/>
                  </a:lnTo>
                  <a:cubicBezTo>
                    <a:pt x="6027" y="730"/>
                    <a:pt x="6202" y="555"/>
                    <a:pt x="6202" y="365"/>
                  </a:cubicBezTo>
                  <a:cubicBezTo>
                    <a:pt x="6202" y="190"/>
                    <a:pt x="6027" y="0"/>
                    <a:pt x="58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59">
              <a:extLst>
                <a:ext uri="{FF2B5EF4-FFF2-40B4-BE49-F238E27FC236}">
                  <a16:creationId xmlns:a16="http://schemas.microsoft.com/office/drawing/2014/main" id="{775ADC86-0E1E-872E-89CD-CA97F3E08E24}"/>
                </a:ext>
              </a:extLst>
            </p:cNvPr>
            <p:cNvSpPr/>
            <p:nvPr/>
          </p:nvSpPr>
          <p:spPr>
            <a:xfrm>
              <a:off x="8276750" y="2566550"/>
              <a:ext cx="72975" cy="13525"/>
            </a:xfrm>
            <a:custGeom>
              <a:avLst/>
              <a:gdLst/>
              <a:ahLst/>
              <a:cxnLst/>
              <a:rect l="l" t="t" r="r" b="b"/>
              <a:pathLst>
                <a:path w="2919" h="541" extrusionOk="0">
                  <a:moveTo>
                    <a:pt x="175" y="1"/>
                  </a:moveTo>
                  <a:cubicBezTo>
                    <a:pt x="175" y="1"/>
                    <a:pt x="0" y="176"/>
                    <a:pt x="0" y="366"/>
                  </a:cubicBezTo>
                  <a:cubicBezTo>
                    <a:pt x="0" y="541"/>
                    <a:pt x="175" y="541"/>
                    <a:pt x="175" y="541"/>
                  </a:cubicBezTo>
                  <a:lnTo>
                    <a:pt x="2554" y="541"/>
                  </a:lnTo>
                  <a:cubicBezTo>
                    <a:pt x="2729" y="541"/>
                    <a:pt x="2919" y="541"/>
                    <a:pt x="2919" y="366"/>
                  </a:cubicBezTo>
                  <a:cubicBezTo>
                    <a:pt x="2919" y="176"/>
                    <a:pt x="2729" y="1"/>
                    <a:pt x="2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9">
              <a:extLst>
                <a:ext uri="{FF2B5EF4-FFF2-40B4-BE49-F238E27FC236}">
                  <a16:creationId xmlns:a16="http://schemas.microsoft.com/office/drawing/2014/main" id="{0AA9C3BE-3D6E-38B8-10E6-624A9B816B7A}"/>
                </a:ext>
              </a:extLst>
            </p:cNvPr>
            <p:cNvSpPr/>
            <p:nvPr/>
          </p:nvSpPr>
          <p:spPr>
            <a:xfrm>
              <a:off x="7761300" y="2251750"/>
              <a:ext cx="141550" cy="59475"/>
            </a:xfrm>
            <a:custGeom>
              <a:avLst/>
              <a:gdLst/>
              <a:ahLst/>
              <a:cxnLst/>
              <a:rect l="l" t="t" r="r" b="b"/>
              <a:pathLst>
                <a:path w="5662" h="2379" extrusionOk="0">
                  <a:moveTo>
                    <a:pt x="5107" y="0"/>
                  </a:moveTo>
                  <a:cubicBezTo>
                    <a:pt x="3283" y="1824"/>
                    <a:pt x="365" y="1824"/>
                    <a:pt x="365" y="1824"/>
                  </a:cubicBezTo>
                  <a:cubicBezTo>
                    <a:pt x="190" y="1824"/>
                    <a:pt x="0" y="2014"/>
                    <a:pt x="0" y="2189"/>
                  </a:cubicBezTo>
                  <a:cubicBezTo>
                    <a:pt x="0" y="2379"/>
                    <a:pt x="190" y="2379"/>
                    <a:pt x="365" y="2379"/>
                  </a:cubicBezTo>
                  <a:cubicBezTo>
                    <a:pt x="365" y="2379"/>
                    <a:pt x="3473" y="2379"/>
                    <a:pt x="5472" y="555"/>
                  </a:cubicBezTo>
                  <a:cubicBezTo>
                    <a:pt x="5662" y="365"/>
                    <a:pt x="5662" y="190"/>
                    <a:pt x="56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9">
              <a:extLst>
                <a:ext uri="{FF2B5EF4-FFF2-40B4-BE49-F238E27FC236}">
                  <a16:creationId xmlns:a16="http://schemas.microsoft.com/office/drawing/2014/main" id="{968A176F-38D1-60AE-1565-A0B05DA48229}"/>
                </a:ext>
              </a:extLst>
            </p:cNvPr>
            <p:cNvSpPr/>
            <p:nvPr/>
          </p:nvSpPr>
          <p:spPr>
            <a:xfrm>
              <a:off x="7656600" y="2187900"/>
              <a:ext cx="31775" cy="77725"/>
            </a:xfrm>
            <a:custGeom>
              <a:avLst/>
              <a:gdLst/>
              <a:ahLst/>
              <a:cxnLst/>
              <a:rect l="l" t="t" r="r" b="b"/>
              <a:pathLst>
                <a:path w="1271" h="3109" extrusionOk="0">
                  <a:moveTo>
                    <a:pt x="176" y="1"/>
                  </a:moveTo>
                  <a:cubicBezTo>
                    <a:pt x="176" y="1"/>
                    <a:pt x="1" y="191"/>
                    <a:pt x="1" y="366"/>
                  </a:cubicBezTo>
                  <a:cubicBezTo>
                    <a:pt x="365" y="1285"/>
                    <a:pt x="540" y="2015"/>
                    <a:pt x="540" y="2744"/>
                  </a:cubicBezTo>
                  <a:cubicBezTo>
                    <a:pt x="540" y="2919"/>
                    <a:pt x="730" y="3109"/>
                    <a:pt x="905" y="3109"/>
                  </a:cubicBezTo>
                  <a:cubicBezTo>
                    <a:pt x="1095" y="3109"/>
                    <a:pt x="1270" y="2919"/>
                    <a:pt x="1270" y="2744"/>
                  </a:cubicBezTo>
                  <a:cubicBezTo>
                    <a:pt x="1095" y="1825"/>
                    <a:pt x="905" y="1095"/>
                    <a:pt x="730" y="191"/>
                  </a:cubicBezTo>
                  <a:cubicBezTo>
                    <a:pt x="540" y="1"/>
                    <a:pt x="36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9">
              <a:extLst>
                <a:ext uri="{FF2B5EF4-FFF2-40B4-BE49-F238E27FC236}">
                  <a16:creationId xmlns:a16="http://schemas.microsoft.com/office/drawing/2014/main" id="{A6AC403B-D9F0-D2E2-9B2B-C39A9D51EF79}"/>
                </a:ext>
              </a:extLst>
            </p:cNvPr>
            <p:cNvSpPr/>
            <p:nvPr/>
          </p:nvSpPr>
          <p:spPr>
            <a:xfrm>
              <a:off x="7538050" y="2311200"/>
              <a:ext cx="122950" cy="132075"/>
            </a:xfrm>
            <a:custGeom>
              <a:avLst/>
              <a:gdLst/>
              <a:ahLst/>
              <a:cxnLst/>
              <a:rect l="l" t="t" r="r" b="b"/>
              <a:pathLst>
                <a:path w="4918" h="5283" extrusionOk="0">
                  <a:moveTo>
                    <a:pt x="3458" y="1"/>
                  </a:moveTo>
                  <a:cubicBezTo>
                    <a:pt x="2729" y="1"/>
                    <a:pt x="1459" y="541"/>
                    <a:pt x="730" y="1095"/>
                  </a:cubicBezTo>
                  <a:cubicBezTo>
                    <a:pt x="0" y="1825"/>
                    <a:pt x="540" y="3459"/>
                    <a:pt x="540" y="3459"/>
                  </a:cubicBezTo>
                  <a:lnTo>
                    <a:pt x="730" y="3649"/>
                  </a:lnTo>
                  <a:cubicBezTo>
                    <a:pt x="905" y="3459"/>
                    <a:pt x="905" y="3459"/>
                    <a:pt x="905" y="3284"/>
                  </a:cubicBezTo>
                  <a:cubicBezTo>
                    <a:pt x="730" y="2919"/>
                    <a:pt x="540" y="1825"/>
                    <a:pt x="905" y="1270"/>
                  </a:cubicBezTo>
                  <a:cubicBezTo>
                    <a:pt x="1397" y="946"/>
                    <a:pt x="2603" y="335"/>
                    <a:pt x="3245" y="335"/>
                  </a:cubicBezTo>
                  <a:cubicBezTo>
                    <a:pt x="3326" y="335"/>
                    <a:pt x="3398" y="344"/>
                    <a:pt x="3458" y="366"/>
                  </a:cubicBezTo>
                  <a:cubicBezTo>
                    <a:pt x="3648" y="366"/>
                    <a:pt x="3648" y="541"/>
                    <a:pt x="3648" y="541"/>
                  </a:cubicBezTo>
                  <a:cubicBezTo>
                    <a:pt x="4013" y="1095"/>
                    <a:pt x="4553" y="4014"/>
                    <a:pt x="4553" y="4553"/>
                  </a:cubicBezTo>
                  <a:lnTo>
                    <a:pt x="4188" y="5108"/>
                  </a:lnTo>
                  <a:cubicBezTo>
                    <a:pt x="4188" y="5283"/>
                    <a:pt x="4378" y="5283"/>
                    <a:pt x="4378" y="5283"/>
                  </a:cubicBezTo>
                  <a:lnTo>
                    <a:pt x="4553" y="5283"/>
                  </a:lnTo>
                  <a:lnTo>
                    <a:pt x="4743" y="4743"/>
                  </a:lnTo>
                  <a:cubicBezTo>
                    <a:pt x="4918" y="4014"/>
                    <a:pt x="4188" y="1095"/>
                    <a:pt x="4013" y="366"/>
                  </a:cubicBezTo>
                  <a:cubicBezTo>
                    <a:pt x="3823" y="176"/>
                    <a:pt x="3823" y="176"/>
                    <a:pt x="34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9">
              <a:extLst>
                <a:ext uri="{FF2B5EF4-FFF2-40B4-BE49-F238E27FC236}">
                  <a16:creationId xmlns:a16="http://schemas.microsoft.com/office/drawing/2014/main" id="{143D5FC9-D5D7-66A6-BB26-C5D7644B7C4F}"/>
                </a:ext>
              </a:extLst>
            </p:cNvPr>
            <p:cNvSpPr/>
            <p:nvPr/>
          </p:nvSpPr>
          <p:spPr>
            <a:xfrm>
              <a:off x="8354075" y="2233500"/>
              <a:ext cx="1327125" cy="652275"/>
            </a:xfrm>
            <a:custGeom>
              <a:avLst/>
              <a:gdLst/>
              <a:ahLst/>
              <a:cxnLst/>
              <a:rect l="l" t="t" r="r" b="b"/>
              <a:pathLst>
                <a:path w="53085" h="26091" extrusionOk="0">
                  <a:moveTo>
                    <a:pt x="1" y="1"/>
                  </a:moveTo>
                  <a:lnTo>
                    <a:pt x="1" y="26091"/>
                  </a:lnTo>
                  <a:lnTo>
                    <a:pt x="53085" y="26091"/>
                  </a:lnTo>
                  <a:lnTo>
                    <a:pt x="5308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9">
              <a:extLst>
                <a:ext uri="{FF2B5EF4-FFF2-40B4-BE49-F238E27FC236}">
                  <a16:creationId xmlns:a16="http://schemas.microsoft.com/office/drawing/2014/main" id="{856A4236-92C7-A986-A6BD-2B569D3FBCFA}"/>
                </a:ext>
              </a:extLst>
            </p:cNvPr>
            <p:cNvSpPr/>
            <p:nvPr/>
          </p:nvSpPr>
          <p:spPr>
            <a:xfrm>
              <a:off x="8349700" y="2229125"/>
              <a:ext cx="1335900" cy="665775"/>
            </a:xfrm>
            <a:custGeom>
              <a:avLst/>
              <a:gdLst/>
              <a:ahLst/>
              <a:cxnLst/>
              <a:rect l="l" t="t" r="r" b="b"/>
              <a:pathLst>
                <a:path w="53436" h="26631" extrusionOk="0">
                  <a:moveTo>
                    <a:pt x="176" y="1"/>
                  </a:moveTo>
                  <a:cubicBezTo>
                    <a:pt x="1" y="1"/>
                    <a:pt x="1" y="1"/>
                    <a:pt x="1" y="176"/>
                  </a:cubicBezTo>
                  <a:lnTo>
                    <a:pt x="1" y="26266"/>
                  </a:lnTo>
                  <a:cubicBezTo>
                    <a:pt x="1" y="26441"/>
                    <a:pt x="1" y="26630"/>
                    <a:pt x="176" y="26630"/>
                  </a:cubicBezTo>
                  <a:lnTo>
                    <a:pt x="53260" y="26630"/>
                  </a:lnTo>
                  <a:cubicBezTo>
                    <a:pt x="53435" y="26630"/>
                    <a:pt x="53435" y="26441"/>
                    <a:pt x="53435" y="26266"/>
                  </a:cubicBezTo>
                  <a:cubicBezTo>
                    <a:pt x="53435" y="26076"/>
                    <a:pt x="53435" y="25901"/>
                    <a:pt x="53260" y="25901"/>
                  </a:cubicBezTo>
                  <a:lnTo>
                    <a:pt x="540" y="25901"/>
                  </a:lnTo>
                  <a:lnTo>
                    <a:pt x="540" y="541"/>
                  </a:lnTo>
                  <a:lnTo>
                    <a:pt x="53260" y="541"/>
                  </a:lnTo>
                  <a:cubicBezTo>
                    <a:pt x="53435" y="541"/>
                    <a:pt x="53435" y="366"/>
                    <a:pt x="53435" y="176"/>
                  </a:cubicBezTo>
                  <a:cubicBezTo>
                    <a:pt x="53435" y="1"/>
                    <a:pt x="53435" y="1"/>
                    <a:pt x="53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9">
              <a:extLst>
                <a:ext uri="{FF2B5EF4-FFF2-40B4-BE49-F238E27FC236}">
                  <a16:creationId xmlns:a16="http://schemas.microsoft.com/office/drawing/2014/main" id="{E1C104AA-9973-8C5B-A81E-900A435A4DB6}"/>
                </a:ext>
              </a:extLst>
            </p:cNvPr>
            <p:cNvSpPr/>
            <p:nvPr/>
          </p:nvSpPr>
          <p:spPr>
            <a:xfrm>
              <a:off x="8422650" y="2785425"/>
              <a:ext cx="59125" cy="59125"/>
            </a:xfrm>
            <a:custGeom>
              <a:avLst/>
              <a:gdLst/>
              <a:ahLst/>
              <a:cxnLst/>
              <a:rect l="l" t="t" r="r" b="b"/>
              <a:pathLst>
                <a:path w="2365" h="2365" extrusionOk="0">
                  <a:moveTo>
                    <a:pt x="1270" y="1"/>
                  </a:moveTo>
                  <a:cubicBezTo>
                    <a:pt x="541" y="1"/>
                    <a:pt x="1" y="366"/>
                    <a:pt x="1" y="1095"/>
                  </a:cubicBezTo>
                  <a:cubicBezTo>
                    <a:pt x="1" y="1825"/>
                    <a:pt x="541" y="2365"/>
                    <a:pt x="1270" y="2365"/>
                  </a:cubicBezTo>
                  <a:cubicBezTo>
                    <a:pt x="1825" y="2365"/>
                    <a:pt x="2365" y="1825"/>
                    <a:pt x="2365" y="1095"/>
                  </a:cubicBezTo>
                  <a:cubicBezTo>
                    <a:pt x="2365" y="366"/>
                    <a:pt x="1825" y="1"/>
                    <a:pt x="1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9">
              <a:extLst>
                <a:ext uri="{FF2B5EF4-FFF2-40B4-BE49-F238E27FC236}">
                  <a16:creationId xmlns:a16="http://schemas.microsoft.com/office/drawing/2014/main" id="{16F78EDF-5A90-5972-9294-37F053B6128E}"/>
                </a:ext>
              </a:extLst>
            </p:cNvPr>
            <p:cNvSpPr/>
            <p:nvPr/>
          </p:nvSpPr>
          <p:spPr>
            <a:xfrm>
              <a:off x="8413550" y="2776325"/>
              <a:ext cx="77350" cy="72975"/>
            </a:xfrm>
            <a:custGeom>
              <a:avLst/>
              <a:gdLst/>
              <a:ahLst/>
              <a:cxnLst/>
              <a:rect l="l" t="t" r="r" b="b"/>
              <a:pathLst>
                <a:path w="3094" h="2919" extrusionOk="0">
                  <a:moveTo>
                    <a:pt x="1634" y="540"/>
                  </a:moveTo>
                  <a:cubicBezTo>
                    <a:pt x="1999" y="540"/>
                    <a:pt x="2364" y="905"/>
                    <a:pt x="2364" y="1459"/>
                  </a:cubicBezTo>
                  <a:cubicBezTo>
                    <a:pt x="2364" y="1999"/>
                    <a:pt x="1999" y="2364"/>
                    <a:pt x="1634" y="2364"/>
                  </a:cubicBezTo>
                  <a:cubicBezTo>
                    <a:pt x="1094" y="2364"/>
                    <a:pt x="730" y="1999"/>
                    <a:pt x="730" y="1459"/>
                  </a:cubicBezTo>
                  <a:cubicBezTo>
                    <a:pt x="730" y="905"/>
                    <a:pt x="1094" y="540"/>
                    <a:pt x="1634" y="540"/>
                  </a:cubicBezTo>
                  <a:close/>
                  <a:moveTo>
                    <a:pt x="1634" y="0"/>
                  </a:moveTo>
                  <a:cubicBezTo>
                    <a:pt x="730" y="0"/>
                    <a:pt x="0" y="730"/>
                    <a:pt x="0" y="1459"/>
                  </a:cubicBezTo>
                  <a:cubicBezTo>
                    <a:pt x="0" y="2364"/>
                    <a:pt x="730" y="2918"/>
                    <a:pt x="1634" y="2918"/>
                  </a:cubicBezTo>
                  <a:cubicBezTo>
                    <a:pt x="2364" y="2918"/>
                    <a:pt x="3094" y="2364"/>
                    <a:pt x="3094" y="1459"/>
                  </a:cubicBezTo>
                  <a:cubicBezTo>
                    <a:pt x="3094" y="730"/>
                    <a:pt x="2364" y="0"/>
                    <a:pt x="1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9" name="Google Shape;1119;p59">
            <a:hlinkClick r:id="rId3" action="ppaction://hlinksldjump"/>
            <a:extLst>
              <a:ext uri="{FF2B5EF4-FFF2-40B4-BE49-F238E27FC236}">
                <a16:creationId xmlns:a16="http://schemas.microsoft.com/office/drawing/2014/main" id="{BDC1F735-821C-7399-774D-94C603C33E3E}"/>
              </a:ext>
            </a:extLst>
          </p:cNvPr>
          <p:cNvSpPr/>
          <p:nvPr/>
        </p:nvSpPr>
        <p:spPr>
          <a:xfrm rot="-10446401">
            <a:off x="7925254" y="379214"/>
            <a:ext cx="642242" cy="519381"/>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9">
            <a:extLst>
              <a:ext uri="{FF2B5EF4-FFF2-40B4-BE49-F238E27FC236}">
                <a16:creationId xmlns:a16="http://schemas.microsoft.com/office/drawing/2014/main" id="{8DA4BA8C-AE8A-C74E-F0BD-DC7267E6D3E9}"/>
              </a:ext>
            </a:extLst>
          </p:cNvPr>
          <p:cNvSpPr/>
          <p:nvPr/>
        </p:nvSpPr>
        <p:spPr>
          <a:xfrm>
            <a:off x="8099722" y="503736"/>
            <a:ext cx="293292" cy="270413"/>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5982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045"/>
                                        </p:tgtEl>
                                        <p:attrNameLst>
                                          <p:attrName>style.visibility</p:attrName>
                                        </p:attrNameLst>
                                      </p:cBhvr>
                                      <p:to>
                                        <p:strVal val="visible"/>
                                      </p:to>
                                    </p:set>
                                    <p:anim calcmode="lin" valueType="num">
                                      <p:cBhvr additive="base">
                                        <p:cTn id="7" dur="600"/>
                                        <p:tgtEl>
                                          <p:spTgt spid="1045"/>
                                        </p:tgtEl>
                                        <p:attrNameLst>
                                          <p:attrName>ppt_w</p:attrName>
                                        </p:attrNameLst>
                                      </p:cBhvr>
                                      <p:tavLst>
                                        <p:tav tm="0">
                                          <p:val>
                                            <p:strVal val="0"/>
                                          </p:val>
                                        </p:tav>
                                        <p:tav tm="100000">
                                          <p:val>
                                            <p:strVal val="#ppt_w"/>
                                          </p:val>
                                        </p:tav>
                                      </p:tavLst>
                                    </p:anim>
                                    <p:anim calcmode="lin" valueType="num">
                                      <p:cBhvr additive="base">
                                        <p:cTn id="8" dur="600"/>
                                        <p:tgtEl>
                                          <p:spTgt spid="1045"/>
                                        </p:tgtEl>
                                        <p:attrNameLst>
                                          <p:attrName>ppt_h</p:attrName>
                                        </p:attrNameLst>
                                      </p:cBhvr>
                                      <p:tavLst>
                                        <p:tav tm="0">
                                          <p:val>
                                            <p:strVal val="0"/>
                                          </p:val>
                                        </p:tav>
                                        <p:tav tm="100000">
                                          <p:val>
                                            <p:strVal val="#ppt_h"/>
                                          </p:val>
                                        </p:tav>
                                      </p:tavLst>
                                    </p:anim>
                                  </p:childTnLst>
                                </p:cTn>
                              </p:par>
                              <p:par>
                                <p:cTn id="9" presetID="2" presetClass="entr" presetSubtype="8" fill="hold" nodeType="withEffect">
                                  <p:stCondLst>
                                    <p:cond delay="0"/>
                                  </p:stCondLst>
                                  <p:childTnLst>
                                    <p:set>
                                      <p:cBhvr>
                                        <p:cTn id="10" dur="1" fill="hold">
                                          <p:stCondLst>
                                            <p:cond delay="0"/>
                                          </p:stCondLst>
                                        </p:cTn>
                                        <p:tgtEl>
                                          <p:spTgt spid="1084"/>
                                        </p:tgtEl>
                                        <p:attrNameLst>
                                          <p:attrName>style.visibility</p:attrName>
                                        </p:attrNameLst>
                                      </p:cBhvr>
                                      <p:to>
                                        <p:strVal val="visible"/>
                                      </p:to>
                                    </p:set>
                                    <p:anim calcmode="lin" valueType="num">
                                      <p:cBhvr additive="base">
                                        <p:cTn id="11" dur="600"/>
                                        <p:tgtEl>
                                          <p:spTgt spid="1084"/>
                                        </p:tgtEl>
                                        <p:attrNameLst>
                                          <p:attrName>ppt_x</p:attrName>
                                        </p:attrNameLst>
                                      </p:cBhvr>
                                      <p:tavLst>
                                        <p:tav tm="0">
                                          <p:val>
                                            <p:strVal val="#ppt_x-1"/>
                                          </p:val>
                                        </p:tav>
                                        <p:tav tm="100000">
                                          <p:val>
                                            <p:strVal val="#ppt_x"/>
                                          </p:val>
                                        </p:tav>
                                      </p:tavLst>
                                    </p:anim>
                                  </p:childTnLst>
                                </p:cTn>
                              </p:par>
                              <p:par>
                                <p:cTn id="12" presetID="2" presetClass="entr" presetSubtype="2" fill="hold" nodeType="withEffect">
                                  <p:stCondLst>
                                    <p:cond delay="0"/>
                                  </p:stCondLst>
                                  <p:childTnLst>
                                    <p:set>
                                      <p:cBhvr>
                                        <p:cTn id="13" dur="1" fill="hold">
                                          <p:stCondLst>
                                            <p:cond delay="0"/>
                                          </p:stCondLst>
                                        </p:cTn>
                                        <p:tgtEl>
                                          <p:spTgt spid="1049"/>
                                        </p:tgtEl>
                                        <p:attrNameLst>
                                          <p:attrName>style.visibility</p:attrName>
                                        </p:attrNameLst>
                                      </p:cBhvr>
                                      <p:to>
                                        <p:strVal val="visible"/>
                                      </p:to>
                                    </p:set>
                                    <p:anim calcmode="lin" valueType="num">
                                      <p:cBhvr additive="base">
                                        <p:cTn id="14" dur="600"/>
                                        <p:tgtEl>
                                          <p:spTgt spid="104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1095;p114">
            <a:extLst>
              <a:ext uri="{FF2B5EF4-FFF2-40B4-BE49-F238E27FC236}">
                <a16:creationId xmlns:a16="http://schemas.microsoft.com/office/drawing/2014/main" id="{EBE82EB8-ED5E-6E0A-E2BA-EDDCE1018D34}"/>
              </a:ext>
            </a:extLst>
          </p:cNvPr>
          <p:cNvGrpSpPr/>
          <p:nvPr/>
        </p:nvGrpSpPr>
        <p:grpSpPr>
          <a:xfrm>
            <a:off x="3240505" y="1764202"/>
            <a:ext cx="2486526" cy="1615096"/>
            <a:chOff x="3829575" y="3506750"/>
            <a:chExt cx="1067250" cy="871200"/>
          </a:xfrm>
        </p:grpSpPr>
        <p:sp>
          <p:nvSpPr>
            <p:cNvPr id="3" name="Google Shape;11096;p114">
              <a:extLst>
                <a:ext uri="{FF2B5EF4-FFF2-40B4-BE49-F238E27FC236}">
                  <a16:creationId xmlns:a16="http://schemas.microsoft.com/office/drawing/2014/main" id="{9B0FA9A6-ABE0-F633-C5A9-1F385D38527B}"/>
                </a:ext>
              </a:extLst>
            </p:cNvPr>
            <p:cNvSpPr/>
            <p:nvPr/>
          </p:nvSpPr>
          <p:spPr>
            <a:xfrm>
              <a:off x="3849575" y="3575425"/>
              <a:ext cx="1031575" cy="742500"/>
            </a:xfrm>
            <a:custGeom>
              <a:avLst/>
              <a:gdLst/>
              <a:ahLst/>
              <a:cxnLst/>
              <a:rect l="l" t="t" r="r" b="b"/>
              <a:pathLst>
                <a:path w="41263" h="29700" extrusionOk="0">
                  <a:moveTo>
                    <a:pt x="15057" y="1"/>
                  </a:moveTo>
                  <a:cubicBezTo>
                    <a:pt x="10401" y="1"/>
                    <a:pt x="7375" y="3015"/>
                    <a:pt x="7375" y="3015"/>
                  </a:cubicBezTo>
                  <a:cubicBezTo>
                    <a:pt x="2855" y="7962"/>
                    <a:pt x="1" y="16031"/>
                    <a:pt x="4828" y="21579"/>
                  </a:cubicBezTo>
                  <a:cubicBezTo>
                    <a:pt x="9656" y="27113"/>
                    <a:pt x="14537" y="27806"/>
                    <a:pt x="21392" y="29127"/>
                  </a:cubicBezTo>
                  <a:cubicBezTo>
                    <a:pt x="23382" y="29507"/>
                    <a:pt x="25219" y="29700"/>
                    <a:pt x="26916" y="29700"/>
                  </a:cubicBezTo>
                  <a:cubicBezTo>
                    <a:pt x="31052" y="29700"/>
                    <a:pt x="34352" y="28553"/>
                    <a:pt x="36982" y="26179"/>
                  </a:cubicBezTo>
                  <a:cubicBezTo>
                    <a:pt x="41263" y="22325"/>
                    <a:pt x="41089" y="13470"/>
                    <a:pt x="34542" y="10323"/>
                  </a:cubicBezTo>
                  <a:cubicBezTo>
                    <a:pt x="32488" y="9336"/>
                    <a:pt x="30061" y="9029"/>
                    <a:pt x="28260" y="7642"/>
                  </a:cubicBezTo>
                  <a:cubicBezTo>
                    <a:pt x="24846" y="5001"/>
                    <a:pt x="22072" y="881"/>
                    <a:pt x="16577" y="107"/>
                  </a:cubicBezTo>
                  <a:cubicBezTo>
                    <a:pt x="16053" y="34"/>
                    <a:pt x="15546" y="1"/>
                    <a:pt x="150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1097;p114">
              <a:extLst>
                <a:ext uri="{FF2B5EF4-FFF2-40B4-BE49-F238E27FC236}">
                  <a16:creationId xmlns:a16="http://schemas.microsoft.com/office/drawing/2014/main" id="{57161754-7EAB-0D58-B369-FBBE923FBB02}"/>
                </a:ext>
              </a:extLst>
            </p:cNvPr>
            <p:cNvSpPr/>
            <p:nvPr/>
          </p:nvSpPr>
          <p:spPr>
            <a:xfrm>
              <a:off x="3907600" y="3575425"/>
              <a:ext cx="939200" cy="742500"/>
            </a:xfrm>
            <a:custGeom>
              <a:avLst/>
              <a:gdLst/>
              <a:ahLst/>
              <a:cxnLst/>
              <a:rect l="l" t="t" r="r" b="b"/>
              <a:pathLst>
                <a:path w="37568" h="29700" extrusionOk="0">
                  <a:moveTo>
                    <a:pt x="3230" y="14965"/>
                  </a:moveTo>
                  <a:lnTo>
                    <a:pt x="3230" y="14965"/>
                  </a:lnTo>
                  <a:cubicBezTo>
                    <a:pt x="3225" y="14969"/>
                    <a:pt x="3219" y="14973"/>
                    <a:pt x="3214" y="14977"/>
                  </a:cubicBezTo>
                  <a:lnTo>
                    <a:pt x="3214" y="14991"/>
                  </a:lnTo>
                  <a:cubicBezTo>
                    <a:pt x="3219" y="14982"/>
                    <a:pt x="3225" y="14973"/>
                    <a:pt x="3230" y="14965"/>
                  </a:cubicBezTo>
                  <a:close/>
                  <a:moveTo>
                    <a:pt x="3346" y="15128"/>
                  </a:moveTo>
                  <a:cubicBezTo>
                    <a:pt x="3337" y="15131"/>
                    <a:pt x="3329" y="15134"/>
                    <a:pt x="3320" y="15137"/>
                  </a:cubicBezTo>
                  <a:lnTo>
                    <a:pt x="3334" y="15137"/>
                  </a:lnTo>
                  <a:cubicBezTo>
                    <a:pt x="3338" y="15134"/>
                    <a:pt x="3342" y="15131"/>
                    <a:pt x="3346" y="15128"/>
                  </a:cubicBezTo>
                  <a:close/>
                  <a:moveTo>
                    <a:pt x="2667" y="14617"/>
                  </a:moveTo>
                  <a:cubicBezTo>
                    <a:pt x="2587" y="14737"/>
                    <a:pt x="2467" y="14831"/>
                    <a:pt x="2321" y="14870"/>
                  </a:cubicBezTo>
                  <a:cubicBezTo>
                    <a:pt x="2161" y="14911"/>
                    <a:pt x="2001" y="14937"/>
                    <a:pt x="1827" y="14937"/>
                  </a:cubicBezTo>
                  <a:cubicBezTo>
                    <a:pt x="1761" y="14937"/>
                    <a:pt x="1681" y="14937"/>
                    <a:pt x="1613" y="14923"/>
                  </a:cubicBezTo>
                  <a:cubicBezTo>
                    <a:pt x="1494" y="15284"/>
                    <a:pt x="1400" y="15657"/>
                    <a:pt x="1334" y="16044"/>
                  </a:cubicBezTo>
                  <a:lnTo>
                    <a:pt x="1334" y="16070"/>
                  </a:lnTo>
                  <a:lnTo>
                    <a:pt x="1334" y="16084"/>
                  </a:lnTo>
                  <a:lnTo>
                    <a:pt x="1414" y="16084"/>
                  </a:lnTo>
                  <a:cubicBezTo>
                    <a:pt x="1547" y="15884"/>
                    <a:pt x="1707" y="15724"/>
                    <a:pt x="1894" y="15724"/>
                  </a:cubicBezTo>
                  <a:cubicBezTo>
                    <a:pt x="1947" y="15724"/>
                    <a:pt x="2001" y="15737"/>
                    <a:pt x="2040" y="15750"/>
                  </a:cubicBezTo>
                  <a:cubicBezTo>
                    <a:pt x="2134" y="15791"/>
                    <a:pt x="2200" y="15844"/>
                    <a:pt x="2241" y="15937"/>
                  </a:cubicBezTo>
                  <a:cubicBezTo>
                    <a:pt x="2440" y="15670"/>
                    <a:pt x="2680" y="15417"/>
                    <a:pt x="2934" y="15204"/>
                  </a:cubicBezTo>
                  <a:cubicBezTo>
                    <a:pt x="2814" y="15030"/>
                    <a:pt x="2721" y="14831"/>
                    <a:pt x="2667" y="14617"/>
                  </a:cubicBezTo>
                  <a:close/>
                  <a:moveTo>
                    <a:pt x="1814" y="16564"/>
                  </a:moveTo>
                  <a:lnTo>
                    <a:pt x="1814" y="16564"/>
                  </a:lnTo>
                  <a:cubicBezTo>
                    <a:pt x="1787" y="16577"/>
                    <a:pt x="1747" y="16591"/>
                    <a:pt x="1707" y="16604"/>
                  </a:cubicBezTo>
                  <a:lnTo>
                    <a:pt x="1707" y="16671"/>
                  </a:lnTo>
                  <a:cubicBezTo>
                    <a:pt x="1707" y="16724"/>
                    <a:pt x="1693" y="16764"/>
                    <a:pt x="1693" y="16817"/>
                  </a:cubicBezTo>
                  <a:cubicBezTo>
                    <a:pt x="1734" y="16737"/>
                    <a:pt x="1773" y="16644"/>
                    <a:pt x="1814" y="16564"/>
                  </a:cubicBezTo>
                  <a:close/>
                  <a:moveTo>
                    <a:pt x="1213" y="17044"/>
                  </a:moveTo>
                  <a:cubicBezTo>
                    <a:pt x="1187" y="17217"/>
                    <a:pt x="1187" y="17391"/>
                    <a:pt x="1174" y="17578"/>
                  </a:cubicBezTo>
                  <a:cubicBezTo>
                    <a:pt x="1160" y="17831"/>
                    <a:pt x="1160" y="18085"/>
                    <a:pt x="1160" y="18337"/>
                  </a:cubicBezTo>
                  <a:lnTo>
                    <a:pt x="1174" y="18351"/>
                  </a:lnTo>
                  <a:cubicBezTo>
                    <a:pt x="1201" y="18231"/>
                    <a:pt x="1227" y="18111"/>
                    <a:pt x="1267" y="17991"/>
                  </a:cubicBezTo>
                  <a:cubicBezTo>
                    <a:pt x="1320" y="17751"/>
                    <a:pt x="1400" y="17511"/>
                    <a:pt x="1494" y="17271"/>
                  </a:cubicBezTo>
                  <a:cubicBezTo>
                    <a:pt x="1387" y="17204"/>
                    <a:pt x="1293" y="17124"/>
                    <a:pt x="1213" y="17044"/>
                  </a:cubicBezTo>
                  <a:close/>
                  <a:moveTo>
                    <a:pt x="12736" y="1"/>
                  </a:moveTo>
                  <a:cubicBezTo>
                    <a:pt x="8082" y="1"/>
                    <a:pt x="5054" y="3015"/>
                    <a:pt x="5054" y="3015"/>
                  </a:cubicBezTo>
                  <a:cubicBezTo>
                    <a:pt x="2187" y="6148"/>
                    <a:pt x="0" y="10522"/>
                    <a:pt x="0" y="14724"/>
                  </a:cubicBezTo>
                  <a:cubicBezTo>
                    <a:pt x="0" y="15951"/>
                    <a:pt x="187" y="17151"/>
                    <a:pt x="587" y="18298"/>
                  </a:cubicBezTo>
                  <a:cubicBezTo>
                    <a:pt x="653" y="18231"/>
                    <a:pt x="747" y="18191"/>
                    <a:pt x="854" y="18191"/>
                  </a:cubicBezTo>
                  <a:cubicBezTo>
                    <a:pt x="854" y="17978"/>
                    <a:pt x="867" y="17765"/>
                    <a:pt x="880" y="17551"/>
                  </a:cubicBezTo>
                  <a:cubicBezTo>
                    <a:pt x="893" y="17271"/>
                    <a:pt x="920" y="16991"/>
                    <a:pt x="960" y="16698"/>
                  </a:cubicBezTo>
                  <a:cubicBezTo>
                    <a:pt x="960" y="16698"/>
                    <a:pt x="947" y="16684"/>
                    <a:pt x="947" y="16671"/>
                  </a:cubicBezTo>
                  <a:cubicBezTo>
                    <a:pt x="733" y="16618"/>
                    <a:pt x="520" y="16524"/>
                    <a:pt x="347" y="16390"/>
                  </a:cubicBezTo>
                  <a:cubicBezTo>
                    <a:pt x="187" y="16271"/>
                    <a:pt x="134" y="16124"/>
                    <a:pt x="134" y="15990"/>
                  </a:cubicBezTo>
                  <a:cubicBezTo>
                    <a:pt x="134" y="15817"/>
                    <a:pt x="253" y="15644"/>
                    <a:pt x="454" y="15617"/>
                  </a:cubicBezTo>
                  <a:cubicBezTo>
                    <a:pt x="480" y="15604"/>
                    <a:pt x="507" y="15604"/>
                    <a:pt x="534" y="15604"/>
                  </a:cubicBezTo>
                  <a:cubicBezTo>
                    <a:pt x="760" y="15604"/>
                    <a:pt x="893" y="15804"/>
                    <a:pt x="973" y="16044"/>
                  </a:cubicBezTo>
                  <a:lnTo>
                    <a:pt x="1014" y="16204"/>
                  </a:lnTo>
                  <a:lnTo>
                    <a:pt x="1053" y="16164"/>
                  </a:lnTo>
                  <a:cubicBezTo>
                    <a:pt x="1067" y="16111"/>
                    <a:pt x="1067" y="16044"/>
                    <a:pt x="1080" y="15990"/>
                  </a:cubicBezTo>
                  <a:cubicBezTo>
                    <a:pt x="1160" y="15604"/>
                    <a:pt x="1254" y="15231"/>
                    <a:pt x="1373" y="14870"/>
                  </a:cubicBezTo>
                  <a:cubicBezTo>
                    <a:pt x="1147" y="14790"/>
                    <a:pt x="947" y="14657"/>
                    <a:pt x="787" y="14484"/>
                  </a:cubicBezTo>
                  <a:cubicBezTo>
                    <a:pt x="680" y="14363"/>
                    <a:pt x="627" y="14244"/>
                    <a:pt x="627" y="14123"/>
                  </a:cubicBezTo>
                  <a:cubicBezTo>
                    <a:pt x="627" y="13924"/>
                    <a:pt x="787" y="13737"/>
                    <a:pt x="1014" y="13737"/>
                  </a:cubicBezTo>
                  <a:lnTo>
                    <a:pt x="1027" y="13737"/>
                  </a:lnTo>
                  <a:cubicBezTo>
                    <a:pt x="1307" y="13737"/>
                    <a:pt x="1414" y="13977"/>
                    <a:pt x="1453" y="14244"/>
                  </a:cubicBezTo>
                  <a:cubicBezTo>
                    <a:pt x="1480" y="14337"/>
                    <a:pt x="1480" y="14443"/>
                    <a:pt x="1494" y="14537"/>
                  </a:cubicBezTo>
                  <a:cubicBezTo>
                    <a:pt x="1667" y="14070"/>
                    <a:pt x="1880" y="13616"/>
                    <a:pt x="2147" y="13177"/>
                  </a:cubicBezTo>
                  <a:cubicBezTo>
                    <a:pt x="1947" y="13030"/>
                    <a:pt x="1773" y="12843"/>
                    <a:pt x="1667" y="12617"/>
                  </a:cubicBezTo>
                  <a:cubicBezTo>
                    <a:pt x="1613" y="12537"/>
                    <a:pt x="1601" y="12443"/>
                    <a:pt x="1601" y="12363"/>
                  </a:cubicBezTo>
                  <a:cubicBezTo>
                    <a:pt x="1601" y="12123"/>
                    <a:pt x="1773" y="11963"/>
                    <a:pt x="1987" y="11963"/>
                  </a:cubicBezTo>
                  <a:cubicBezTo>
                    <a:pt x="2013" y="11963"/>
                    <a:pt x="2054" y="11963"/>
                    <a:pt x="2093" y="11977"/>
                  </a:cubicBezTo>
                  <a:cubicBezTo>
                    <a:pt x="2321" y="12030"/>
                    <a:pt x="2387" y="12217"/>
                    <a:pt x="2387" y="12430"/>
                  </a:cubicBezTo>
                  <a:cubicBezTo>
                    <a:pt x="2387" y="12483"/>
                    <a:pt x="2387" y="12537"/>
                    <a:pt x="2374" y="12590"/>
                  </a:cubicBezTo>
                  <a:cubicBezTo>
                    <a:pt x="2360" y="12697"/>
                    <a:pt x="2334" y="12816"/>
                    <a:pt x="2307" y="12937"/>
                  </a:cubicBezTo>
                  <a:cubicBezTo>
                    <a:pt x="2574" y="12537"/>
                    <a:pt x="2881" y="12163"/>
                    <a:pt x="3214" y="11829"/>
                  </a:cubicBezTo>
                  <a:cubicBezTo>
                    <a:pt x="3054" y="11643"/>
                    <a:pt x="2947" y="11416"/>
                    <a:pt x="2881" y="11176"/>
                  </a:cubicBezTo>
                  <a:cubicBezTo>
                    <a:pt x="2881" y="11123"/>
                    <a:pt x="2867" y="11083"/>
                    <a:pt x="2867" y="11043"/>
                  </a:cubicBezTo>
                  <a:cubicBezTo>
                    <a:pt x="2867" y="10776"/>
                    <a:pt x="3054" y="10602"/>
                    <a:pt x="3267" y="10602"/>
                  </a:cubicBezTo>
                  <a:cubicBezTo>
                    <a:pt x="3334" y="10602"/>
                    <a:pt x="3400" y="10616"/>
                    <a:pt x="3468" y="10656"/>
                  </a:cubicBezTo>
                  <a:cubicBezTo>
                    <a:pt x="3601" y="10736"/>
                    <a:pt x="3654" y="10856"/>
                    <a:pt x="3654" y="10990"/>
                  </a:cubicBezTo>
                  <a:cubicBezTo>
                    <a:pt x="3654" y="11096"/>
                    <a:pt x="3628" y="11203"/>
                    <a:pt x="3587" y="11310"/>
                  </a:cubicBezTo>
                  <a:cubicBezTo>
                    <a:pt x="3548" y="11416"/>
                    <a:pt x="3507" y="11509"/>
                    <a:pt x="3454" y="11616"/>
                  </a:cubicBezTo>
                  <a:cubicBezTo>
                    <a:pt x="3574" y="11497"/>
                    <a:pt x="3694" y="11390"/>
                    <a:pt x="3814" y="11283"/>
                  </a:cubicBezTo>
                  <a:lnTo>
                    <a:pt x="4334" y="10883"/>
                  </a:lnTo>
                  <a:cubicBezTo>
                    <a:pt x="4161" y="10682"/>
                    <a:pt x="4041" y="10456"/>
                    <a:pt x="3974" y="10202"/>
                  </a:cubicBezTo>
                  <a:cubicBezTo>
                    <a:pt x="3974" y="10149"/>
                    <a:pt x="3961" y="10110"/>
                    <a:pt x="3961" y="10056"/>
                  </a:cubicBezTo>
                  <a:cubicBezTo>
                    <a:pt x="3961" y="9789"/>
                    <a:pt x="4147" y="9616"/>
                    <a:pt x="4361" y="9616"/>
                  </a:cubicBezTo>
                  <a:cubicBezTo>
                    <a:pt x="4428" y="9616"/>
                    <a:pt x="4494" y="9642"/>
                    <a:pt x="4561" y="9683"/>
                  </a:cubicBezTo>
                  <a:cubicBezTo>
                    <a:pt x="4695" y="9749"/>
                    <a:pt x="4761" y="9882"/>
                    <a:pt x="4761" y="10016"/>
                  </a:cubicBezTo>
                  <a:cubicBezTo>
                    <a:pt x="4761" y="10122"/>
                    <a:pt x="4721" y="10229"/>
                    <a:pt x="4681" y="10336"/>
                  </a:cubicBezTo>
                  <a:cubicBezTo>
                    <a:pt x="4615" y="10496"/>
                    <a:pt x="4547" y="10656"/>
                    <a:pt x="4467" y="10803"/>
                  </a:cubicBezTo>
                  <a:cubicBezTo>
                    <a:pt x="4561" y="10723"/>
                    <a:pt x="4668" y="10656"/>
                    <a:pt x="4775" y="10576"/>
                  </a:cubicBezTo>
                  <a:lnTo>
                    <a:pt x="4867" y="10522"/>
                  </a:lnTo>
                  <a:lnTo>
                    <a:pt x="5095" y="10362"/>
                  </a:lnTo>
                  <a:lnTo>
                    <a:pt x="5175" y="10309"/>
                  </a:lnTo>
                  <a:lnTo>
                    <a:pt x="5588" y="10042"/>
                  </a:lnTo>
                  <a:lnTo>
                    <a:pt x="5694" y="9976"/>
                  </a:lnTo>
                  <a:cubicBezTo>
                    <a:pt x="5521" y="9776"/>
                    <a:pt x="5401" y="9549"/>
                    <a:pt x="5348" y="9296"/>
                  </a:cubicBezTo>
                  <a:cubicBezTo>
                    <a:pt x="5335" y="9242"/>
                    <a:pt x="5321" y="9203"/>
                    <a:pt x="5321" y="9162"/>
                  </a:cubicBezTo>
                  <a:cubicBezTo>
                    <a:pt x="5321" y="8895"/>
                    <a:pt x="5508" y="8723"/>
                    <a:pt x="5721" y="8723"/>
                  </a:cubicBezTo>
                  <a:cubicBezTo>
                    <a:pt x="5788" y="8723"/>
                    <a:pt x="5854" y="8735"/>
                    <a:pt x="5922" y="8776"/>
                  </a:cubicBezTo>
                  <a:cubicBezTo>
                    <a:pt x="6068" y="8856"/>
                    <a:pt x="6121" y="8975"/>
                    <a:pt x="6121" y="9109"/>
                  </a:cubicBezTo>
                  <a:cubicBezTo>
                    <a:pt x="6121" y="9215"/>
                    <a:pt x="6082" y="9322"/>
                    <a:pt x="6041" y="9429"/>
                  </a:cubicBezTo>
                  <a:cubicBezTo>
                    <a:pt x="5975" y="9589"/>
                    <a:pt x="5908" y="9749"/>
                    <a:pt x="5815" y="9896"/>
                  </a:cubicBezTo>
                  <a:lnTo>
                    <a:pt x="5961" y="9789"/>
                  </a:lnTo>
                  <a:lnTo>
                    <a:pt x="6094" y="9696"/>
                  </a:lnTo>
                  <a:cubicBezTo>
                    <a:pt x="6188" y="9642"/>
                    <a:pt x="6281" y="9576"/>
                    <a:pt x="6361" y="9509"/>
                  </a:cubicBezTo>
                  <a:cubicBezTo>
                    <a:pt x="6402" y="9482"/>
                    <a:pt x="6441" y="9456"/>
                    <a:pt x="6468" y="9429"/>
                  </a:cubicBezTo>
                  <a:cubicBezTo>
                    <a:pt x="6535" y="9389"/>
                    <a:pt x="6601" y="9336"/>
                    <a:pt x="6654" y="9296"/>
                  </a:cubicBezTo>
                  <a:lnTo>
                    <a:pt x="6761" y="9203"/>
                  </a:lnTo>
                  <a:lnTo>
                    <a:pt x="6855" y="9123"/>
                  </a:lnTo>
                  <a:cubicBezTo>
                    <a:pt x="6668" y="8922"/>
                    <a:pt x="6548" y="8682"/>
                    <a:pt x="6482" y="8429"/>
                  </a:cubicBezTo>
                  <a:cubicBezTo>
                    <a:pt x="6468" y="8376"/>
                    <a:pt x="6468" y="8322"/>
                    <a:pt x="6468" y="8282"/>
                  </a:cubicBezTo>
                  <a:cubicBezTo>
                    <a:pt x="6468" y="8015"/>
                    <a:pt x="6654" y="7842"/>
                    <a:pt x="6868" y="7842"/>
                  </a:cubicBezTo>
                  <a:cubicBezTo>
                    <a:pt x="6935" y="7842"/>
                    <a:pt x="7001" y="7869"/>
                    <a:pt x="7068" y="7896"/>
                  </a:cubicBezTo>
                  <a:cubicBezTo>
                    <a:pt x="7202" y="7976"/>
                    <a:pt x="7255" y="8095"/>
                    <a:pt x="7255" y="8242"/>
                  </a:cubicBezTo>
                  <a:cubicBezTo>
                    <a:pt x="7255" y="8335"/>
                    <a:pt x="7228" y="8456"/>
                    <a:pt x="7188" y="8563"/>
                  </a:cubicBezTo>
                  <a:cubicBezTo>
                    <a:pt x="7122" y="8723"/>
                    <a:pt x="7042" y="8883"/>
                    <a:pt x="6948" y="9029"/>
                  </a:cubicBezTo>
                  <a:lnTo>
                    <a:pt x="7001" y="8989"/>
                  </a:lnTo>
                  <a:cubicBezTo>
                    <a:pt x="7389" y="8655"/>
                    <a:pt x="7748" y="8269"/>
                    <a:pt x="8068" y="7869"/>
                  </a:cubicBezTo>
                  <a:cubicBezTo>
                    <a:pt x="8388" y="7455"/>
                    <a:pt x="8669" y="7002"/>
                    <a:pt x="8868" y="6522"/>
                  </a:cubicBezTo>
                  <a:lnTo>
                    <a:pt x="8868" y="6522"/>
                  </a:lnTo>
                  <a:cubicBezTo>
                    <a:pt x="8669" y="7016"/>
                    <a:pt x="8415" y="7469"/>
                    <a:pt x="8095" y="7882"/>
                  </a:cubicBezTo>
                  <a:cubicBezTo>
                    <a:pt x="8015" y="7989"/>
                    <a:pt x="7922" y="8095"/>
                    <a:pt x="7855" y="8189"/>
                  </a:cubicBezTo>
                  <a:cubicBezTo>
                    <a:pt x="7789" y="8269"/>
                    <a:pt x="7709" y="8362"/>
                    <a:pt x="7641" y="8442"/>
                  </a:cubicBezTo>
                  <a:lnTo>
                    <a:pt x="7602" y="8483"/>
                  </a:lnTo>
                  <a:cubicBezTo>
                    <a:pt x="7428" y="8669"/>
                    <a:pt x="7241" y="8856"/>
                    <a:pt x="7055" y="9029"/>
                  </a:cubicBezTo>
                  <a:cubicBezTo>
                    <a:pt x="7202" y="8963"/>
                    <a:pt x="7362" y="8909"/>
                    <a:pt x="7508" y="8856"/>
                  </a:cubicBezTo>
                  <a:cubicBezTo>
                    <a:pt x="7615" y="8829"/>
                    <a:pt x="7721" y="8803"/>
                    <a:pt x="7828" y="8803"/>
                  </a:cubicBezTo>
                  <a:cubicBezTo>
                    <a:pt x="7988" y="8803"/>
                    <a:pt x="8121" y="8856"/>
                    <a:pt x="8201" y="9002"/>
                  </a:cubicBezTo>
                  <a:cubicBezTo>
                    <a:pt x="8242" y="9069"/>
                    <a:pt x="8255" y="9123"/>
                    <a:pt x="8255" y="9176"/>
                  </a:cubicBezTo>
                  <a:cubicBezTo>
                    <a:pt x="8255" y="9376"/>
                    <a:pt x="8068" y="9549"/>
                    <a:pt x="7801" y="9549"/>
                  </a:cubicBezTo>
                  <a:cubicBezTo>
                    <a:pt x="7748" y="9549"/>
                    <a:pt x="7682" y="9536"/>
                    <a:pt x="7615" y="9523"/>
                  </a:cubicBezTo>
                  <a:cubicBezTo>
                    <a:pt x="7362" y="9456"/>
                    <a:pt x="7122" y="9336"/>
                    <a:pt x="6908" y="9162"/>
                  </a:cubicBezTo>
                  <a:cubicBezTo>
                    <a:pt x="6855" y="9215"/>
                    <a:pt x="6802" y="9256"/>
                    <a:pt x="6748" y="9309"/>
                  </a:cubicBezTo>
                  <a:cubicBezTo>
                    <a:pt x="6642" y="9389"/>
                    <a:pt x="6548" y="9469"/>
                    <a:pt x="6441" y="9549"/>
                  </a:cubicBezTo>
                  <a:cubicBezTo>
                    <a:pt x="6361" y="9616"/>
                    <a:pt x="6268" y="9683"/>
                    <a:pt x="6188" y="9749"/>
                  </a:cubicBezTo>
                  <a:lnTo>
                    <a:pt x="6041" y="9843"/>
                  </a:lnTo>
                  <a:cubicBezTo>
                    <a:pt x="6148" y="9802"/>
                    <a:pt x="6254" y="9763"/>
                    <a:pt x="6361" y="9736"/>
                  </a:cubicBezTo>
                  <a:cubicBezTo>
                    <a:pt x="6468" y="9696"/>
                    <a:pt x="6574" y="9683"/>
                    <a:pt x="6681" y="9683"/>
                  </a:cubicBezTo>
                  <a:cubicBezTo>
                    <a:pt x="6841" y="9683"/>
                    <a:pt x="6975" y="9736"/>
                    <a:pt x="7068" y="9882"/>
                  </a:cubicBezTo>
                  <a:cubicBezTo>
                    <a:pt x="7095" y="9936"/>
                    <a:pt x="7108" y="10003"/>
                    <a:pt x="7108" y="10056"/>
                  </a:cubicBezTo>
                  <a:cubicBezTo>
                    <a:pt x="7108" y="10256"/>
                    <a:pt x="6935" y="10416"/>
                    <a:pt x="6654" y="10416"/>
                  </a:cubicBezTo>
                  <a:cubicBezTo>
                    <a:pt x="6601" y="10416"/>
                    <a:pt x="6535" y="10416"/>
                    <a:pt x="6482" y="10403"/>
                  </a:cubicBezTo>
                  <a:cubicBezTo>
                    <a:pt x="6215" y="10336"/>
                    <a:pt x="5975" y="10202"/>
                    <a:pt x="5774" y="10042"/>
                  </a:cubicBezTo>
                  <a:lnTo>
                    <a:pt x="5548" y="10190"/>
                  </a:lnTo>
                  <a:cubicBezTo>
                    <a:pt x="5308" y="10362"/>
                    <a:pt x="5054" y="10522"/>
                    <a:pt x="4814" y="10696"/>
                  </a:cubicBezTo>
                  <a:cubicBezTo>
                    <a:pt x="4881" y="10682"/>
                    <a:pt x="4947" y="10656"/>
                    <a:pt x="5015" y="10629"/>
                  </a:cubicBezTo>
                  <a:cubicBezTo>
                    <a:pt x="5121" y="10602"/>
                    <a:pt x="5228" y="10590"/>
                    <a:pt x="5321" y="10590"/>
                  </a:cubicBezTo>
                  <a:cubicBezTo>
                    <a:pt x="5481" y="10590"/>
                    <a:pt x="5628" y="10643"/>
                    <a:pt x="5708" y="10789"/>
                  </a:cubicBezTo>
                  <a:cubicBezTo>
                    <a:pt x="5735" y="10843"/>
                    <a:pt x="5748" y="10896"/>
                    <a:pt x="5748" y="10963"/>
                  </a:cubicBezTo>
                  <a:cubicBezTo>
                    <a:pt x="5748" y="11150"/>
                    <a:pt x="5575" y="11323"/>
                    <a:pt x="5294" y="11323"/>
                  </a:cubicBezTo>
                  <a:cubicBezTo>
                    <a:pt x="5241" y="11323"/>
                    <a:pt x="5187" y="11323"/>
                    <a:pt x="5121" y="11296"/>
                  </a:cubicBezTo>
                  <a:cubicBezTo>
                    <a:pt x="4881" y="11243"/>
                    <a:pt x="4654" y="11123"/>
                    <a:pt x="4455" y="10963"/>
                  </a:cubicBezTo>
                  <a:cubicBezTo>
                    <a:pt x="4268" y="11109"/>
                    <a:pt x="4094" y="11256"/>
                    <a:pt x="3921" y="11403"/>
                  </a:cubicBezTo>
                  <a:cubicBezTo>
                    <a:pt x="3788" y="11523"/>
                    <a:pt x="3654" y="11630"/>
                    <a:pt x="3534" y="11763"/>
                  </a:cubicBezTo>
                  <a:cubicBezTo>
                    <a:pt x="3654" y="11696"/>
                    <a:pt x="3788" y="11657"/>
                    <a:pt x="3921" y="11616"/>
                  </a:cubicBezTo>
                  <a:cubicBezTo>
                    <a:pt x="4028" y="11589"/>
                    <a:pt x="4134" y="11563"/>
                    <a:pt x="4227" y="11563"/>
                  </a:cubicBezTo>
                  <a:cubicBezTo>
                    <a:pt x="4387" y="11563"/>
                    <a:pt x="4521" y="11616"/>
                    <a:pt x="4615" y="11763"/>
                  </a:cubicBezTo>
                  <a:cubicBezTo>
                    <a:pt x="4641" y="11817"/>
                    <a:pt x="4654" y="11883"/>
                    <a:pt x="4654" y="11936"/>
                  </a:cubicBezTo>
                  <a:cubicBezTo>
                    <a:pt x="4654" y="12137"/>
                    <a:pt x="4481" y="12309"/>
                    <a:pt x="4201" y="12309"/>
                  </a:cubicBezTo>
                  <a:cubicBezTo>
                    <a:pt x="4147" y="12309"/>
                    <a:pt x="4094" y="12297"/>
                    <a:pt x="4028" y="12283"/>
                  </a:cubicBezTo>
                  <a:cubicBezTo>
                    <a:pt x="3774" y="12217"/>
                    <a:pt x="3548" y="12096"/>
                    <a:pt x="3347" y="11936"/>
                  </a:cubicBezTo>
                  <a:cubicBezTo>
                    <a:pt x="3041" y="12256"/>
                    <a:pt x="2774" y="12603"/>
                    <a:pt x="2520" y="12963"/>
                  </a:cubicBezTo>
                  <a:lnTo>
                    <a:pt x="2760" y="12803"/>
                  </a:lnTo>
                  <a:cubicBezTo>
                    <a:pt x="2908" y="12723"/>
                    <a:pt x="3054" y="12656"/>
                    <a:pt x="3201" y="12656"/>
                  </a:cubicBezTo>
                  <a:cubicBezTo>
                    <a:pt x="3294" y="12656"/>
                    <a:pt x="3400" y="12697"/>
                    <a:pt x="3480" y="12777"/>
                  </a:cubicBezTo>
                  <a:cubicBezTo>
                    <a:pt x="3548" y="12843"/>
                    <a:pt x="3574" y="12937"/>
                    <a:pt x="3574" y="13017"/>
                  </a:cubicBezTo>
                  <a:cubicBezTo>
                    <a:pt x="3574" y="13216"/>
                    <a:pt x="3374" y="13417"/>
                    <a:pt x="3041" y="13417"/>
                  </a:cubicBezTo>
                  <a:cubicBezTo>
                    <a:pt x="2787" y="13417"/>
                    <a:pt x="2547" y="13376"/>
                    <a:pt x="2334" y="13270"/>
                  </a:cubicBezTo>
                  <a:cubicBezTo>
                    <a:pt x="2093" y="13670"/>
                    <a:pt x="1907" y="14084"/>
                    <a:pt x="1747" y="14510"/>
                  </a:cubicBezTo>
                  <a:cubicBezTo>
                    <a:pt x="1787" y="14457"/>
                    <a:pt x="1841" y="14404"/>
                    <a:pt x="1894" y="14337"/>
                  </a:cubicBezTo>
                  <a:cubicBezTo>
                    <a:pt x="2040" y="14190"/>
                    <a:pt x="2214" y="14070"/>
                    <a:pt x="2387" y="14070"/>
                  </a:cubicBezTo>
                  <a:cubicBezTo>
                    <a:pt x="2440" y="14070"/>
                    <a:pt x="2507" y="14084"/>
                    <a:pt x="2574" y="14123"/>
                  </a:cubicBezTo>
                  <a:cubicBezTo>
                    <a:pt x="2627" y="14150"/>
                    <a:pt x="2667" y="14190"/>
                    <a:pt x="2694" y="14244"/>
                  </a:cubicBezTo>
                  <a:lnTo>
                    <a:pt x="2734" y="14164"/>
                  </a:lnTo>
                  <a:cubicBezTo>
                    <a:pt x="2814" y="14043"/>
                    <a:pt x="2934" y="13990"/>
                    <a:pt x="3054" y="13990"/>
                  </a:cubicBezTo>
                  <a:cubicBezTo>
                    <a:pt x="3134" y="13990"/>
                    <a:pt x="3214" y="14017"/>
                    <a:pt x="3281" y="14057"/>
                  </a:cubicBezTo>
                  <a:cubicBezTo>
                    <a:pt x="3400" y="14137"/>
                    <a:pt x="3454" y="14257"/>
                    <a:pt x="3454" y="14377"/>
                  </a:cubicBezTo>
                  <a:cubicBezTo>
                    <a:pt x="3454" y="14484"/>
                    <a:pt x="3414" y="14603"/>
                    <a:pt x="3361" y="14724"/>
                  </a:cubicBezTo>
                  <a:cubicBezTo>
                    <a:pt x="3313" y="14807"/>
                    <a:pt x="3276" y="14891"/>
                    <a:pt x="3230" y="14965"/>
                  </a:cubicBezTo>
                  <a:lnTo>
                    <a:pt x="3230" y="14965"/>
                  </a:lnTo>
                  <a:cubicBezTo>
                    <a:pt x="3626" y="14676"/>
                    <a:pt x="4061" y="14428"/>
                    <a:pt x="4494" y="14217"/>
                  </a:cubicBezTo>
                  <a:cubicBezTo>
                    <a:pt x="4387" y="13990"/>
                    <a:pt x="4334" y="13750"/>
                    <a:pt x="4334" y="13497"/>
                  </a:cubicBezTo>
                  <a:cubicBezTo>
                    <a:pt x="4334" y="13190"/>
                    <a:pt x="4535" y="13017"/>
                    <a:pt x="4748" y="13017"/>
                  </a:cubicBezTo>
                  <a:cubicBezTo>
                    <a:pt x="4841" y="13017"/>
                    <a:pt x="4935" y="13056"/>
                    <a:pt x="5015" y="13124"/>
                  </a:cubicBezTo>
                  <a:cubicBezTo>
                    <a:pt x="5107" y="13204"/>
                    <a:pt x="5134" y="13296"/>
                    <a:pt x="5134" y="13390"/>
                  </a:cubicBezTo>
                  <a:cubicBezTo>
                    <a:pt x="5134" y="13524"/>
                    <a:pt x="5068" y="13657"/>
                    <a:pt x="4988" y="13790"/>
                  </a:cubicBezTo>
                  <a:cubicBezTo>
                    <a:pt x="4908" y="13910"/>
                    <a:pt x="4814" y="14017"/>
                    <a:pt x="4721" y="14110"/>
                  </a:cubicBezTo>
                  <a:lnTo>
                    <a:pt x="4787" y="14084"/>
                  </a:lnTo>
                  <a:cubicBezTo>
                    <a:pt x="5268" y="13870"/>
                    <a:pt x="5761" y="13670"/>
                    <a:pt x="6228" y="13444"/>
                  </a:cubicBezTo>
                  <a:cubicBezTo>
                    <a:pt x="6068" y="13257"/>
                    <a:pt x="5961" y="13030"/>
                    <a:pt x="5895" y="12790"/>
                  </a:cubicBezTo>
                  <a:cubicBezTo>
                    <a:pt x="5881" y="12736"/>
                    <a:pt x="5881" y="12697"/>
                    <a:pt x="5881" y="12656"/>
                  </a:cubicBezTo>
                  <a:cubicBezTo>
                    <a:pt x="5881" y="12390"/>
                    <a:pt x="6068" y="12217"/>
                    <a:pt x="6268" y="12217"/>
                  </a:cubicBezTo>
                  <a:cubicBezTo>
                    <a:pt x="6334" y="12217"/>
                    <a:pt x="6414" y="12229"/>
                    <a:pt x="6468" y="12270"/>
                  </a:cubicBezTo>
                  <a:cubicBezTo>
                    <a:pt x="6615" y="12350"/>
                    <a:pt x="6668" y="12470"/>
                    <a:pt x="6668" y="12603"/>
                  </a:cubicBezTo>
                  <a:cubicBezTo>
                    <a:pt x="6668" y="12710"/>
                    <a:pt x="6642" y="12816"/>
                    <a:pt x="6601" y="12923"/>
                  </a:cubicBezTo>
                  <a:cubicBezTo>
                    <a:pt x="6535" y="13083"/>
                    <a:pt x="6468" y="13230"/>
                    <a:pt x="6375" y="13376"/>
                  </a:cubicBezTo>
                  <a:lnTo>
                    <a:pt x="6414" y="13350"/>
                  </a:lnTo>
                  <a:cubicBezTo>
                    <a:pt x="6802" y="13150"/>
                    <a:pt x="7188" y="12923"/>
                    <a:pt x="7549" y="12670"/>
                  </a:cubicBezTo>
                  <a:cubicBezTo>
                    <a:pt x="7389" y="12483"/>
                    <a:pt x="7268" y="12256"/>
                    <a:pt x="7202" y="12016"/>
                  </a:cubicBezTo>
                  <a:cubicBezTo>
                    <a:pt x="7202" y="11963"/>
                    <a:pt x="7188" y="11923"/>
                    <a:pt x="7188" y="11870"/>
                  </a:cubicBezTo>
                  <a:cubicBezTo>
                    <a:pt x="7188" y="11603"/>
                    <a:pt x="7375" y="11443"/>
                    <a:pt x="7588" y="11443"/>
                  </a:cubicBezTo>
                  <a:cubicBezTo>
                    <a:pt x="7655" y="11443"/>
                    <a:pt x="7721" y="11456"/>
                    <a:pt x="7789" y="11497"/>
                  </a:cubicBezTo>
                  <a:cubicBezTo>
                    <a:pt x="7935" y="11577"/>
                    <a:pt x="7988" y="11696"/>
                    <a:pt x="7988" y="11829"/>
                  </a:cubicBezTo>
                  <a:cubicBezTo>
                    <a:pt x="7988" y="11936"/>
                    <a:pt x="7949" y="12043"/>
                    <a:pt x="7908" y="12149"/>
                  </a:cubicBezTo>
                  <a:cubicBezTo>
                    <a:pt x="7855" y="12297"/>
                    <a:pt x="7789" y="12430"/>
                    <a:pt x="7709" y="12563"/>
                  </a:cubicBezTo>
                  <a:cubicBezTo>
                    <a:pt x="8269" y="12163"/>
                    <a:pt x="8788" y="11723"/>
                    <a:pt x="9282" y="11243"/>
                  </a:cubicBezTo>
                  <a:lnTo>
                    <a:pt x="9282" y="11243"/>
                  </a:lnTo>
                  <a:cubicBezTo>
                    <a:pt x="8855" y="11669"/>
                    <a:pt x="8415" y="12069"/>
                    <a:pt x="7949" y="12443"/>
                  </a:cubicBezTo>
                  <a:cubicBezTo>
                    <a:pt x="7842" y="12523"/>
                    <a:pt x="7748" y="12603"/>
                    <a:pt x="7641" y="12683"/>
                  </a:cubicBezTo>
                  <a:cubicBezTo>
                    <a:pt x="7828" y="12590"/>
                    <a:pt x="8029" y="12523"/>
                    <a:pt x="8228" y="12457"/>
                  </a:cubicBezTo>
                  <a:cubicBezTo>
                    <a:pt x="8335" y="12430"/>
                    <a:pt x="8442" y="12403"/>
                    <a:pt x="8548" y="12403"/>
                  </a:cubicBezTo>
                  <a:cubicBezTo>
                    <a:pt x="8695" y="12403"/>
                    <a:pt x="8829" y="12457"/>
                    <a:pt x="8909" y="12590"/>
                  </a:cubicBezTo>
                  <a:cubicBezTo>
                    <a:pt x="8948" y="12656"/>
                    <a:pt x="8962" y="12710"/>
                    <a:pt x="8962" y="12763"/>
                  </a:cubicBezTo>
                  <a:cubicBezTo>
                    <a:pt x="8962" y="12963"/>
                    <a:pt x="8775" y="13136"/>
                    <a:pt x="8509" y="13136"/>
                  </a:cubicBezTo>
                  <a:cubicBezTo>
                    <a:pt x="8455" y="13136"/>
                    <a:pt x="8388" y="13124"/>
                    <a:pt x="8335" y="13110"/>
                  </a:cubicBezTo>
                  <a:cubicBezTo>
                    <a:pt x="8055" y="13044"/>
                    <a:pt x="7815" y="12910"/>
                    <a:pt x="7602" y="12736"/>
                  </a:cubicBezTo>
                  <a:lnTo>
                    <a:pt x="7602" y="12750"/>
                  </a:lnTo>
                  <a:lnTo>
                    <a:pt x="7575" y="12723"/>
                  </a:lnTo>
                  <a:cubicBezTo>
                    <a:pt x="7295" y="12937"/>
                    <a:pt x="6988" y="13124"/>
                    <a:pt x="6681" y="13310"/>
                  </a:cubicBezTo>
                  <a:cubicBezTo>
                    <a:pt x="6761" y="13284"/>
                    <a:pt x="6828" y="13243"/>
                    <a:pt x="6908" y="13230"/>
                  </a:cubicBezTo>
                  <a:cubicBezTo>
                    <a:pt x="7015" y="13190"/>
                    <a:pt x="7122" y="13177"/>
                    <a:pt x="7228" y="13177"/>
                  </a:cubicBezTo>
                  <a:cubicBezTo>
                    <a:pt x="7389" y="13177"/>
                    <a:pt x="7522" y="13230"/>
                    <a:pt x="7602" y="13376"/>
                  </a:cubicBezTo>
                  <a:cubicBezTo>
                    <a:pt x="7641" y="13430"/>
                    <a:pt x="7655" y="13497"/>
                    <a:pt x="7655" y="13550"/>
                  </a:cubicBezTo>
                  <a:cubicBezTo>
                    <a:pt x="7655" y="13750"/>
                    <a:pt x="7469" y="13924"/>
                    <a:pt x="7202" y="13924"/>
                  </a:cubicBezTo>
                  <a:cubicBezTo>
                    <a:pt x="7148" y="13924"/>
                    <a:pt x="7081" y="13910"/>
                    <a:pt x="7015" y="13897"/>
                  </a:cubicBezTo>
                  <a:cubicBezTo>
                    <a:pt x="6761" y="13830"/>
                    <a:pt x="6508" y="13696"/>
                    <a:pt x="6308" y="13524"/>
                  </a:cubicBezTo>
                  <a:lnTo>
                    <a:pt x="6295" y="13524"/>
                  </a:lnTo>
                  <a:cubicBezTo>
                    <a:pt x="5828" y="13764"/>
                    <a:pt x="5348" y="13977"/>
                    <a:pt x="4881" y="14203"/>
                  </a:cubicBezTo>
                  <a:cubicBezTo>
                    <a:pt x="4988" y="14177"/>
                    <a:pt x="5107" y="14164"/>
                    <a:pt x="5214" y="14164"/>
                  </a:cubicBezTo>
                  <a:lnTo>
                    <a:pt x="5268" y="14164"/>
                  </a:lnTo>
                  <a:cubicBezTo>
                    <a:pt x="5534" y="14164"/>
                    <a:pt x="5788" y="14230"/>
                    <a:pt x="5854" y="14470"/>
                  </a:cubicBezTo>
                  <a:cubicBezTo>
                    <a:pt x="5868" y="14510"/>
                    <a:pt x="5868" y="14550"/>
                    <a:pt x="5868" y="14577"/>
                  </a:cubicBezTo>
                  <a:cubicBezTo>
                    <a:pt x="5868" y="14777"/>
                    <a:pt x="5708" y="14923"/>
                    <a:pt x="5481" y="14923"/>
                  </a:cubicBezTo>
                  <a:cubicBezTo>
                    <a:pt x="5388" y="14923"/>
                    <a:pt x="5281" y="14897"/>
                    <a:pt x="5161" y="14843"/>
                  </a:cubicBezTo>
                  <a:cubicBezTo>
                    <a:pt x="4935" y="14724"/>
                    <a:pt x="4748" y="14550"/>
                    <a:pt x="4588" y="14350"/>
                  </a:cubicBezTo>
                  <a:cubicBezTo>
                    <a:pt x="4152" y="14562"/>
                    <a:pt x="3729" y="14825"/>
                    <a:pt x="3346" y="15128"/>
                  </a:cubicBezTo>
                  <a:lnTo>
                    <a:pt x="3346" y="15128"/>
                  </a:lnTo>
                  <a:cubicBezTo>
                    <a:pt x="3444" y="15093"/>
                    <a:pt x="3543" y="15068"/>
                    <a:pt x="3654" y="15044"/>
                  </a:cubicBezTo>
                  <a:cubicBezTo>
                    <a:pt x="3734" y="15030"/>
                    <a:pt x="3827" y="15017"/>
                    <a:pt x="3907" y="15017"/>
                  </a:cubicBezTo>
                  <a:cubicBezTo>
                    <a:pt x="4094" y="15017"/>
                    <a:pt x="4254" y="15083"/>
                    <a:pt x="4334" y="15257"/>
                  </a:cubicBezTo>
                  <a:cubicBezTo>
                    <a:pt x="4361" y="15297"/>
                    <a:pt x="4361" y="15350"/>
                    <a:pt x="4361" y="15403"/>
                  </a:cubicBezTo>
                  <a:cubicBezTo>
                    <a:pt x="4361" y="15590"/>
                    <a:pt x="4188" y="15764"/>
                    <a:pt x="3934" y="15764"/>
                  </a:cubicBezTo>
                  <a:cubicBezTo>
                    <a:pt x="3868" y="15764"/>
                    <a:pt x="3788" y="15750"/>
                    <a:pt x="3708" y="15724"/>
                  </a:cubicBezTo>
                  <a:cubicBezTo>
                    <a:pt x="3468" y="15644"/>
                    <a:pt x="3254" y="15510"/>
                    <a:pt x="3068" y="15350"/>
                  </a:cubicBezTo>
                  <a:cubicBezTo>
                    <a:pt x="2721" y="15657"/>
                    <a:pt x="2427" y="16031"/>
                    <a:pt x="2187" y="16431"/>
                  </a:cubicBezTo>
                  <a:cubicBezTo>
                    <a:pt x="2067" y="16630"/>
                    <a:pt x="1960" y="16844"/>
                    <a:pt x="1867" y="17057"/>
                  </a:cubicBezTo>
                  <a:cubicBezTo>
                    <a:pt x="1933" y="16991"/>
                    <a:pt x="2027" y="16938"/>
                    <a:pt x="2107" y="16870"/>
                  </a:cubicBezTo>
                  <a:cubicBezTo>
                    <a:pt x="2254" y="16778"/>
                    <a:pt x="2414" y="16698"/>
                    <a:pt x="2547" y="16698"/>
                  </a:cubicBezTo>
                  <a:cubicBezTo>
                    <a:pt x="2641" y="16698"/>
                    <a:pt x="2734" y="16737"/>
                    <a:pt x="2814" y="16804"/>
                  </a:cubicBezTo>
                  <a:cubicBezTo>
                    <a:pt x="2894" y="16884"/>
                    <a:pt x="2934" y="16964"/>
                    <a:pt x="2934" y="17057"/>
                  </a:cubicBezTo>
                  <a:cubicBezTo>
                    <a:pt x="2934" y="17258"/>
                    <a:pt x="2748" y="17457"/>
                    <a:pt x="2414" y="17471"/>
                  </a:cubicBezTo>
                  <a:cubicBezTo>
                    <a:pt x="2374" y="17484"/>
                    <a:pt x="2347" y="17484"/>
                    <a:pt x="2321" y="17484"/>
                  </a:cubicBezTo>
                  <a:cubicBezTo>
                    <a:pt x="2120" y="17484"/>
                    <a:pt x="1921" y="17444"/>
                    <a:pt x="1734" y="17377"/>
                  </a:cubicBezTo>
                  <a:cubicBezTo>
                    <a:pt x="1654" y="17604"/>
                    <a:pt x="1587" y="17831"/>
                    <a:pt x="1533" y="18058"/>
                  </a:cubicBezTo>
                  <a:cubicBezTo>
                    <a:pt x="1441" y="18444"/>
                    <a:pt x="1387" y="18844"/>
                    <a:pt x="1347" y="19231"/>
                  </a:cubicBezTo>
                  <a:lnTo>
                    <a:pt x="1667" y="18991"/>
                  </a:lnTo>
                  <a:cubicBezTo>
                    <a:pt x="1814" y="18898"/>
                    <a:pt x="1974" y="18818"/>
                    <a:pt x="2107" y="18818"/>
                  </a:cubicBezTo>
                  <a:cubicBezTo>
                    <a:pt x="2200" y="18818"/>
                    <a:pt x="2294" y="18858"/>
                    <a:pt x="2374" y="18924"/>
                  </a:cubicBezTo>
                  <a:cubicBezTo>
                    <a:pt x="2454" y="19004"/>
                    <a:pt x="2481" y="19084"/>
                    <a:pt x="2481" y="19178"/>
                  </a:cubicBezTo>
                  <a:cubicBezTo>
                    <a:pt x="2481" y="19378"/>
                    <a:pt x="2294" y="19578"/>
                    <a:pt x="1974" y="19591"/>
                  </a:cubicBezTo>
                  <a:cubicBezTo>
                    <a:pt x="1933" y="19605"/>
                    <a:pt x="1907" y="19605"/>
                    <a:pt x="1880" y="19605"/>
                  </a:cubicBezTo>
                  <a:cubicBezTo>
                    <a:pt x="1693" y="19605"/>
                    <a:pt x="1507" y="19578"/>
                    <a:pt x="1334" y="19511"/>
                  </a:cubicBezTo>
                  <a:lnTo>
                    <a:pt x="1334" y="19792"/>
                  </a:lnTo>
                  <a:lnTo>
                    <a:pt x="1334" y="19911"/>
                  </a:lnTo>
                  <a:lnTo>
                    <a:pt x="1334" y="19925"/>
                  </a:lnTo>
                  <a:cubicBezTo>
                    <a:pt x="1453" y="20138"/>
                    <a:pt x="1587" y="20352"/>
                    <a:pt x="1734" y="20565"/>
                  </a:cubicBezTo>
                  <a:cubicBezTo>
                    <a:pt x="1800" y="20471"/>
                    <a:pt x="1907" y="20418"/>
                    <a:pt x="2027" y="20418"/>
                  </a:cubicBezTo>
                  <a:lnTo>
                    <a:pt x="2081" y="20418"/>
                  </a:lnTo>
                  <a:cubicBezTo>
                    <a:pt x="2267" y="20445"/>
                    <a:pt x="2387" y="20592"/>
                    <a:pt x="2387" y="20765"/>
                  </a:cubicBezTo>
                  <a:cubicBezTo>
                    <a:pt x="2387" y="20898"/>
                    <a:pt x="2321" y="21045"/>
                    <a:pt x="2174" y="21179"/>
                  </a:cubicBezTo>
                  <a:cubicBezTo>
                    <a:pt x="2280" y="21312"/>
                    <a:pt x="2387" y="21445"/>
                    <a:pt x="2507" y="21579"/>
                  </a:cubicBezTo>
                  <a:cubicBezTo>
                    <a:pt x="7335" y="27113"/>
                    <a:pt x="12216" y="27806"/>
                    <a:pt x="19071" y="29127"/>
                  </a:cubicBezTo>
                  <a:cubicBezTo>
                    <a:pt x="21058" y="29500"/>
                    <a:pt x="22912" y="29700"/>
                    <a:pt x="24605" y="29700"/>
                  </a:cubicBezTo>
                  <a:cubicBezTo>
                    <a:pt x="28739" y="29700"/>
                    <a:pt x="32034" y="28553"/>
                    <a:pt x="34661" y="26179"/>
                  </a:cubicBezTo>
                  <a:cubicBezTo>
                    <a:pt x="36541" y="24486"/>
                    <a:pt x="37568" y="21832"/>
                    <a:pt x="37555" y="19111"/>
                  </a:cubicBezTo>
                  <a:cubicBezTo>
                    <a:pt x="37555" y="15644"/>
                    <a:pt x="35887" y="12083"/>
                    <a:pt x="32221" y="10323"/>
                  </a:cubicBezTo>
                  <a:cubicBezTo>
                    <a:pt x="30167" y="9336"/>
                    <a:pt x="27740" y="9029"/>
                    <a:pt x="25939" y="7642"/>
                  </a:cubicBezTo>
                  <a:cubicBezTo>
                    <a:pt x="22525" y="5001"/>
                    <a:pt x="19751" y="881"/>
                    <a:pt x="14256" y="107"/>
                  </a:cubicBezTo>
                  <a:cubicBezTo>
                    <a:pt x="13737" y="27"/>
                    <a:pt x="13230" y="1"/>
                    <a:pt x="12736" y="1"/>
                  </a:cubicBezTo>
                  <a:close/>
                </a:path>
              </a:pathLst>
            </a:custGeom>
            <a:solidFill>
              <a:srgbClr val="1BAC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1098;p114">
              <a:extLst>
                <a:ext uri="{FF2B5EF4-FFF2-40B4-BE49-F238E27FC236}">
                  <a16:creationId xmlns:a16="http://schemas.microsoft.com/office/drawing/2014/main" id="{DC433405-B5D1-91D3-D8DC-8F9A013C3D21}"/>
                </a:ext>
              </a:extLst>
            </p:cNvPr>
            <p:cNvSpPr/>
            <p:nvPr/>
          </p:nvSpPr>
          <p:spPr>
            <a:xfrm>
              <a:off x="3873250" y="4335925"/>
              <a:ext cx="1017925" cy="42025"/>
            </a:xfrm>
            <a:custGeom>
              <a:avLst/>
              <a:gdLst/>
              <a:ahLst/>
              <a:cxnLst/>
              <a:rect l="l" t="t" r="r" b="b"/>
              <a:pathLst>
                <a:path w="40717" h="1681" extrusionOk="0">
                  <a:moveTo>
                    <a:pt x="0" y="0"/>
                  </a:moveTo>
                  <a:lnTo>
                    <a:pt x="0" y="1680"/>
                  </a:lnTo>
                  <a:lnTo>
                    <a:pt x="40716" y="1680"/>
                  </a:lnTo>
                  <a:lnTo>
                    <a:pt x="407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099;p114">
              <a:extLst>
                <a:ext uri="{FF2B5EF4-FFF2-40B4-BE49-F238E27FC236}">
                  <a16:creationId xmlns:a16="http://schemas.microsoft.com/office/drawing/2014/main" id="{745D909C-FBEC-7279-BF08-8AE00461DAC6}"/>
                </a:ext>
              </a:extLst>
            </p:cNvPr>
            <p:cNvSpPr/>
            <p:nvPr/>
          </p:nvSpPr>
          <p:spPr>
            <a:xfrm>
              <a:off x="3873250" y="4335925"/>
              <a:ext cx="1017925" cy="42025"/>
            </a:xfrm>
            <a:custGeom>
              <a:avLst/>
              <a:gdLst/>
              <a:ahLst/>
              <a:cxnLst/>
              <a:rect l="l" t="t" r="r" b="b"/>
              <a:pathLst>
                <a:path w="40717" h="1681" extrusionOk="0">
                  <a:moveTo>
                    <a:pt x="0" y="0"/>
                  </a:moveTo>
                  <a:lnTo>
                    <a:pt x="0" y="1680"/>
                  </a:lnTo>
                  <a:lnTo>
                    <a:pt x="40716" y="1680"/>
                  </a:lnTo>
                  <a:lnTo>
                    <a:pt x="40716" y="0"/>
                  </a:lnTo>
                  <a:lnTo>
                    <a:pt x="6588" y="0"/>
                  </a:lnTo>
                  <a:lnTo>
                    <a:pt x="6588" y="800"/>
                  </a:lnTo>
                  <a:lnTo>
                    <a:pt x="2761" y="800"/>
                  </a:lnTo>
                  <a:lnTo>
                    <a:pt x="2761" y="0"/>
                  </a:lnTo>
                  <a:close/>
                </a:path>
              </a:pathLst>
            </a:custGeom>
            <a:solidFill>
              <a:srgbClr val="87D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100;p114">
              <a:extLst>
                <a:ext uri="{FF2B5EF4-FFF2-40B4-BE49-F238E27FC236}">
                  <a16:creationId xmlns:a16="http://schemas.microsoft.com/office/drawing/2014/main" id="{BA19612F-9810-9CF3-E1AD-B6FC7BF9210F}"/>
                </a:ext>
              </a:extLst>
            </p:cNvPr>
            <p:cNvSpPr/>
            <p:nvPr/>
          </p:nvSpPr>
          <p:spPr>
            <a:xfrm>
              <a:off x="3829575" y="3738450"/>
              <a:ext cx="310100" cy="617500"/>
            </a:xfrm>
            <a:custGeom>
              <a:avLst/>
              <a:gdLst/>
              <a:ahLst/>
              <a:cxnLst/>
              <a:rect l="l" t="t" r="r" b="b"/>
              <a:pathLst>
                <a:path w="12404" h="24700" extrusionOk="0">
                  <a:moveTo>
                    <a:pt x="5788" y="8096"/>
                  </a:moveTo>
                  <a:cubicBezTo>
                    <a:pt x="5842" y="8310"/>
                    <a:pt x="5935" y="8509"/>
                    <a:pt x="6055" y="8683"/>
                  </a:cubicBezTo>
                  <a:cubicBezTo>
                    <a:pt x="5801" y="8896"/>
                    <a:pt x="5561" y="9149"/>
                    <a:pt x="5362" y="9416"/>
                  </a:cubicBezTo>
                  <a:cubicBezTo>
                    <a:pt x="5321" y="9323"/>
                    <a:pt x="5255" y="9270"/>
                    <a:pt x="5161" y="9229"/>
                  </a:cubicBezTo>
                  <a:cubicBezTo>
                    <a:pt x="5113" y="9209"/>
                    <a:pt x="5067" y="9200"/>
                    <a:pt x="5022" y="9200"/>
                  </a:cubicBezTo>
                  <a:cubicBezTo>
                    <a:pt x="4829" y="9200"/>
                    <a:pt x="4665" y="9369"/>
                    <a:pt x="4535" y="9563"/>
                  </a:cubicBezTo>
                  <a:lnTo>
                    <a:pt x="4455" y="9563"/>
                  </a:lnTo>
                  <a:lnTo>
                    <a:pt x="4455" y="9523"/>
                  </a:lnTo>
                  <a:cubicBezTo>
                    <a:pt x="4521" y="9136"/>
                    <a:pt x="4615" y="8763"/>
                    <a:pt x="4734" y="8402"/>
                  </a:cubicBezTo>
                  <a:cubicBezTo>
                    <a:pt x="4811" y="8411"/>
                    <a:pt x="4887" y="8415"/>
                    <a:pt x="4963" y="8415"/>
                  </a:cubicBezTo>
                  <a:cubicBezTo>
                    <a:pt x="5126" y="8415"/>
                    <a:pt x="5287" y="8395"/>
                    <a:pt x="5442" y="8349"/>
                  </a:cubicBezTo>
                  <a:cubicBezTo>
                    <a:pt x="5588" y="8310"/>
                    <a:pt x="5708" y="8216"/>
                    <a:pt x="5788" y="8096"/>
                  </a:cubicBezTo>
                  <a:close/>
                  <a:moveTo>
                    <a:pt x="4935" y="10043"/>
                  </a:moveTo>
                  <a:cubicBezTo>
                    <a:pt x="4894" y="10123"/>
                    <a:pt x="4855" y="10216"/>
                    <a:pt x="4814" y="10296"/>
                  </a:cubicBezTo>
                  <a:cubicBezTo>
                    <a:pt x="4814" y="10243"/>
                    <a:pt x="4828" y="10203"/>
                    <a:pt x="4828" y="10150"/>
                  </a:cubicBezTo>
                  <a:lnTo>
                    <a:pt x="4828" y="10083"/>
                  </a:lnTo>
                  <a:cubicBezTo>
                    <a:pt x="4868" y="10070"/>
                    <a:pt x="4908" y="10056"/>
                    <a:pt x="4935" y="10043"/>
                  </a:cubicBezTo>
                  <a:close/>
                  <a:moveTo>
                    <a:pt x="4334" y="10523"/>
                  </a:moveTo>
                  <a:cubicBezTo>
                    <a:pt x="4414" y="10603"/>
                    <a:pt x="4508" y="10683"/>
                    <a:pt x="4615" y="10750"/>
                  </a:cubicBezTo>
                  <a:cubicBezTo>
                    <a:pt x="4521" y="10990"/>
                    <a:pt x="4441" y="11230"/>
                    <a:pt x="4388" y="11470"/>
                  </a:cubicBezTo>
                  <a:cubicBezTo>
                    <a:pt x="4348" y="11590"/>
                    <a:pt x="4322" y="11710"/>
                    <a:pt x="4295" y="11830"/>
                  </a:cubicBezTo>
                  <a:lnTo>
                    <a:pt x="4281" y="11816"/>
                  </a:lnTo>
                  <a:cubicBezTo>
                    <a:pt x="4281" y="11564"/>
                    <a:pt x="4281" y="11310"/>
                    <a:pt x="4295" y="11057"/>
                  </a:cubicBezTo>
                  <a:cubicBezTo>
                    <a:pt x="4308" y="10870"/>
                    <a:pt x="4308" y="10696"/>
                    <a:pt x="4334" y="10523"/>
                  </a:cubicBezTo>
                  <a:close/>
                  <a:moveTo>
                    <a:pt x="3841" y="14990"/>
                  </a:moveTo>
                  <a:cubicBezTo>
                    <a:pt x="3975" y="15031"/>
                    <a:pt x="4108" y="15058"/>
                    <a:pt x="4241" y="15058"/>
                  </a:cubicBezTo>
                  <a:lnTo>
                    <a:pt x="4241" y="15084"/>
                  </a:lnTo>
                  <a:lnTo>
                    <a:pt x="4308" y="15070"/>
                  </a:lnTo>
                  <a:cubicBezTo>
                    <a:pt x="4334" y="15231"/>
                    <a:pt x="4375" y="15404"/>
                    <a:pt x="4414" y="15564"/>
                  </a:cubicBezTo>
                  <a:cubicBezTo>
                    <a:pt x="4322" y="15444"/>
                    <a:pt x="4188" y="15391"/>
                    <a:pt x="4041" y="15391"/>
                  </a:cubicBezTo>
                  <a:cubicBezTo>
                    <a:pt x="3948" y="15284"/>
                    <a:pt x="3854" y="15164"/>
                    <a:pt x="3774" y="15058"/>
                  </a:cubicBezTo>
                  <a:cubicBezTo>
                    <a:pt x="3788" y="15031"/>
                    <a:pt x="3815" y="15017"/>
                    <a:pt x="3841" y="14990"/>
                  </a:cubicBezTo>
                  <a:close/>
                  <a:moveTo>
                    <a:pt x="11989" y="1"/>
                  </a:moveTo>
                  <a:cubicBezTo>
                    <a:pt x="11790" y="481"/>
                    <a:pt x="11509" y="934"/>
                    <a:pt x="11189" y="1348"/>
                  </a:cubicBezTo>
                  <a:cubicBezTo>
                    <a:pt x="10869" y="1748"/>
                    <a:pt x="10510" y="2134"/>
                    <a:pt x="10122" y="2468"/>
                  </a:cubicBezTo>
                  <a:lnTo>
                    <a:pt x="10069" y="2508"/>
                  </a:lnTo>
                  <a:cubicBezTo>
                    <a:pt x="10163" y="2362"/>
                    <a:pt x="10243" y="2202"/>
                    <a:pt x="10309" y="2042"/>
                  </a:cubicBezTo>
                  <a:cubicBezTo>
                    <a:pt x="10403" y="1775"/>
                    <a:pt x="10429" y="1521"/>
                    <a:pt x="10189" y="1375"/>
                  </a:cubicBezTo>
                  <a:cubicBezTo>
                    <a:pt x="10125" y="1338"/>
                    <a:pt x="10057" y="1321"/>
                    <a:pt x="9991" y="1321"/>
                  </a:cubicBezTo>
                  <a:cubicBezTo>
                    <a:pt x="9746" y="1321"/>
                    <a:pt x="9529" y="1560"/>
                    <a:pt x="9603" y="1908"/>
                  </a:cubicBezTo>
                  <a:cubicBezTo>
                    <a:pt x="9669" y="2161"/>
                    <a:pt x="9789" y="2401"/>
                    <a:pt x="9976" y="2602"/>
                  </a:cubicBezTo>
                  <a:lnTo>
                    <a:pt x="9882" y="2682"/>
                  </a:lnTo>
                  <a:lnTo>
                    <a:pt x="9775" y="2775"/>
                  </a:lnTo>
                  <a:cubicBezTo>
                    <a:pt x="9722" y="2815"/>
                    <a:pt x="9656" y="2868"/>
                    <a:pt x="9589" y="2908"/>
                  </a:cubicBezTo>
                  <a:cubicBezTo>
                    <a:pt x="9562" y="2935"/>
                    <a:pt x="9523" y="2961"/>
                    <a:pt x="9482" y="2988"/>
                  </a:cubicBezTo>
                  <a:cubicBezTo>
                    <a:pt x="9402" y="3055"/>
                    <a:pt x="9309" y="3121"/>
                    <a:pt x="9215" y="3175"/>
                  </a:cubicBezTo>
                  <a:lnTo>
                    <a:pt x="9082" y="3268"/>
                  </a:lnTo>
                  <a:lnTo>
                    <a:pt x="8936" y="3375"/>
                  </a:lnTo>
                  <a:cubicBezTo>
                    <a:pt x="9029" y="3228"/>
                    <a:pt x="9096" y="3068"/>
                    <a:pt x="9162" y="2908"/>
                  </a:cubicBezTo>
                  <a:cubicBezTo>
                    <a:pt x="9269" y="2655"/>
                    <a:pt x="9283" y="2388"/>
                    <a:pt x="9043" y="2255"/>
                  </a:cubicBezTo>
                  <a:cubicBezTo>
                    <a:pt x="8976" y="2217"/>
                    <a:pt x="8906" y="2200"/>
                    <a:pt x="8839" y="2200"/>
                  </a:cubicBezTo>
                  <a:cubicBezTo>
                    <a:pt x="8596" y="2200"/>
                    <a:pt x="8385" y="2430"/>
                    <a:pt x="8469" y="2775"/>
                  </a:cubicBezTo>
                  <a:cubicBezTo>
                    <a:pt x="8522" y="3028"/>
                    <a:pt x="8642" y="3255"/>
                    <a:pt x="8815" y="3455"/>
                  </a:cubicBezTo>
                  <a:lnTo>
                    <a:pt x="8709" y="3521"/>
                  </a:lnTo>
                  <a:lnTo>
                    <a:pt x="8296" y="3788"/>
                  </a:lnTo>
                  <a:lnTo>
                    <a:pt x="8216" y="3841"/>
                  </a:lnTo>
                  <a:lnTo>
                    <a:pt x="7988" y="4001"/>
                  </a:lnTo>
                  <a:lnTo>
                    <a:pt x="7896" y="4055"/>
                  </a:lnTo>
                  <a:cubicBezTo>
                    <a:pt x="7789" y="4135"/>
                    <a:pt x="7682" y="4202"/>
                    <a:pt x="7588" y="4282"/>
                  </a:cubicBezTo>
                  <a:cubicBezTo>
                    <a:pt x="7668" y="4135"/>
                    <a:pt x="7736" y="3975"/>
                    <a:pt x="7802" y="3815"/>
                  </a:cubicBezTo>
                  <a:cubicBezTo>
                    <a:pt x="7908" y="3562"/>
                    <a:pt x="7922" y="3295"/>
                    <a:pt x="7682" y="3162"/>
                  </a:cubicBezTo>
                  <a:cubicBezTo>
                    <a:pt x="7616" y="3124"/>
                    <a:pt x="7546" y="3107"/>
                    <a:pt x="7479" y="3107"/>
                  </a:cubicBezTo>
                  <a:cubicBezTo>
                    <a:pt x="7235" y="3107"/>
                    <a:pt x="7022" y="3337"/>
                    <a:pt x="7095" y="3681"/>
                  </a:cubicBezTo>
                  <a:cubicBezTo>
                    <a:pt x="7162" y="3935"/>
                    <a:pt x="7282" y="4161"/>
                    <a:pt x="7455" y="4362"/>
                  </a:cubicBezTo>
                  <a:lnTo>
                    <a:pt x="6935" y="4762"/>
                  </a:lnTo>
                  <a:cubicBezTo>
                    <a:pt x="6815" y="4869"/>
                    <a:pt x="6695" y="4976"/>
                    <a:pt x="6575" y="5095"/>
                  </a:cubicBezTo>
                  <a:cubicBezTo>
                    <a:pt x="6628" y="4988"/>
                    <a:pt x="6669" y="4895"/>
                    <a:pt x="6708" y="4789"/>
                  </a:cubicBezTo>
                  <a:cubicBezTo>
                    <a:pt x="6802" y="4535"/>
                    <a:pt x="6829" y="4268"/>
                    <a:pt x="6589" y="4135"/>
                  </a:cubicBezTo>
                  <a:cubicBezTo>
                    <a:pt x="6522" y="4097"/>
                    <a:pt x="6453" y="4080"/>
                    <a:pt x="6386" y="4080"/>
                  </a:cubicBezTo>
                  <a:cubicBezTo>
                    <a:pt x="6142" y="4080"/>
                    <a:pt x="5928" y="4310"/>
                    <a:pt x="6002" y="4655"/>
                  </a:cubicBezTo>
                  <a:cubicBezTo>
                    <a:pt x="6068" y="4895"/>
                    <a:pt x="6175" y="5122"/>
                    <a:pt x="6335" y="5308"/>
                  </a:cubicBezTo>
                  <a:cubicBezTo>
                    <a:pt x="6002" y="5642"/>
                    <a:pt x="5695" y="6016"/>
                    <a:pt x="5428" y="6416"/>
                  </a:cubicBezTo>
                  <a:cubicBezTo>
                    <a:pt x="5455" y="6295"/>
                    <a:pt x="5481" y="6176"/>
                    <a:pt x="5495" y="6069"/>
                  </a:cubicBezTo>
                  <a:cubicBezTo>
                    <a:pt x="5535" y="5788"/>
                    <a:pt x="5495" y="5522"/>
                    <a:pt x="5214" y="5456"/>
                  </a:cubicBezTo>
                  <a:cubicBezTo>
                    <a:pt x="5176" y="5445"/>
                    <a:pt x="5138" y="5440"/>
                    <a:pt x="5101" y="5440"/>
                  </a:cubicBezTo>
                  <a:cubicBezTo>
                    <a:pt x="4818" y="5440"/>
                    <a:pt x="4599" y="5742"/>
                    <a:pt x="4788" y="6096"/>
                  </a:cubicBezTo>
                  <a:cubicBezTo>
                    <a:pt x="4894" y="6322"/>
                    <a:pt x="5068" y="6509"/>
                    <a:pt x="5268" y="6656"/>
                  </a:cubicBezTo>
                  <a:cubicBezTo>
                    <a:pt x="5001" y="7095"/>
                    <a:pt x="4788" y="7549"/>
                    <a:pt x="4615" y="8016"/>
                  </a:cubicBezTo>
                  <a:cubicBezTo>
                    <a:pt x="4601" y="7922"/>
                    <a:pt x="4601" y="7816"/>
                    <a:pt x="4574" y="7723"/>
                  </a:cubicBezTo>
                  <a:cubicBezTo>
                    <a:pt x="4535" y="7456"/>
                    <a:pt x="4428" y="7216"/>
                    <a:pt x="4135" y="7216"/>
                  </a:cubicBezTo>
                  <a:cubicBezTo>
                    <a:pt x="3788" y="7229"/>
                    <a:pt x="3601" y="7629"/>
                    <a:pt x="3908" y="7963"/>
                  </a:cubicBezTo>
                  <a:cubicBezTo>
                    <a:pt x="4068" y="8136"/>
                    <a:pt x="4268" y="8269"/>
                    <a:pt x="4494" y="8349"/>
                  </a:cubicBezTo>
                  <a:cubicBezTo>
                    <a:pt x="4375" y="8710"/>
                    <a:pt x="4281" y="9083"/>
                    <a:pt x="4201" y="9469"/>
                  </a:cubicBezTo>
                  <a:cubicBezTo>
                    <a:pt x="4188" y="9523"/>
                    <a:pt x="4188" y="9590"/>
                    <a:pt x="4174" y="9643"/>
                  </a:cubicBezTo>
                  <a:lnTo>
                    <a:pt x="4135" y="9683"/>
                  </a:lnTo>
                  <a:lnTo>
                    <a:pt x="4094" y="9523"/>
                  </a:lnTo>
                  <a:cubicBezTo>
                    <a:pt x="4011" y="9284"/>
                    <a:pt x="3884" y="9088"/>
                    <a:pt x="3658" y="9088"/>
                  </a:cubicBezTo>
                  <a:cubicBezTo>
                    <a:pt x="3632" y="9088"/>
                    <a:pt x="3604" y="9090"/>
                    <a:pt x="3575" y="9096"/>
                  </a:cubicBezTo>
                  <a:cubicBezTo>
                    <a:pt x="3228" y="9149"/>
                    <a:pt x="3107" y="9590"/>
                    <a:pt x="3468" y="9869"/>
                  </a:cubicBezTo>
                  <a:cubicBezTo>
                    <a:pt x="3641" y="10003"/>
                    <a:pt x="3854" y="10097"/>
                    <a:pt x="4068" y="10150"/>
                  </a:cubicBezTo>
                  <a:cubicBezTo>
                    <a:pt x="4068" y="10163"/>
                    <a:pt x="4081" y="10177"/>
                    <a:pt x="4081" y="10177"/>
                  </a:cubicBezTo>
                  <a:cubicBezTo>
                    <a:pt x="4041" y="10470"/>
                    <a:pt x="4014" y="10750"/>
                    <a:pt x="4001" y="11030"/>
                  </a:cubicBezTo>
                  <a:cubicBezTo>
                    <a:pt x="3988" y="11244"/>
                    <a:pt x="3975" y="11457"/>
                    <a:pt x="3975" y="11670"/>
                  </a:cubicBezTo>
                  <a:cubicBezTo>
                    <a:pt x="3681" y="11670"/>
                    <a:pt x="3468" y="12003"/>
                    <a:pt x="3667" y="12364"/>
                  </a:cubicBezTo>
                  <a:cubicBezTo>
                    <a:pt x="3761" y="12510"/>
                    <a:pt x="3868" y="12643"/>
                    <a:pt x="4001" y="12750"/>
                  </a:cubicBezTo>
                  <a:cubicBezTo>
                    <a:pt x="4028" y="13150"/>
                    <a:pt x="4068" y="13550"/>
                    <a:pt x="4121" y="13950"/>
                  </a:cubicBezTo>
                  <a:cubicBezTo>
                    <a:pt x="4051" y="13890"/>
                    <a:pt x="3966" y="13860"/>
                    <a:pt x="3883" y="13860"/>
                  </a:cubicBezTo>
                  <a:cubicBezTo>
                    <a:pt x="3855" y="13860"/>
                    <a:pt x="3828" y="13864"/>
                    <a:pt x="3801" y="13870"/>
                  </a:cubicBezTo>
                  <a:cubicBezTo>
                    <a:pt x="3614" y="13924"/>
                    <a:pt x="3521" y="14084"/>
                    <a:pt x="3495" y="14270"/>
                  </a:cubicBezTo>
                  <a:cubicBezTo>
                    <a:pt x="3427" y="14338"/>
                    <a:pt x="3388" y="14430"/>
                    <a:pt x="3388" y="14524"/>
                  </a:cubicBezTo>
                  <a:cubicBezTo>
                    <a:pt x="3255" y="14311"/>
                    <a:pt x="3121" y="14110"/>
                    <a:pt x="2988" y="13884"/>
                  </a:cubicBezTo>
                  <a:cubicBezTo>
                    <a:pt x="3187" y="13737"/>
                    <a:pt x="3347" y="13550"/>
                    <a:pt x="3468" y="13324"/>
                  </a:cubicBezTo>
                  <a:cubicBezTo>
                    <a:pt x="3673" y="12949"/>
                    <a:pt x="3485" y="12619"/>
                    <a:pt x="3200" y="12619"/>
                  </a:cubicBezTo>
                  <a:cubicBezTo>
                    <a:pt x="3170" y="12619"/>
                    <a:pt x="3139" y="12623"/>
                    <a:pt x="3107" y="12630"/>
                  </a:cubicBezTo>
                  <a:cubicBezTo>
                    <a:pt x="2841" y="12710"/>
                    <a:pt x="2787" y="12977"/>
                    <a:pt x="2801" y="13271"/>
                  </a:cubicBezTo>
                  <a:cubicBezTo>
                    <a:pt x="2801" y="13377"/>
                    <a:pt x="2814" y="13484"/>
                    <a:pt x="2828" y="13603"/>
                  </a:cubicBezTo>
                  <a:lnTo>
                    <a:pt x="2694" y="13351"/>
                  </a:lnTo>
                  <a:cubicBezTo>
                    <a:pt x="2574" y="13150"/>
                    <a:pt x="2481" y="12937"/>
                    <a:pt x="2374" y="12723"/>
                  </a:cubicBezTo>
                  <a:cubicBezTo>
                    <a:pt x="2348" y="12684"/>
                    <a:pt x="2321" y="12630"/>
                    <a:pt x="2294" y="12577"/>
                  </a:cubicBezTo>
                  <a:cubicBezTo>
                    <a:pt x="2521" y="12457"/>
                    <a:pt x="2707" y="12310"/>
                    <a:pt x="2867" y="12124"/>
                  </a:cubicBezTo>
                  <a:cubicBezTo>
                    <a:pt x="3152" y="11762"/>
                    <a:pt x="2998" y="11362"/>
                    <a:pt x="2684" y="11362"/>
                  </a:cubicBezTo>
                  <a:cubicBezTo>
                    <a:pt x="2674" y="11362"/>
                    <a:pt x="2664" y="11362"/>
                    <a:pt x="2654" y="11363"/>
                  </a:cubicBezTo>
                  <a:cubicBezTo>
                    <a:pt x="2374" y="11390"/>
                    <a:pt x="2268" y="11644"/>
                    <a:pt x="2214" y="11937"/>
                  </a:cubicBezTo>
                  <a:cubicBezTo>
                    <a:pt x="2201" y="12056"/>
                    <a:pt x="2188" y="12190"/>
                    <a:pt x="2188" y="12310"/>
                  </a:cubicBezTo>
                  <a:lnTo>
                    <a:pt x="2081" y="12083"/>
                  </a:lnTo>
                  <a:cubicBezTo>
                    <a:pt x="1880" y="11576"/>
                    <a:pt x="1708" y="11043"/>
                    <a:pt x="1574" y="10509"/>
                  </a:cubicBezTo>
                  <a:cubicBezTo>
                    <a:pt x="1814" y="10417"/>
                    <a:pt x="2040" y="10269"/>
                    <a:pt x="2227" y="10083"/>
                  </a:cubicBezTo>
                  <a:cubicBezTo>
                    <a:pt x="2574" y="9750"/>
                    <a:pt x="2428" y="9323"/>
                    <a:pt x="2094" y="9323"/>
                  </a:cubicBezTo>
                  <a:cubicBezTo>
                    <a:pt x="2086" y="9323"/>
                    <a:pt x="2078" y="9323"/>
                    <a:pt x="2071" y="9323"/>
                  </a:cubicBezTo>
                  <a:cubicBezTo>
                    <a:pt x="1807" y="9323"/>
                    <a:pt x="1679" y="9557"/>
                    <a:pt x="1601" y="9843"/>
                  </a:cubicBezTo>
                  <a:cubicBezTo>
                    <a:pt x="1560" y="9990"/>
                    <a:pt x="1534" y="10150"/>
                    <a:pt x="1521" y="10296"/>
                  </a:cubicBezTo>
                  <a:cubicBezTo>
                    <a:pt x="1454" y="9990"/>
                    <a:pt x="1388" y="9683"/>
                    <a:pt x="1334" y="9363"/>
                  </a:cubicBezTo>
                  <a:cubicBezTo>
                    <a:pt x="1294" y="9163"/>
                    <a:pt x="1281" y="8962"/>
                    <a:pt x="1254" y="8776"/>
                  </a:cubicBezTo>
                  <a:cubicBezTo>
                    <a:pt x="1521" y="8722"/>
                    <a:pt x="1774" y="8603"/>
                    <a:pt x="1987" y="8443"/>
                  </a:cubicBezTo>
                  <a:cubicBezTo>
                    <a:pt x="2361" y="8150"/>
                    <a:pt x="2281" y="7709"/>
                    <a:pt x="1948" y="7656"/>
                  </a:cubicBezTo>
                  <a:cubicBezTo>
                    <a:pt x="1926" y="7653"/>
                    <a:pt x="1905" y="7651"/>
                    <a:pt x="1885" y="7651"/>
                  </a:cubicBezTo>
                  <a:cubicBezTo>
                    <a:pt x="1643" y="7651"/>
                    <a:pt x="1499" y="7863"/>
                    <a:pt x="1400" y="8109"/>
                  </a:cubicBezTo>
                  <a:cubicBezTo>
                    <a:pt x="1334" y="8283"/>
                    <a:pt x="1281" y="8456"/>
                    <a:pt x="1240" y="8630"/>
                  </a:cubicBezTo>
                  <a:cubicBezTo>
                    <a:pt x="1214" y="8402"/>
                    <a:pt x="1187" y="8176"/>
                    <a:pt x="1174" y="7949"/>
                  </a:cubicBezTo>
                  <a:cubicBezTo>
                    <a:pt x="1147" y="7483"/>
                    <a:pt x="1147" y="7003"/>
                    <a:pt x="1174" y="6535"/>
                  </a:cubicBezTo>
                  <a:lnTo>
                    <a:pt x="1174" y="6535"/>
                  </a:lnTo>
                  <a:cubicBezTo>
                    <a:pt x="1134" y="7003"/>
                    <a:pt x="1121" y="7483"/>
                    <a:pt x="1134" y="7949"/>
                  </a:cubicBezTo>
                  <a:cubicBezTo>
                    <a:pt x="1134" y="8176"/>
                    <a:pt x="1147" y="8390"/>
                    <a:pt x="1160" y="8603"/>
                  </a:cubicBezTo>
                  <a:cubicBezTo>
                    <a:pt x="1107" y="8456"/>
                    <a:pt x="1027" y="8310"/>
                    <a:pt x="947" y="8176"/>
                  </a:cubicBezTo>
                  <a:cubicBezTo>
                    <a:pt x="839" y="7981"/>
                    <a:pt x="695" y="7830"/>
                    <a:pt x="503" y="7830"/>
                  </a:cubicBezTo>
                  <a:cubicBezTo>
                    <a:pt x="458" y="7830"/>
                    <a:pt x="410" y="7838"/>
                    <a:pt x="360" y="7856"/>
                  </a:cubicBezTo>
                  <a:cubicBezTo>
                    <a:pt x="27" y="7989"/>
                    <a:pt x="1" y="8443"/>
                    <a:pt x="413" y="8642"/>
                  </a:cubicBezTo>
                  <a:cubicBezTo>
                    <a:pt x="630" y="8739"/>
                    <a:pt x="858" y="8792"/>
                    <a:pt x="1096" y="8792"/>
                  </a:cubicBezTo>
                  <a:cubicBezTo>
                    <a:pt x="1122" y="8792"/>
                    <a:pt x="1148" y="8791"/>
                    <a:pt x="1174" y="8790"/>
                  </a:cubicBezTo>
                  <a:cubicBezTo>
                    <a:pt x="1201" y="8976"/>
                    <a:pt x="1214" y="9176"/>
                    <a:pt x="1240" y="9363"/>
                  </a:cubicBezTo>
                  <a:cubicBezTo>
                    <a:pt x="1281" y="9683"/>
                    <a:pt x="1334" y="9976"/>
                    <a:pt x="1400" y="10283"/>
                  </a:cubicBezTo>
                  <a:cubicBezTo>
                    <a:pt x="1334" y="10177"/>
                    <a:pt x="1254" y="10056"/>
                    <a:pt x="1174" y="9949"/>
                  </a:cubicBezTo>
                  <a:cubicBezTo>
                    <a:pt x="1047" y="9794"/>
                    <a:pt x="899" y="9666"/>
                    <a:pt x="735" y="9666"/>
                  </a:cubicBezTo>
                  <a:cubicBezTo>
                    <a:pt x="674" y="9666"/>
                    <a:pt x="612" y="9683"/>
                    <a:pt x="547" y="9723"/>
                  </a:cubicBezTo>
                  <a:cubicBezTo>
                    <a:pt x="241" y="9896"/>
                    <a:pt x="267" y="10349"/>
                    <a:pt x="707" y="10483"/>
                  </a:cubicBezTo>
                  <a:cubicBezTo>
                    <a:pt x="861" y="10534"/>
                    <a:pt x="1020" y="10558"/>
                    <a:pt x="1182" y="10558"/>
                  </a:cubicBezTo>
                  <a:cubicBezTo>
                    <a:pt x="1272" y="10558"/>
                    <a:pt x="1363" y="10551"/>
                    <a:pt x="1454" y="10536"/>
                  </a:cubicBezTo>
                  <a:cubicBezTo>
                    <a:pt x="1574" y="11083"/>
                    <a:pt x="1734" y="11617"/>
                    <a:pt x="1921" y="12137"/>
                  </a:cubicBezTo>
                  <a:lnTo>
                    <a:pt x="1987" y="12297"/>
                  </a:lnTo>
                  <a:cubicBezTo>
                    <a:pt x="1921" y="12217"/>
                    <a:pt x="1868" y="12150"/>
                    <a:pt x="1800" y="12083"/>
                  </a:cubicBezTo>
                  <a:cubicBezTo>
                    <a:pt x="1674" y="11948"/>
                    <a:pt x="1530" y="11843"/>
                    <a:pt x="1375" y="11843"/>
                  </a:cubicBezTo>
                  <a:cubicBezTo>
                    <a:pt x="1301" y="11843"/>
                    <a:pt x="1225" y="11867"/>
                    <a:pt x="1147" y="11923"/>
                  </a:cubicBezTo>
                  <a:cubicBezTo>
                    <a:pt x="867" y="12124"/>
                    <a:pt x="947" y="12563"/>
                    <a:pt x="1388" y="12670"/>
                  </a:cubicBezTo>
                  <a:cubicBezTo>
                    <a:pt x="1492" y="12688"/>
                    <a:pt x="1600" y="12698"/>
                    <a:pt x="1706" y="12698"/>
                  </a:cubicBezTo>
                  <a:cubicBezTo>
                    <a:pt x="1844" y="12698"/>
                    <a:pt x="1980" y="12681"/>
                    <a:pt x="2108" y="12643"/>
                  </a:cubicBezTo>
                  <a:lnTo>
                    <a:pt x="2188" y="12803"/>
                  </a:lnTo>
                  <a:cubicBezTo>
                    <a:pt x="2294" y="13017"/>
                    <a:pt x="2387" y="13244"/>
                    <a:pt x="2494" y="13443"/>
                  </a:cubicBezTo>
                  <a:lnTo>
                    <a:pt x="2588" y="13630"/>
                  </a:lnTo>
                  <a:cubicBezTo>
                    <a:pt x="2521" y="13591"/>
                    <a:pt x="2467" y="13537"/>
                    <a:pt x="2414" y="13497"/>
                  </a:cubicBezTo>
                  <a:cubicBezTo>
                    <a:pt x="2282" y="13403"/>
                    <a:pt x="2140" y="13333"/>
                    <a:pt x="2008" y="13333"/>
                  </a:cubicBezTo>
                  <a:cubicBezTo>
                    <a:pt x="1914" y="13333"/>
                    <a:pt x="1825" y="13369"/>
                    <a:pt x="1747" y="13457"/>
                  </a:cubicBezTo>
                  <a:cubicBezTo>
                    <a:pt x="1494" y="13710"/>
                    <a:pt x="1654" y="14137"/>
                    <a:pt x="2108" y="14151"/>
                  </a:cubicBezTo>
                  <a:cubicBezTo>
                    <a:pt x="2348" y="14151"/>
                    <a:pt x="2574" y="14110"/>
                    <a:pt x="2787" y="14004"/>
                  </a:cubicBezTo>
                  <a:cubicBezTo>
                    <a:pt x="2921" y="14244"/>
                    <a:pt x="3054" y="14471"/>
                    <a:pt x="3201" y="14697"/>
                  </a:cubicBezTo>
                  <a:cubicBezTo>
                    <a:pt x="3255" y="14791"/>
                    <a:pt x="3294" y="14871"/>
                    <a:pt x="3361" y="14964"/>
                  </a:cubicBezTo>
                  <a:cubicBezTo>
                    <a:pt x="3281" y="14884"/>
                    <a:pt x="3187" y="14818"/>
                    <a:pt x="3107" y="14750"/>
                  </a:cubicBezTo>
                  <a:cubicBezTo>
                    <a:pt x="2975" y="14657"/>
                    <a:pt x="2834" y="14586"/>
                    <a:pt x="2699" y="14586"/>
                  </a:cubicBezTo>
                  <a:cubicBezTo>
                    <a:pt x="2603" y="14586"/>
                    <a:pt x="2511" y="14622"/>
                    <a:pt x="2428" y="14711"/>
                  </a:cubicBezTo>
                  <a:cubicBezTo>
                    <a:pt x="2188" y="14964"/>
                    <a:pt x="2348" y="15378"/>
                    <a:pt x="2801" y="15391"/>
                  </a:cubicBezTo>
                  <a:cubicBezTo>
                    <a:pt x="2823" y="15392"/>
                    <a:pt x="2845" y="15392"/>
                    <a:pt x="2868" y="15392"/>
                  </a:cubicBezTo>
                  <a:cubicBezTo>
                    <a:pt x="3098" y="15392"/>
                    <a:pt x="3329" y="15328"/>
                    <a:pt x="3548" y="15231"/>
                  </a:cubicBezTo>
                  <a:cubicBezTo>
                    <a:pt x="3614" y="15337"/>
                    <a:pt x="3694" y="15431"/>
                    <a:pt x="3774" y="15538"/>
                  </a:cubicBezTo>
                  <a:cubicBezTo>
                    <a:pt x="3601" y="15737"/>
                    <a:pt x="3655" y="16057"/>
                    <a:pt x="4001" y="16217"/>
                  </a:cubicBezTo>
                  <a:cubicBezTo>
                    <a:pt x="4161" y="16285"/>
                    <a:pt x="4348" y="16324"/>
                    <a:pt x="4521" y="16324"/>
                  </a:cubicBezTo>
                  <a:cubicBezTo>
                    <a:pt x="4548" y="16351"/>
                    <a:pt x="4562" y="16365"/>
                    <a:pt x="4588" y="16377"/>
                  </a:cubicBezTo>
                  <a:lnTo>
                    <a:pt x="4601" y="16391"/>
                  </a:lnTo>
                  <a:cubicBezTo>
                    <a:pt x="4814" y="17191"/>
                    <a:pt x="5068" y="17992"/>
                    <a:pt x="5362" y="18765"/>
                  </a:cubicBezTo>
                  <a:lnTo>
                    <a:pt x="5762" y="19765"/>
                  </a:lnTo>
                  <a:lnTo>
                    <a:pt x="4508" y="19765"/>
                  </a:lnTo>
                  <a:lnTo>
                    <a:pt x="4508" y="24699"/>
                  </a:lnTo>
                  <a:lnTo>
                    <a:pt x="8335" y="24699"/>
                  </a:lnTo>
                  <a:lnTo>
                    <a:pt x="8335" y="19752"/>
                  </a:lnTo>
                  <a:lnTo>
                    <a:pt x="6308" y="19752"/>
                  </a:lnTo>
                  <a:cubicBezTo>
                    <a:pt x="6135" y="19379"/>
                    <a:pt x="5961" y="18991"/>
                    <a:pt x="5801" y="18605"/>
                  </a:cubicBezTo>
                  <a:cubicBezTo>
                    <a:pt x="5548" y="17965"/>
                    <a:pt x="5321" y="17311"/>
                    <a:pt x="5122" y="16658"/>
                  </a:cubicBezTo>
                  <a:cubicBezTo>
                    <a:pt x="5148" y="16658"/>
                    <a:pt x="5188" y="16671"/>
                    <a:pt x="5214" y="16671"/>
                  </a:cubicBezTo>
                  <a:cubicBezTo>
                    <a:pt x="5268" y="16685"/>
                    <a:pt x="5308" y="16685"/>
                    <a:pt x="5362" y="16685"/>
                  </a:cubicBezTo>
                  <a:lnTo>
                    <a:pt x="5308" y="16338"/>
                  </a:lnTo>
                  <a:lnTo>
                    <a:pt x="5268" y="16338"/>
                  </a:lnTo>
                  <a:cubicBezTo>
                    <a:pt x="5241" y="16338"/>
                    <a:pt x="5228" y="16324"/>
                    <a:pt x="5202" y="16324"/>
                  </a:cubicBezTo>
                  <a:cubicBezTo>
                    <a:pt x="5161" y="16311"/>
                    <a:pt x="5108" y="16297"/>
                    <a:pt x="5068" y="16271"/>
                  </a:cubicBezTo>
                  <a:lnTo>
                    <a:pt x="5015" y="16244"/>
                  </a:lnTo>
                  <a:cubicBezTo>
                    <a:pt x="5214" y="16178"/>
                    <a:pt x="5401" y="16071"/>
                    <a:pt x="5561" y="15938"/>
                  </a:cubicBezTo>
                  <a:cubicBezTo>
                    <a:pt x="5922" y="15618"/>
                    <a:pt x="5828" y="15191"/>
                    <a:pt x="5481" y="15150"/>
                  </a:cubicBezTo>
                  <a:cubicBezTo>
                    <a:pt x="5468" y="15149"/>
                    <a:pt x="5454" y="15148"/>
                    <a:pt x="5441" y="15148"/>
                  </a:cubicBezTo>
                  <a:cubicBezTo>
                    <a:pt x="5198" y="15148"/>
                    <a:pt x="5050" y="15378"/>
                    <a:pt x="4962" y="15631"/>
                  </a:cubicBezTo>
                  <a:cubicBezTo>
                    <a:pt x="4935" y="15711"/>
                    <a:pt x="4908" y="15791"/>
                    <a:pt x="4894" y="15871"/>
                  </a:cubicBezTo>
                  <a:cubicBezTo>
                    <a:pt x="4868" y="15804"/>
                    <a:pt x="4855" y="15724"/>
                    <a:pt x="4828" y="15657"/>
                  </a:cubicBezTo>
                  <a:cubicBezTo>
                    <a:pt x="4775" y="15431"/>
                    <a:pt x="4722" y="15218"/>
                    <a:pt x="4681" y="15004"/>
                  </a:cubicBezTo>
                  <a:cubicBezTo>
                    <a:pt x="4894" y="14937"/>
                    <a:pt x="5095" y="14818"/>
                    <a:pt x="5282" y="14670"/>
                  </a:cubicBezTo>
                  <a:cubicBezTo>
                    <a:pt x="5641" y="14364"/>
                    <a:pt x="5535" y="13937"/>
                    <a:pt x="5202" y="13897"/>
                  </a:cubicBezTo>
                  <a:cubicBezTo>
                    <a:pt x="5187" y="13895"/>
                    <a:pt x="5172" y="13895"/>
                    <a:pt x="5158" y="13895"/>
                  </a:cubicBezTo>
                  <a:cubicBezTo>
                    <a:pt x="4906" y="13895"/>
                    <a:pt x="4770" y="14112"/>
                    <a:pt x="4681" y="14377"/>
                  </a:cubicBezTo>
                  <a:cubicBezTo>
                    <a:pt x="4642" y="14457"/>
                    <a:pt x="4628" y="14537"/>
                    <a:pt x="4601" y="14617"/>
                  </a:cubicBezTo>
                  <a:cubicBezTo>
                    <a:pt x="4574" y="14457"/>
                    <a:pt x="4535" y="14297"/>
                    <a:pt x="4508" y="14137"/>
                  </a:cubicBezTo>
                  <a:cubicBezTo>
                    <a:pt x="4494" y="14017"/>
                    <a:pt x="4468" y="13897"/>
                    <a:pt x="4455" y="13790"/>
                  </a:cubicBezTo>
                  <a:cubicBezTo>
                    <a:pt x="4455" y="13617"/>
                    <a:pt x="4441" y="13443"/>
                    <a:pt x="4455" y="13271"/>
                  </a:cubicBezTo>
                  <a:lnTo>
                    <a:pt x="4455" y="12990"/>
                  </a:lnTo>
                  <a:cubicBezTo>
                    <a:pt x="4632" y="13046"/>
                    <a:pt x="4809" y="13074"/>
                    <a:pt x="4986" y="13074"/>
                  </a:cubicBezTo>
                  <a:cubicBezTo>
                    <a:pt x="5022" y="13074"/>
                    <a:pt x="5059" y="13072"/>
                    <a:pt x="5095" y="13070"/>
                  </a:cubicBezTo>
                  <a:cubicBezTo>
                    <a:pt x="5561" y="13043"/>
                    <a:pt x="5748" y="12643"/>
                    <a:pt x="5495" y="12403"/>
                  </a:cubicBezTo>
                  <a:cubicBezTo>
                    <a:pt x="5417" y="12330"/>
                    <a:pt x="5328" y="12300"/>
                    <a:pt x="5235" y="12300"/>
                  </a:cubicBezTo>
                  <a:cubicBezTo>
                    <a:pt x="5090" y="12300"/>
                    <a:pt x="4934" y="12373"/>
                    <a:pt x="4788" y="12470"/>
                  </a:cubicBezTo>
                  <a:lnTo>
                    <a:pt x="4468" y="12710"/>
                  </a:lnTo>
                  <a:cubicBezTo>
                    <a:pt x="4508" y="12323"/>
                    <a:pt x="4562" y="11923"/>
                    <a:pt x="4654" y="11537"/>
                  </a:cubicBezTo>
                  <a:cubicBezTo>
                    <a:pt x="4708" y="11310"/>
                    <a:pt x="4775" y="11083"/>
                    <a:pt x="4855" y="10856"/>
                  </a:cubicBezTo>
                  <a:cubicBezTo>
                    <a:pt x="5035" y="10924"/>
                    <a:pt x="5233" y="10953"/>
                    <a:pt x="5427" y="10953"/>
                  </a:cubicBezTo>
                  <a:cubicBezTo>
                    <a:pt x="5463" y="10953"/>
                    <a:pt x="5499" y="10952"/>
                    <a:pt x="5535" y="10950"/>
                  </a:cubicBezTo>
                  <a:cubicBezTo>
                    <a:pt x="6015" y="10923"/>
                    <a:pt x="6189" y="10523"/>
                    <a:pt x="5935" y="10283"/>
                  </a:cubicBezTo>
                  <a:cubicBezTo>
                    <a:pt x="5856" y="10210"/>
                    <a:pt x="5768" y="10180"/>
                    <a:pt x="5674" y="10180"/>
                  </a:cubicBezTo>
                  <a:cubicBezTo>
                    <a:pt x="5530" y="10180"/>
                    <a:pt x="5374" y="10252"/>
                    <a:pt x="5228" y="10349"/>
                  </a:cubicBezTo>
                  <a:cubicBezTo>
                    <a:pt x="5148" y="10417"/>
                    <a:pt x="5054" y="10470"/>
                    <a:pt x="4988" y="10536"/>
                  </a:cubicBezTo>
                  <a:cubicBezTo>
                    <a:pt x="5081" y="10323"/>
                    <a:pt x="5188" y="10109"/>
                    <a:pt x="5308" y="9910"/>
                  </a:cubicBezTo>
                  <a:cubicBezTo>
                    <a:pt x="5548" y="9510"/>
                    <a:pt x="5842" y="9136"/>
                    <a:pt x="6189" y="8829"/>
                  </a:cubicBezTo>
                  <a:cubicBezTo>
                    <a:pt x="6375" y="8989"/>
                    <a:pt x="6589" y="9123"/>
                    <a:pt x="6829" y="9203"/>
                  </a:cubicBezTo>
                  <a:cubicBezTo>
                    <a:pt x="6909" y="9229"/>
                    <a:pt x="6985" y="9241"/>
                    <a:pt x="7055" y="9241"/>
                  </a:cubicBezTo>
                  <a:cubicBezTo>
                    <a:pt x="7377" y="9241"/>
                    <a:pt x="7565" y="8988"/>
                    <a:pt x="7455" y="8736"/>
                  </a:cubicBezTo>
                  <a:cubicBezTo>
                    <a:pt x="7370" y="8556"/>
                    <a:pt x="7205" y="8497"/>
                    <a:pt x="7016" y="8497"/>
                  </a:cubicBezTo>
                  <a:cubicBezTo>
                    <a:pt x="6938" y="8497"/>
                    <a:pt x="6857" y="8507"/>
                    <a:pt x="6775" y="8523"/>
                  </a:cubicBezTo>
                  <a:cubicBezTo>
                    <a:pt x="6664" y="8547"/>
                    <a:pt x="6565" y="8572"/>
                    <a:pt x="6467" y="8607"/>
                  </a:cubicBezTo>
                  <a:lnTo>
                    <a:pt x="6467" y="8607"/>
                  </a:lnTo>
                  <a:cubicBezTo>
                    <a:pt x="6850" y="8304"/>
                    <a:pt x="7273" y="8041"/>
                    <a:pt x="7709" y="7829"/>
                  </a:cubicBezTo>
                  <a:cubicBezTo>
                    <a:pt x="7869" y="8029"/>
                    <a:pt x="8056" y="8203"/>
                    <a:pt x="8282" y="8322"/>
                  </a:cubicBezTo>
                  <a:cubicBezTo>
                    <a:pt x="8391" y="8377"/>
                    <a:pt x="8496" y="8401"/>
                    <a:pt x="8590" y="8401"/>
                  </a:cubicBezTo>
                  <a:cubicBezTo>
                    <a:pt x="8863" y="8401"/>
                    <a:pt x="9045" y="8197"/>
                    <a:pt x="8975" y="7949"/>
                  </a:cubicBezTo>
                  <a:cubicBezTo>
                    <a:pt x="8915" y="7717"/>
                    <a:pt x="8673" y="7641"/>
                    <a:pt x="8406" y="7641"/>
                  </a:cubicBezTo>
                  <a:cubicBezTo>
                    <a:pt x="8383" y="7641"/>
                    <a:pt x="8359" y="7642"/>
                    <a:pt x="8335" y="7643"/>
                  </a:cubicBezTo>
                  <a:cubicBezTo>
                    <a:pt x="8228" y="7643"/>
                    <a:pt x="8109" y="7656"/>
                    <a:pt x="8002" y="7682"/>
                  </a:cubicBezTo>
                  <a:cubicBezTo>
                    <a:pt x="8469" y="7456"/>
                    <a:pt x="8949" y="7243"/>
                    <a:pt x="9416" y="7003"/>
                  </a:cubicBezTo>
                  <a:lnTo>
                    <a:pt x="9429" y="7003"/>
                  </a:lnTo>
                  <a:cubicBezTo>
                    <a:pt x="9629" y="7175"/>
                    <a:pt x="9882" y="7309"/>
                    <a:pt x="10136" y="7376"/>
                  </a:cubicBezTo>
                  <a:cubicBezTo>
                    <a:pt x="10203" y="7393"/>
                    <a:pt x="10266" y="7401"/>
                    <a:pt x="10324" y="7401"/>
                  </a:cubicBezTo>
                  <a:cubicBezTo>
                    <a:pt x="10677" y="7401"/>
                    <a:pt x="10871" y="7119"/>
                    <a:pt x="10723" y="6855"/>
                  </a:cubicBezTo>
                  <a:cubicBezTo>
                    <a:pt x="10641" y="6709"/>
                    <a:pt x="10505" y="6657"/>
                    <a:pt x="10348" y="6657"/>
                  </a:cubicBezTo>
                  <a:cubicBezTo>
                    <a:pt x="10247" y="6657"/>
                    <a:pt x="10138" y="6678"/>
                    <a:pt x="10029" y="6709"/>
                  </a:cubicBezTo>
                  <a:cubicBezTo>
                    <a:pt x="9949" y="6722"/>
                    <a:pt x="9882" y="6763"/>
                    <a:pt x="9802" y="6789"/>
                  </a:cubicBezTo>
                  <a:cubicBezTo>
                    <a:pt x="10109" y="6603"/>
                    <a:pt x="10416" y="6416"/>
                    <a:pt x="10696" y="6202"/>
                  </a:cubicBezTo>
                  <a:lnTo>
                    <a:pt x="10723" y="6229"/>
                  </a:lnTo>
                  <a:lnTo>
                    <a:pt x="10723" y="6215"/>
                  </a:lnTo>
                  <a:cubicBezTo>
                    <a:pt x="10936" y="6389"/>
                    <a:pt x="11176" y="6523"/>
                    <a:pt x="11456" y="6589"/>
                  </a:cubicBezTo>
                  <a:cubicBezTo>
                    <a:pt x="11521" y="6606"/>
                    <a:pt x="11583" y="6614"/>
                    <a:pt x="11640" y="6614"/>
                  </a:cubicBezTo>
                  <a:cubicBezTo>
                    <a:pt x="11984" y="6614"/>
                    <a:pt x="12178" y="6331"/>
                    <a:pt x="12030" y="6069"/>
                  </a:cubicBezTo>
                  <a:cubicBezTo>
                    <a:pt x="11957" y="5932"/>
                    <a:pt x="11827" y="5883"/>
                    <a:pt x="11673" y="5883"/>
                  </a:cubicBezTo>
                  <a:cubicBezTo>
                    <a:pt x="11572" y="5883"/>
                    <a:pt x="11460" y="5904"/>
                    <a:pt x="11349" y="5936"/>
                  </a:cubicBezTo>
                  <a:cubicBezTo>
                    <a:pt x="11150" y="6002"/>
                    <a:pt x="10949" y="6069"/>
                    <a:pt x="10762" y="6162"/>
                  </a:cubicBezTo>
                  <a:cubicBezTo>
                    <a:pt x="10869" y="6082"/>
                    <a:pt x="10963" y="6002"/>
                    <a:pt x="11070" y="5922"/>
                  </a:cubicBezTo>
                  <a:cubicBezTo>
                    <a:pt x="11536" y="5548"/>
                    <a:pt x="11976" y="5148"/>
                    <a:pt x="12403" y="4722"/>
                  </a:cubicBezTo>
                  <a:lnTo>
                    <a:pt x="12403" y="4722"/>
                  </a:lnTo>
                  <a:cubicBezTo>
                    <a:pt x="11909" y="5202"/>
                    <a:pt x="11390" y="5642"/>
                    <a:pt x="10830" y="6042"/>
                  </a:cubicBezTo>
                  <a:cubicBezTo>
                    <a:pt x="10910" y="5909"/>
                    <a:pt x="10976" y="5776"/>
                    <a:pt x="11029" y="5628"/>
                  </a:cubicBezTo>
                  <a:cubicBezTo>
                    <a:pt x="11136" y="5376"/>
                    <a:pt x="11150" y="5109"/>
                    <a:pt x="10910" y="4976"/>
                  </a:cubicBezTo>
                  <a:cubicBezTo>
                    <a:pt x="10843" y="4938"/>
                    <a:pt x="10773" y="4920"/>
                    <a:pt x="10706" y="4920"/>
                  </a:cubicBezTo>
                  <a:cubicBezTo>
                    <a:pt x="10463" y="4920"/>
                    <a:pt x="10249" y="5151"/>
                    <a:pt x="10323" y="5495"/>
                  </a:cubicBezTo>
                  <a:cubicBezTo>
                    <a:pt x="10389" y="5735"/>
                    <a:pt x="10510" y="5962"/>
                    <a:pt x="10670" y="6149"/>
                  </a:cubicBezTo>
                  <a:cubicBezTo>
                    <a:pt x="10309" y="6402"/>
                    <a:pt x="9923" y="6629"/>
                    <a:pt x="9535" y="6829"/>
                  </a:cubicBezTo>
                  <a:lnTo>
                    <a:pt x="9496" y="6855"/>
                  </a:lnTo>
                  <a:cubicBezTo>
                    <a:pt x="9589" y="6709"/>
                    <a:pt x="9656" y="6562"/>
                    <a:pt x="9722" y="6402"/>
                  </a:cubicBezTo>
                  <a:cubicBezTo>
                    <a:pt x="9816" y="6149"/>
                    <a:pt x="9843" y="5882"/>
                    <a:pt x="9589" y="5749"/>
                  </a:cubicBezTo>
                  <a:cubicBezTo>
                    <a:pt x="9522" y="5711"/>
                    <a:pt x="9454" y="5694"/>
                    <a:pt x="9387" y="5694"/>
                  </a:cubicBezTo>
                  <a:cubicBezTo>
                    <a:pt x="9148" y="5694"/>
                    <a:pt x="8942" y="5924"/>
                    <a:pt x="9016" y="6269"/>
                  </a:cubicBezTo>
                  <a:cubicBezTo>
                    <a:pt x="9082" y="6509"/>
                    <a:pt x="9189" y="6736"/>
                    <a:pt x="9349" y="6923"/>
                  </a:cubicBezTo>
                  <a:cubicBezTo>
                    <a:pt x="8882" y="7149"/>
                    <a:pt x="8389" y="7349"/>
                    <a:pt x="7908" y="7563"/>
                  </a:cubicBezTo>
                  <a:lnTo>
                    <a:pt x="7842" y="7589"/>
                  </a:lnTo>
                  <a:cubicBezTo>
                    <a:pt x="7935" y="7496"/>
                    <a:pt x="8029" y="7389"/>
                    <a:pt x="8109" y="7269"/>
                  </a:cubicBezTo>
                  <a:cubicBezTo>
                    <a:pt x="8255" y="7042"/>
                    <a:pt x="8349" y="6802"/>
                    <a:pt x="8136" y="6603"/>
                  </a:cubicBezTo>
                  <a:cubicBezTo>
                    <a:pt x="8056" y="6527"/>
                    <a:pt x="7960" y="6491"/>
                    <a:pt x="7865" y="6491"/>
                  </a:cubicBezTo>
                  <a:cubicBezTo>
                    <a:pt x="7656" y="6491"/>
                    <a:pt x="7455" y="6664"/>
                    <a:pt x="7455" y="6976"/>
                  </a:cubicBezTo>
                  <a:cubicBezTo>
                    <a:pt x="7455" y="7229"/>
                    <a:pt x="7508" y="7469"/>
                    <a:pt x="7615" y="7696"/>
                  </a:cubicBezTo>
                  <a:cubicBezTo>
                    <a:pt x="7182" y="7907"/>
                    <a:pt x="6747" y="8155"/>
                    <a:pt x="6351" y="8444"/>
                  </a:cubicBezTo>
                  <a:lnTo>
                    <a:pt x="6351" y="8444"/>
                  </a:lnTo>
                  <a:cubicBezTo>
                    <a:pt x="6397" y="8370"/>
                    <a:pt x="6434" y="8286"/>
                    <a:pt x="6482" y="8203"/>
                  </a:cubicBezTo>
                  <a:cubicBezTo>
                    <a:pt x="6589" y="7949"/>
                    <a:pt x="6642" y="7696"/>
                    <a:pt x="6402" y="7536"/>
                  </a:cubicBezTo>
                  <a:cubicBezTo>
                    <a:pt x="6336" y="7490"/>
                    <a:pt x="6260" y="7468"/>
                    <a:pt x="6184" y="7468"/>
                  </a:cubicBezTo>
                  <a:cubicBezTo>
                    <a:pt x="6061" y="7468"/>
                    <a:pt x="5937" y="7527"/>
                    <a:pt x="5855" y="7643"/>
                  </a:cubicBezTo>
                  <a:lnTo>
                    <a:pt x="5815" y="7723"/>
                  </a:lnTo>
                  <a:cubicBezTo>
                    <a:pt x="5788" y="7669"/>
                    <a:pt x="5748" y="7629"/>
                    <a:pt x="5695" y="7602"/>
                  </a:cubicBezTo>
                  <a:cubicBezTo>
                    <a:pt x="5630" y="7563"/>
                    <a:pt x="5565" y="7546"/>
                    <a:pt x="5501" y="7546"/>
                  </a:cubicBezTo>
                  <a:cubicBezTo>
                    <a:pt x="5328" y="7546"/>
                    <a:pt x="5161" y="7670"/>
                    <a:pt x="5015" y="7816"/>
                  </a:cubicBezTo>
                  <a:cubicBezTo>
                    <a:pt x="4962" y="7883"/>
                    <a:pt x="4908" y="7936"/>
                    <a:pt x="4868" y="7989"/>
                  </a:cubicBezTo>
                  <a:cubicBezTo>
                    <a:pt x="5028" y="7563"/>
                    <a:pt x="5214" y="7149"/>
                    <a:pt x="5455" y="6749"/>
                  </a:cubicBezTo>
                  <a:cubicBezTo>
                    <a:pt x="5668" y="6855"/>
                    <a:pt x="5908" y="6896"/>
                    <a:pt x="6162" y="6896"/>
                  </a:cubicBezTo>
                  <a:cubicBezTo>
                    <a:pt x="6628" y="6896"/>
                    <a:pt x="6829" y="6509"/>
                    <a:pt x="6601" y="6256"/>
                  </a:cubicBezTo>
                  <a:cubicBezTo>
                    <a:pt x="6516" y="6170"/>
                    <a:pt x="6419" y="6136"/>
                    <a:pt x="6316" y="6136"/>
                  </a:cubicBezTo>
                  <a:cubicBezTo>
                    <a:pt x="6177" y="6136"/>
                    <a:pt x="6027" y="6198"/>
                    <a:pt x="5881" y="6282"/>
                  </a:cubicBezTo>
                  <a:lnTo>
                    <a:pt x="5641" y="6442"/>
                  </a:lnTo>
                  <a:cubicBezTo>
                    <a:pt x="5895" y="6082"/>
                    <a:pt x="6162" y="5735"/>
                    <a:pt x="6468" y="5415"/>
                  </a:cubicBezTo>
                  <a:cubicBezTo>
                    <a:pt x="6669" y="5575"/>
                    <a:pt x="6895" y="5696"/>
                    <a:pt x="7149" y="5762"/>
                  </a:cubicBezTo>
                  <a:cubicBezTo>
                    <a:pt x="7210" y="5776"/>
                    <a:pt x="7267" y="5782"/>
                    <a:pt x="7321" y="5782"/>
                  </a:cubicBezTo>
                  <a:cubicBezTo>
                    <a:pt x="7681" y="5782"/>
                    <a:pt x="7875" y="5497"/>
                    <a:pt x="7736" y="5242"/>
                  </a:cubicBezTo>
                  <a:cubicBezTo>
                    <a:pt x="7654" y="5095"/>
                    <a:pt x="7512" y="5043"/>
                    <a:pt x="7353" y="5043"/>
                  </a:cubicBezTo>
                  <a:cubicBezTo>
                    <a:pt x="7253" y="5043"/>
                    <a:pt x="7145" y="5064"/>
                    <a:pt x="7042" y="5095"/>
                  </a:cubicBezTo>
                  <a:cubicBezTo>
                    <a:pt x="6909" y="5136"/>
                    <a:pt x="6775" y="5175"/>
                    <a:pt x="6655" y="5242"/>
                  </a:cubicBezTo>
                  <a:cubicBezTo>
                    <a:pt x="6775" y="5109"/>
                    <a:pt x="6909" y="5002"/>
                    <a:pt x="7042" y="4882"/>
                  </a:cubicBezTo>
                  <a:cubicBezTo>
                    <a:pt x="7215" y="4735"/>
                    <a:pt x="7389" y="4588"/>
                    <a:pt x="7576" y="4442"/>
                  </a:cubicBezTo>
                  <a:cubicBezTo>
                    <a:pt x="7775" y="4602"/>
                    <a:pt x="8002" y="4722"/>
                    <a:pt x="8242" y="4775"/>
                  </a:cubicBezTo>
                  <a:cubicBezTo>
                    <a:pt x="8309" y="4792"/>
                    <a:pt x="8373" y="4800"/>
                    <a:pt x="8431" y="4800"/>
                  </a:cubicBezTo>
                  <a:cubicBezTo>
                    <a:pt x="8780" y="4800"/>
                    <a:pt x="8966" y="4519"/>
                    <a:pt x="8829" y="4268"/>
                  </a:cubicBezTo>
                  <a:cubicBezTo>
                    <a:pt x="8745" y="4116"/>
                    <a:pt x="8601" y="4060"/>
                    <a:pt x="8436" y="4060"/>
                  </a:cubicBezTo>
                  <a:cubicBezTo>
                    <a:pt x="8340" y="4060"/>
                    <a:pt x="8238" y="4079"/>
                    <a:pt x="8136" y="4108"/>
                  </a:cubicBezTo>
                  <a:cubicBezTo>
                    <a:pt x="8068" y="4135"/>
                    <a:pt x="8002" y="4161"/>
                    <a:pt x="7935" y="4175"/>
                  </a:cubicBezTo>
                  <a:cubicBezTo>
                    <a:pt x="8175" y="4001"/>
                    <a:pt x="8429" y="3841"/>
                    <a:pt x="8669" y="3669"/>
                  </a:cubicBezTo>
                  <a:lnTo>
                    <a:pt x="8895" y="3521"/>
                  </a:lnTo>
                  <a:cubicBezTo>
                    <a:pt x="9096" y="3681"/>
                    <a:pt x="9336" y="3815"/>
                    <a:pt x="9603" y="3882"/>
                  </a:cubicBezTo>
                  <a:cubicBezTo>
                    <a:pt x="9662" y="3896"/>
                    <a:pt x="9718" y="3902"/>
                    <a:pt x="9771" y="3902"/>
                  </a:cubicBezTo>
                  <a:cubicBezTo>
                    <a:pt x="10125" y="3902"/>
                    <a:pt x="10329" y="3616"/>
                    <a:pt x="10189" y="3361"/>
                  </a:cubicBezTo>
                  <a:cubicBezTo>
                    <a:pt x="10100" y="3215"/>
                    <a:pt x="9960" y="3163"/>
                    <a:pt x="9802" y="3163"/>
                  </a:cubicBezTo>
                  <a:cubicBezTo>
                    <a:pt x="9701" y="3163"/>
                    <a:pt x="9591" y="3184"/>
                    <a:pt x="9482" y="3215"/>
                  </a:cubicBezTo>
                  <a:cubicBezTo>
                    <a:pt x="9375" y="3242"/>
                    <a:pt x="9269" y="3281"/>
                    <a:pt x="9162" y="3322"/>
                  </a:cubicBezTo>
                  <a:lnTo>
                    <a:pt x="9309" y="3228"/>
                  </a:lnTo>
                  <a:cubicBezTo>
                    <a:pt x="9389" y="3162"/>
                    <a:pt x="9482" y="3095"/>
                    <a:pt x="9562" y="3028"/>
                  </a:cubicBezTo>
                  <a:cubicBezTo>
                    <a:pt x="9669" y="2948"/>
                    <a:pt x="9763" y="2868"/>
                    <a:pt x="9869" y="2788"/>
                  </a:cubicBezTo>
                  <a:cubicBezTo>
                    <a:pt x="9923" y="2735"/>
                    <a:pt x="9976" y="2694"/>
                    <a:pt x="10029" y="2641"/>
                  </a:cubicBezTo>
                  <a:cubicBezTo>
                    <a:pt x="10243" y="2815"/>
                    <a:pt x="10483" y="2935"/>
                    <a:pt x="10736" y="3002"/>
                  </a:cubicBezTo>
                  <a:cubicBezTo>
                    <a:pt x="10801" y="3018"/>
                    <a:pt x="10862" y="3026"/>
                    <a:pt x="10920" y="3026"/>
                  </a:cubicBezTo>
                  <a:cubicBezTo>
                    <a:pt x="11275" y="3026"/>
                    <a:pt x="11472" y="2734"/>
                    <a:pt x="11322" y="2481"/>
                  </a:cubicBezTo>
                  <a:cubicBezTo>
                    <a:pt x="11241" y="2335"/>
                    <a:pt x="11105" y="2283"/>
                    <a:pt x="10948" y="2283"/>
                  </a:cubicBezTo>
                  <a:cubicBezTo>
                    <a:pt x="10847" y="2283"/>
                    <a:pt x="10738" y="2304"/>
                    <a:pt x="10629" y="2335"/>
                  </a:cubicBezTo>
                  <a:cubicBezTo>
                    <a:pt x="10483" y="2388"/>
                    <a:pt x="10323" y="2442"/>
                    <a:pt x="10176" y="2508"/>
                  </a:cubicBezTo>
                  <a:cubicBezTo>
                    <a:pt x="10362" y="2335"/>
                    <a:pt x="10549" y="2148"/>
                    <a:pt x="10723" y="1962"/>
                  </a:cubicBezTo>
                  <a:lnTo>
                    <a:pt x="10762" y="1921"/>
                  </a:lnTo>
                  <a:cubicBezTo>
                    <a:pt x="10830" y="1841"/>
                    <a:pt x="10910" y="1748"/>
                    <a:pt x="10976" y="1668"/>
                  </a:cubicBezTo>
                  <a:cubicBezTo>
                    <a:pt x="11043" y="1574"/>
                    <a:pt x="11136" y="1468"/>
                    <a:pt x="11216" y="1361"/>
                  </a:cubicBezTo>
                  <a:cubicBezTo>
                    <a:pt x="11536" y="948"/>
                    <a:pt x="11790" y="495"/>
                    <a:pt x="119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101;p114">
              <a:extLst>
                <a:ext uri="{FF2B5EF4-FFF2-40B4-BE49-F238E27FC236}">
                  <a16:creationId xmlns:a16="http://schemas.microsoft.com/office/drawing/2014/main" id="{EB60C9E8-7EE8-3A47-9DEF-D0777EF40001}"/>
                </a:ext>
              </a:extLst>
            </p:cNvPr>
            <p:cNvSpPr/>
            <p:nvPr/>
          </p:nvSpPr>
          <p:spPr>
            <a:xfrm>
              <a:off x="3832250" y="3738450"/>
              <a:ext cx="307425" cy="617500"/>
            </a:xfrm>
            <a:custGeom>
              <a:avLst/>
              <a:gdLst/>
              <a:ahLst/>
              <a:cxnLst/>
              <a:rect l="l" t="t" r="r" b="b"/>
              <a:pathLst>
                <a:path w="12297" h="24700" extrusionOk="0">
                  <a:moveTo>
                    <a:pt x="5681" y="8096"/>
                  </a:moveTo>
                  <a:cubicBezTo>
                    <a:pt x="5735" y="8310"/>
                    <a:pt x="5828" y="8509"/>
                    <a:pt x="5948" y="8683"/>
                  </a:cubicBezTo>
                  <a:cubicBezTo>
                    <a:pt x="5694" y="8896"/>
                    <a:pt x="5454" y="9149"/>
                    <a:pt x="5255" y="9416"/>
                  </a:cubicBezTo>
                  <a:cubicBezTo>
                    <a:pt x="5214" y="9323"/>
                    <a:pt x="5148" y="9270"/>
                    <a:pt x="5054" y="9229"/>
                  </a:cubicBezTo>
                  <a:cubicBezTo>
                    <a:pt x="5015" y="9216"/>
                    <a:pt x="4961" y="9203"/>
                    <a:pt x="4908" y="9203"/>
                  </a:cubicBezTo>
                  <a:cubicBezTo>
                    <a:pt x="4721" y="9203"/>
                    <a:pt x="4561" y="9363"/>
                    <a:pt x="4428" y="9563"/>
                  </a:cubicBezTo>
                  <a:lnTo>
                    <a:pt x="4348" y="9563"/>
                  </a:lnTo>
                  <a:lnTo>
                    <a:pt x="4348" y="9549"/>
                  </a:lnTo>
                  <a:lnTo>
                    <a:pt x="4348" y="9523"/>
                  </a:lnTo>
                  <a:cubicBezTo>
                    <a:pt x="4414" y="9136"/>
                    <a:pt x="4508" y="8763"/>
                    <a:pt x="4627" y="8402"/>
                  </a:cubicBezTo>
                  <a:cubicBezTo>
                    <a:pt x="4695" y="8416"/>
                    <a:pt x="4775" y="8416"/>
                    <a:pt x="4841" y="8416"/>
                  </a:cubicBezTo>
                  <a:cubicBezTo>
                    <a:pt x="5015" y="8416"/>
                    <a:pt x="5175" y="8390"/>
                    <a:pt x="5335" y="8349"/>
                  </a:cubicBezTo>
                  <a:cubicBezTo>
                    <a:pt x="5481" y="8310"/>
                    <a:pt x="5601" y="8216"/>
                    <a:pt x="5681" y="8096"/>
                  </a:cubicBezTo>
                  <a:close/>
                  <a:moveTo>
                    <a:pt x="4828" y="10043"/>
                  </a:moveTo>
                  <a:cubicBezTo>
                    <a:pt x="4787" y="10123"/>
                    <a:pt x="4748" y="10216"/>
                    <a:pt x="4707" y="10296"/>
                  </a:cubicBezTo>
                  <a:cubicBezTo>
                    <a:pt x="4707" y="10243"/>
                    <a:pt x="4721" y="10203"/>
                    <a:pt x="4721" y="10150"/>
                  </a:cubicBezTo>
                  <a:lnTo>
                    <a:pt x="4721" y="10083"/>
                  </a:lnTo>
                  <a:cubicBezTo>
                    <a:pt x="4761" y="10070"/>
                    <a:pt x="4801" y="10056"/>
                    <a:pt x="4828" y="10043"/>
                  </a:cubicBezTo>
                  <a:close/>
                  <a:moveTo>
                    <a:pt x="4227" y="10523"/>
                  </a:moveTo>
                  <a:cubicBezTo>
                    <a:pt x="4307" y="10603"/>
                    <a:pt x="4401" y="10683"/>
                    <a:pt x="4508" y="10750"/>
                  </a:cubicBezTo>
                  <a:cubicBezTo>
                    <a:pt x="4414" y="10990"/>
                    <a:pt x="4334" y="11230"/>
                    <a:pt x="4281" y="11470"/>
                  </a:cubicBezTo>
                  <a:cubicBezTo>
                    <a:pt x="4241" y="11590"/>
                    <a:pt x="4215" y="11710"/>
                    <a:pt x="4188" y="11830"/>
                  </a:cubicBezTo>
                  <a:lnTo>
                    <a:pt x="4174" y="11816"/>
                  </a:lnTo>
                  <a:cubicBezTo>
                    <a:pt x="4174" y="11564"/>
                    <a:pt x="4174" y="11310"/>
                    <a:pt x="4188" y="11057"/>
                  </a:cubicBezTo>
                  <a:cubicBezTo>
                    <a:pt x="4201" y="10870"/>
                    <a:pt x="4201" y="10696"/>
                    <a:pt x="4227" y="10523"/>
                  </a:cubicBezTo>
                  <a:close/>
                  <a:moveTo>
                    <a:pt x="3734" y="14990"/>
                  </a:moveTo>
                  <a:cubicBezTo>
                    <a:pt x="3868" y="15031"/>
                    <a:pt x="4001" y="15058"/>
                    <a:pt x="4134" y="15058"/>
                  </a:cubicBezTo>
                  <a:lnTo>
                    <a:pt x="4134" y="15084"/>
                  </a:lnTo>
                  <a:lnTo>
                    <a:pt x="4201" y="15070"/>
                  </a:lnTo>
                  <a:cubicBezTo>
                    <a:pt x="4227" y="15231"/>
                    <a:pt x="4268" y="15404"/>
                    <a:pt x="4307" y="15564"/>
                  </a:cubicBezTo>
                  <a:cubicBezTo>
                    <a:pt x="4215" y="15458"/>
                    <a:pt x="4094" y="15391"/>
                    <a:pt x="3961" y="15391"/>
                  </a:cubicBezTo>
                  <a:lnTo>
                    <a:pt x="3934" y="15391"/>
                  </a:lnTo>
                  <a:cubicBezTo>
                    <a:pt x="3841" y="15284"/>
                    <a:pt x="3747" y="15164"/>
                    <a:pt x="3667" y="15058"/>
                  </a:cubicBezTo>
                  <a:cubicBezTo>
                    <a:pt x="3681" y="15031"/>
                    <a:pt x="3708" y="15017"/>
                    <a:pt x="3734" y="14990"/>
                  </a:cubicBezTo>
                  <a:close/>
                  <a:moveTo>
                    <a:pt x="11882" y="1"/>
                  </a:moveTo>
                  <a:lnTo>
                    <a:pt x="11882" y="1"/>
                  </a:lnTo>
                  <a:cubicBezTo>
                    <a:pt x="11683" y="481"/>
                    <a:pt x="11402" y="934"/>
                    <a:pt x="11082" y="1348"/>
                  </a:cubicBezTo>
                  <a:cubicBezTo>
                    <a:pt x="10762" y="1748"/>
                    <a:pt x="10403" y="2134"/>
                    <a:pt x="10015" y="2468"/>
                  </a:cubicBezTo>
                  <a:lnTo>
                    <a:pt x="9962" y="2508"/>
                  </a:lnTo>
                  <a:cubicBezTo>
                    <a:pt x="10056" y="2362"/>
                    <a:pt x="10136" y="2202"/>
                    <a:pt x="10202" y="2042"/>
                  </a:cubicBezTo>
                  <a:cubicBezTo>
                    <a:pt x="10242" y="1935"/>
                    <a:pt x="10269" y="1814"/>
                    <a:pt x="10269" y="1721"/>
                  </a:cubicBezTo>
                  <a:cubicBezTo>
                    <a:pt x="10269" y="1574"/>
                    <a:pt x="10216" y="1455"/>
                    <a:pt x="10082" y="1375"/>
                  </a:cubicBezTo>
                  <a:cubicBezTo>
                    <a:pt x="10015" y="1348"/>
                    <a:pt x="9949" y="1321"/>
                    <a:pt x="9882" y="1321"/>
                  </a:cubicBezTo>
                  <a:cubicBezTo>
                    <a:pt x="9668" y="1321"/>
                    <a:pt x="9482" y="1494"/>
                    <a:pt x="9482" y="1761"/>
                  </a:cubicBezTo>
                  <a:cubicBezTo>
                    <a:pt x="9482" y="1801"/>
                    <a:pt x="9482" y="1855"/>
                    <a:pt x="9496" y="1908"/>
                  </a:cubicBezTo>
                  <a:cubicBezTo>
                    <a:pt x="9562" y="2161"/>
                    <a:pt x="9682" y="2401"/>
                    <a:pt x="9869" y="2602"/>
                  </a:cubicBezTo>
                  <a:lnTo>
                    <a:pt x="9775" y="2682"/>
                  </a:lnTo>
                  <a:lnTo>
                    <a:pt x="9668" y="2775"/>
                  </a:lnTo>
                  <a:cubicBezTo>
                    <a:pt x="9615" y="2815"/>
                    <a:pt x="9549" y="2868"/>
                    <a:pt x="9482" y="2908"/>
                  </a:cubicBezTo>
                  <a:cubicBezTo>
                    <a:pt x="9455" y="2935"/>
                    <a:pt x="9416" y="2961"/>
                    <a:pt x="9375" y="2988"/>
                  </a:cubicBezTo>
                  <a:cubicBezTo>
                    <a:pt x="9295" y="3055"/>
                    <a:pt x="9202" y="3121"/>
                    <a:pt x="9108" y="3175"/>
                  </a:cubicBezTo>
                  <a:lnTo>
                    <a:pt x="8975" y="3268"/>
                  </a:lnTo>
                  <a:lnTo>
                    <a:pt x="8829" y="3375"/>
                  </a:lnTo>
                  <a:cubicBezTo>
                    <a:pt x="8922" y="3228"/>
                    <a:pt x="8989" y="3068"/>
                    <a:pt x="9055" y="2908"/>
                  </a:cubicBezTo>
                  <a:cubicBezTo>
                    <a:pt x="9096" y="2801"/>
                    <a:pt x="9135" y="2694"/>
                    <a:pt x="9135" y="2588"/>
                  </a:cubicBezTo>
                  <a:cubicBezTo>
                    <a:pt x="9135" y="2454"/>
                    <a:pt x="9082" y="2335"/>
                    <a:pt x="8936" y="2255"/>
                  </a:cubicBezTo>
                  <a:cubicBezTo>
                    <a:pt x="8868" y="2214"/>
                    <a:pt x="8802" y="2202"/>
                    <a:pt x="8735" y="2202"/>
                  </a:cubicBezTo>
                  <a:cubicBezTo>
                    <a:pt x="8522" y="2202"/>
                    <a:pt x="8335" y="2374"/>
                    <a:pt x="8335" y="2641"/>
                  </a:cubicBezTo>
                  <a:cubicBezTo>
                    <a:pt x="8335" y="2682"/>
                    <a:pt x="8349" y="2721"/>
                    <a:pt x="8362" y="2775"/>
                  </a:cubicBezTo>
                  <a:cubicBezTo>
                    <a:pt x="8415" y="3028"/>
                    <a:pt x="8535" y="3255"/>
                    <a:pt x="8708" y="3455"/>
                  </a:cubicBezTo>
                  <a:lnTo>
                    <a:pt x="8602" y="3521"/>
                  </a:lnTo>
                  <a:lnTo>
                    <a:pt x="8189" y="3788"/>
                  </a:lnTo>
                  <a:lnTo>
                    <a:pt x="8109" y="3841"/>
                  </a:lnTo>
                  <a:lnTo>
                    <a:pt x="7881" y="4001"/>
                  </a:lnTo>
                  <a:lnTo>
                    <a:pt x="7789" y="4055"/>
                  </a:lnTo>
                  <a:cubicBezTo>
                    <a:pt x="7682" y="4135"/>
                    <a:pt x="7575" y="4202"/>
                    <a:pt x="7481" y="4282"/>
                  </a:cubicBezTo>
                  <a:cubicBezTo>
                    <a:pt x="7561" y="4135"/>
                    <a:pt x="7629" y="3975"/>
                    <a:pt x="7695" y="3815"/>
                  </a:cubicBezTo>
                  <a:cubicBezTo>
                    <a:pt x="7735" y="3708"/>
                    <a:pt x="7775" y="3601"/>
                    <a:pt x="7775" y="3495"/>
                  </a:cubicBezTo>
                  <a:cubicBezTo>
                    <a:pt x="7775" y="3361"/>
                    <a:pt x="7709" y="3228"/>
                    <a:pt x="7575" y="3162"/>
                  </a:cubicBezTo>
                  <a:cubicBezTo>
                    <a:pt x="7508" y="3121"/>
                    <a:pt x="7442" y="3095"/>
                    <a:pt x="7375" y="3095"/>
                  </a:cubicBezTo>
                  <a:cubicBezTo>
                    <a:pt x="7161" y="3095"/>
                    <a:pt x="6975" y="3268"/>
                    <a:pt x="6975" y="3535"/>
                  </a:cubicBezTo>
                  <a:cubicBezTo>
                    <a:pt x="6975" y="3589"/>
                    <a:pt x="6988" y="3628"/>
                    <a:pt x="6988" y="3681"/>
                  </a:cubicBezTo>
                  <a:cubicBezTo>
                    <a:pt x="7055" y="3935"/>
                    <a:pt x="7175" y="4161"/>
                    <a:pt x="7348" y="4362"/>
                  </a:cubicBezTo>
                  <a:lnTo>
                    <a:pt x="6828" y="4762"/>
                  </a:lnTo>
                  <a:cubicBezTo>
                    <a:pt x="6708" y="4869"/>
                    <a:pt x="6588" y="4976"/>
                    <a:pt x="6468" y="5095"/>
                  </a:cubicBezTo>
                  <a:cubicBezTo>
                    <a:pt x="6521" y="4988"/>
                    <a:pt x="6562" y="4895"/>
                    <a:pt x="6601" y="4789"/>
                  </a:cubicBezTo>
                  <a:cubicBezTo>
                    <a:pt x="6642" y="4682"/>
                    <a:pt x="6668" y="4575"/>
                    <a:pt x="6668" y="4469"/>
                  </a:cubicBezTo>
                  <a:cubicBezTo>
                    <a:pt x="6668" y="4335"/>
                    <a:pt x="6615" y="4215"/>
                    <a:pt x="6482" y="4135"/>
                  </a:cubicBezTo>
                  <a:cubicBezTo>
                    <a:pt x="6414" y="4095"/>
                    <a:pt x="6348" y="4081"/>
                    <a:pt x="6281" y="4081"/>
                  </a:cubicBezTo>
                  <a:cubicBezTo>
                    <a:pt x="6068" y="4081"/>
                    <a:pt x="5881" y="4255"/>
                    <a:pt x="5881" y="4522"/>
                  </a:cubicBezTo>
                  <a:cubicBezTo>
                    <a:pt x="5881" y="4562"/>
                    <a:pt x="5895" y="4602"/>
                    <a:pt x="5895" y="4655"/>
                  </a:cubicBezTo>
                  <a:cubicBezTo>
                    <a:pt x="5961" y="4895"/>
                    <a:pt x="6068" y="5122"/>
                    <a:pt x="6228" y="5308"/>
                  </a:cubicBezTo>
                  <a:cubicBezTo>
                    <a:pt x="5895" y="5642"/>
                    <a:pt x="5588" y="6016"/>
                    <a:pt x="5321" y="6416"/>
                  </a:cubicBezTo>
                  <a:cubicBezTo>
                    <a:pt x="5348" y="6295"/>
                    <a:pt x="5374" y="6176"/>
                    <a:pt x="5388" y="6069"/>
                  </a:cubicBezTo>
                  <a:cubicBezTo>
                    <a:pt x="5401" y="6016"/>
                    <a:pt x="5401" y="5962"/>
                    <a:pt x="5401" y="5909"/>
                  </a:cubicBezTo>
                  <a:cubicBezTo>
                    <a:pt x="5401" y="5696"/>
                    <a:pt x="5335" y="5509"/>
                    <a:pt x="5107" y="5456"/>
                  </a:cubicBezTo>
                  <a:cubicBezTo>
                    <a:pt x="5068" y="5442"/>
                    <a:pt x="5027" y="5442"/>
                    <a:pt x="5001" y="5442"/>
                  </a:cubicBezTo>
                  <a:cubicBezTo>
                    <a:pt x="4787" y="5442"/>
                    <a:pt x="4615" y="5602"/>
                    <a:pt x="4615" y="5842"/>
                  </a:cubicBezTo>
                  <a:cubicBezTo>
                    <a:pt x="4615" y="5922"/>
                    <a:pt x="4627" y="6016"/>
                    <a:pt x="4681" y="6096"/>
                  </a:cubicBezTo>
                  <a:cubicBezTo>
                    <a:pt x="4787" y="6322"/>
                    <a:pt x="4961" y="6509"/>
                    <a:pt x="5161" y="6656"/>
                  </a:cubicBezTo>
                  <a:cubicBezTo>
                    <a:pt x="4894" y="7095"/>
                    <a:pt x="4681" y="7549"/>
                    <a:pt x="4508" y="8016"/>
                  </a:cubicBezTo>
                  <a:cubicBezTo>
                    <a:pt x="4494" y="7922"/>
                    <a:pt x="4494" y="7816"/>
                    <a:pt x="4467" y="7723"/>
                  </a:cubicBezTo>
                  <a:cubicBezTo>
                    <a:pt x="4428" y="7456"/>
                    <a:pt x="4321" y="7216"/>
                    <a:pt x="4041" y="7216"/>
                  </a:cubicBezTo>
                  <a:lnTo>
                    <a:pt x="4028" y="7216"/>
                  </a:lnTo>
                  <a:cubicBezTo>
                    <a:pt x="3801" y="7216"/>
                    <a:pt x="3641" y="7403"/>
                    <a:pt x="3641" y="7602"/>
                  </a:cubicBezTo>
                  <a:cubicBezTo>
                    <a:pt x="3641" y="7723"/>
                    <a:pt x="3694" y="7842"/>
                    <a:pt x="3801" y="7963"/>
                  </a:cubicBezTo>
                  <a:cubicBezTo>
                    <a:pt x="3961" y="8136"/>
                    <a:pt x="4161" y="8269"/>
                    <a:pt x="4387" y="8349"/>
                  </a:cubicBezTo>
                  <a:cubicBezTo>
                    <a:pt x="4268" y="8710"/>
                    <a:pt x="4174" y="9083"/>
                    <a:pt x="4094" y="9469"/>
                  </a:cubicBezTo>
                  <a:cubicBezTo>
                    <a:pt x="4081" y="9523"/>
                    <a:pt x="4081" y="9590"/>
                    <a:pt x="4067" y="9643"/>
                  </a:cubicBezTo>
                  <a:lnTo>
                    <a:pt x="4028" y="9683"/>
                  </a:lnTo>
                  <a:lnTo>
                    <a:pt x="3987" y="9523"/>
                  </a:lnTo>
                  <a:cubicBezTo>
                    <a:pt x="3907" y="9283"/>
                    <a:pt x="3774" y="9083"/>
                    <a:pt x="3548" y="9083"/>
                  </a:cubicBezTo>
                  <a:cubicBezTo>
                    <a:pt x="3521" y="9083"/>
                    <a:pt x="3494" y="9083"/>
                    <a:pt x="3468" y="9096"/>
                  </a:cubicBezTo>
                  <a:cubicBezTo>
                    <a:pt x="3267" y="9123"/>
                    <a:pt x="3148" y="9296"/>
                    <a:pt x="3148" y="9469"/>
                  </a:cubicBezTo>
                  <a:cubicBezTo>
                    <a:pt x="3148" y="9603"/>
                    <a:pt x="3201" y="9750"/>
                    <a:pt x="3361" y="9869"/>
                  </a:cubicBezTo>
                  <a:cubicBezTo>
                    <a:pt x="3534" y="10003"/>
                    <a:pt x="3747" y="10097"/>
                    <a:pt x="3961" y="10150"/>
                  </a:cubicBezTo>
                  <a:cubicBezTo>
                    <a:pt x="3961" y="10163"/>
                    <a:pt x="3974" y="10177"/>
                    <a:pt x="3974" y="10177"/>
                  </a:cubicBezTo>
                  <a:cubicBezTo>
                    <a:pt x="3934" y="10470"/>
                    <a:pt x="3907" y="10750"/>
                    <a:pt x="3894" y="11030"/>
                  </a:cubicBezTo>
                  <a:cubicBezTo>
                    <a:pt x="3881" y="11244"/>
                    <a:pt x="3868" y="11457"/>
                    <a:pt x="3868" y="11670"/>
                  </a:cubicBezTo>
                  <a:cubicBezTo>
                    <a:pt x="3654" y="11670"/>
                    <a:pt x="3480" y="11843"/>
                    <a:pt x="3480" y="12070"/>
                  </a:cubicBezTo>
                  <a:cubicBezTo>
                    <a:pt x="3480" y="12163"/>
                    <a:pt x="3507" y="12257"/>
                    <a:pt x="3560" y="12364"/>
                  </a:cubicBezTo>
                  <a:cubicBezTo>
                    <a:pt x="3654" y="12510"/>
                    <a:pt x="3761" y="12643"/>
                    <a:pt x="3894" y="12750"/>
                  </a:cubicBezTo>
                  <a:cubicBezTo>
                    <a:pt x="3921" y="13150"/>
                    <a:pt x="3961" y="13550"/>
                    <a:pt x="4014" y="13950"/>
                  </a:cubicBezTo>
                  <a:cubicBezTo>
                    <a:pt x="3948" y="13897"/>
                    <a:pt x="3868" y="13857"/>
                    <a:pt x="3788" y="13857"/>
                  </a:cubicBezTo>
                  <a:cubicBezTo>
                    <a:pt x="3761" y="13857"/>
                    <a:pt x="3721" y="13870"/>
                    <a:pt x="3694" y="13870"/>
                  </a:cubicBezTo>
                  <a:cubicBezTo>
                    <a:pt x="3507" y="13924"/>
                    <a:pt x="3414" y="14084"/>
                    <a:pt x="3388" y="14270"/>
                  </a:cubicBezTo>
                  <a:cubicBezTo>
                    <a:pt x="3320" y="14338"/>
                    <a:pt x="3281" y="14430"/>
                    <a:pt x="3281" y="14524"/>
                  </a:cubicBezTo>
                  <a:cubicBezTo>
                    <a:pt x="3148" y="14311"/>
                    <a:pt x="3014" y="14110"/>
                    <a:pt x="2881" y="13884"/>
                  </a:cubicBezTo>
                  <a:cubicBezTo>
                    <a:pt x="3080" y="13737"/>
                    <a:pt x="3240" y="13550"/>
                    <a:pt x="3361" y="13324"/>
                  </a:cubicBezTo>
                  <a:cubicBezTo>
                    <a:pt x="3414" y="13217"/>
                    <a:pt x="3441" y="13111"/>
                    <a:pt x="3441" y="13017"/>
                  </a:cubicBezTo>
                  <a:cubicBezTo>
                    <a:pt x="3441" y="12791"/>
                    <a:pt x="3294" y="12617"/>
                    <a:pt x="3107" y="12617"/>
                  </a:cubicBezTo>
                  <a:cubicBezTo>
                    <a:pt x="3068" y="12617"/>
                    <a:pt x="3041" y="12630"/>
                    <a:pt x="3000" y="12630"/>
                  </a:cubicBezTo>
                  <a:cubicBezTo>
                    <a:pt x="2760" y="12697"/>
                    <a:pt x="2694" y="12937"/>
                    <a:pt x="2694" y="13203"/>
                  </a:cubicBezTo>
                  <a:lnTo>
                    <a:pt x="2694" y="13271"/>
                  </a:lnTo>
                  <a:cubicBezTo>
                    <a:pt x="2694" y="13377"/>
                    <a:pt x="2707" y="13484"/>
                    <a:pt x="2721" y="13603"/>
                  </a:cubicBezTo>
                  <a:lnTo>
                    <a:pt x="2587" y="13351"/>
                  </a:lnTo>
                  <a:cubicBezTo>
                    <a:pt x="2467" y="13150"/>
                    <a:pt x="2374" y="12937"/>
                    <a:pt x="2267" y="12723"/>
                  </a:cubicBezTo>
                  <a:cubicBezTo>
                    <a:pt x="2241" y="12684"/>
                    <a:pt x="2214" y="12630"/>
                    <a:pt x="2187" y="12577"/>
                  </a:cubicBezTo>
                  <a:cubicBezTo>
                    <a:pt x="2414" y="12457"/>
                    <a:pt x="2600" y="12310"/>
                    <a:pt x="2760" y="12124"/>
                  </a:cubicBezTo>
                  <a:cubicBezTo>
                    <a:pt x="2867" y="11990"/>
                    <a:pt x="2908" y="11857"/>
                    <a:pt x="2908" y="11736"/>
                  </a:cubicBezTo>
                  <a:cubicBezTo>
                    <a:pt x="2908" y="11523"/>
                    <a:pt x="2774" y="11363"/>
                    <a:pt x="2574" y="11363"/>
                  </a:cubicBezTo>
                  <a:lnTo>
                    <a:pt x="2547" y="11363"/>
                  </a:lnTo>
                  <a:cubicBezTo>
                    <a:pt x="2267" y="11390"/>
                    <a:pt x="2161" y="11644"/>
                    <a:pt x="2107" y="11937"/>
                  </a:cubicBezTo>
                  <a:cubicBezTo>
                    <a:pt x="2094" y="12056"/>
                    <a:pt x="2081" y="12190"/>
                    <a:pt x="2081" y="12310"/>
                  </a:cubicBezTo>
                  <a:lnTo>
                    <a:pt x="1974" y="12083"/>
                  </a:lnTo>
                  <a:cubicBezTo>
                    <a:pt x="1773" y="11576"/>
                    <a:pt x="1601" y="11043"/>
                    <a:pt x="1467" y="10509"/>
                  </a:cubicBezTo>
                  <a:cubicBezTo>
                    <a:pt x="1707" y="10417"/>
                    <a:pt x="1933" y="10269"/>
                    <a:pt x="2120" y="10083"/>
                  </a:cubicBezTo>
                  <a:cubicBezTo>
                    <a:pt x="2254" y="9949"/>
                    <a:pt x="2321" y="9803"/>
                    <a:pt x="2321" y="9670"/>
                  </a:cubicBezTo>
                  <a:cubicBezTo>
                    <a:pt x="2321" y="9483"/>
                    <a:pt x="2187" y="9323"/>
                    <a:pt x="1987" y="9323"/>
                  </a:cubicBezTo>
                  <a:lnTo>
                    <a:pt x="1974" y="9323"/>
                  </a:lnTo>
                  <a:cubicBezTo>
                    <a:pt x="1707" y="9323"/>
                    <a:pt x="1574" y="9563"/>
                    <a:pt x="1494" y="9843"/>
                  </a:cubicBezTo>
                  <a:cubicBezTo>
                    <a:pt x="1453" y="9990"/>
                    <a:pt x="1427" y="10150"/>
                    <a:pt x="1414" y="10296"/>
                  </a:cubicBezTo>
                  <a:cubicBezTo>
                    <a:pt x="1347" y="9990"/>
                    <a:pt x="1281" y="9683"/>
                    <a:pt x="1227" y="9363"/>
                  </a:cubicBezTo>
                  <a:cubicBezTo>
                    <a:pt x="1187" y="9163"/>
                    <a:pt x="1174" y="8962"/>
                    <a:pt x="1147" y="8776"/>
                  </a:cubicBezTo>
                  <a:cubicBezTo>
                    <a:pt x="1414" y="8722"/>
                    <a:pt x="1667" y="8603"/>
                    <a:pt x="1880" y="8443"/>
                  </a:cubicBezTo>
                  <a:cubicBezTo>
                    <a:pt x="2054" y="8310"/>
                    <a:pt x="2134" y="8150"/>
                    <a:pt x="2134" y="8002"/>
                  </a:cubicBezTo>
                  <a:cubicBezTo>
                    <a:pt x="2134" y="7829"/>
                    <a:pt x="2027" y="7682"/>
                    <a:pt x="1841" y="7656"/>
                  </a:cubicBezTo>
                  <a:lnTo>
                    <a:pt x="1773" y="7656"/>
                  </a:lnTo>
                  <a:cubicBezTo>
                    <a:pt x="1533" y="7656"/>
                    <a:pt x="1387" y="7869"/>
                    <a:pt x="1293" y="8109"/>
                  </a:cubicBezTo>
                  <a:cubicBezTo>
                    <a:pt x="1227" y="8283"/>
                    <a:pt x="1174" y="8456"/>
                    <a:pt x="1133" y="8630"/>
                  </a:cubicBezTo>
                  <a:cubicBezTo>
                    <a:pt x="1107" y="8402"/>
                    <a:pt x="1080" y="8176"/>
                    <a:pt x="1067" y="7949"/>
                  </a:cubicBezTo>
                  <a:cubicBezTo>
                    <a:pt x="1053" y="7709"/>
                    <a:pt x="1053" y="7483"/>
                    <a:pt x="1053" y="7243"/>
                  </a:cubicBezTo>
                  <a:cubicBezTo>
                    <a:pt x="1053" y="7003"/>
                    <a:pt x="1053" y="6763"/>
                    <a:pt x="1067" y="6535"/>
                  </a:cubicBezTo>
                  <a:lnTo>
                    <a:pt x="1067" y="6535"/>
                  </a:lnTo>
                  <a:cubicBezTo>
                    <a:pt x="1040" y="6896"/>
                    <a:pt x="1014" y="7243"/>
                    <a:pt x="1014" y="7602"/>
                  </a:cubicBezTo>
                  <a:cubicBezTo>
                    <a:pt x="1014" y="7723"/>
                    <a:pt x="1014" y="7842"/>
                    <a:pt x="1027" y="7949"/>
                  </a:cubicBezTo>
                  <a:cubicBezTo>
                    <a:pt x="1027" y="8176"/>
                    <a:pt x="1040" y="8390"/>
                    <a:pt x="1053" y="8603"/>
                  </a:cubicBezTo>
                  <a:cubicBezTo>
                    <a:pt x="1000" y="8456"/>
                    <a:pt x="920" y="8310"/>
                    <a:pt x="840" y="8176"/>
                  </a:cubicBezTo>
                  <a:cubicBezTo>
                    <a:pt x="733" y="7989"/>
                    <a:pt x="587" y="7829"/>
                    <a:pt x="400" y="7829"/>
                  </a:cubicBezTo>
                  <a:cubicBezTo>
                    <a:pt x="360" y="7829"/>
                    <a:pt x="306" y="7842"/>
                    <a:pt x="253" y="7856"/>
                  </a:cubicBezTo>
                  <a:cubicBezTo>
                    <a:pt x="93" y="7922"/>
                    <a:pt x="0" y="8070"/>
                    <a:pt x="0" y="8216"/>
                  </a:cubicBezTo>
                  <a:cubicBezTo>
                    <a:pt x="0" y="8376"/>
                    <a:pt x="93" y="8536"/>
                    <a:pt x="306" y="8642"/>
                  </a:cubicBezTo>
                  <a:cubicBezTo>
                    <a:pt x="520" y="8736"/>
                    <a:pt x="747" y="8790"/>
                    <a:pt x="987" y="8790"/>
                  </a:cubicBezTo>
                  <a:lnTo>
                    <a:pt x="1067" y="8790"/>
                  </a:lnTo>
                  <a:cubicBezTo>
                    <a:pt x="1094" y="8976"/>
                    <a:pt x="1107" y="9176"/>
                    <a:pt x="1133" y="9363"/>
                  </a:cubicBezTo>
                  <a:cubicBezTo>
                    <a:pt x="1174" y="9683"/>
                    <a:pt x="1227" y="9976"/>
                    <a:pt x="1293" y="10283"/>
                  </a:cubicBezTo>
                  <a:cubicBezTo>
                    <a:pt x="1227" y="10177"/>
                    <a:pt x="1147" y="10056"/>
                    <a:pt x="1067" y="9949"/>
                  </a:cubicBezTo>
                  <a:cubicBezTo>
                    <a:pt x="934" y="9789"/>
                    <a:pt x="787" y="9670"/>
                    <a:pt x="627" y="9670"/>
                  </a:cubicBezTo>
                  <a:cubicBezTo>
                    <a:pt x="560" y="9670"/>
                    <a:pt x="507" y="9683"/>
                    <a:pt x="440" y="9723"/>
                  </a:cubicBezTo>
                  <a:cubicBezTo>
                    <a:pt x="306" y="9789"/>
                    <a:pt x="240" y="9923"/>
                    <a:pt x="240" y="10056"/>
                  </a:cubicBezTo>
                  <a:cubicBezTo>
                    <a:pt x="240" y="10230"/>
                    <a:pt x="347" y="10403"/>
                    <a:pt x="600" y="10483"/>
                  </a:cubicBezTo>
                  <a:cubicBezTo>
                    <a:pt x="747" y="10536"/>
                    <a:pt x="907" y="10563"/>
                    <a:pt x="1080" y="10563"/>
                  </a:cubicBezTo>
                  <a:cubicBezTo>
                    <a:pt x="1160" y="10563"/>
                    <a:pt x="1254" y="10550"/>
                    <a:pt x="1347" y="10536"/>
                  </a:cubicBezTo>
                  <a:cubicBezTo>
                    <a:pt x="1467" y="11083"/>
                    <a:pt x="1627" y="11617"/>
                    <a:pt x="1814" y="12137"/>
                  </a:cubicBezTo>
                  <a:lnTo>
                    <a:pt x="1880" y="12297"/>
                  </a:lnTo>
                  <a:cubicBezTo>
                    <a:pt x="1814" y="12217"/>
                    <a:pt x="1761" y="12150"/>
                    <a:pt x="1693" y="12083"/>
                  </a:cubicBezTo>
                  <a:cubicBezTo>
                    <a:pt x="1560" y="11950"/>
                    <a:pt x="1414" y="11843"/>
                    <a:pt x="1267" y="11843"/>
                  </a:cubicBezTo>
                  <a:cubicBezTo>
                    <a:pt x="1187" y="11843"/>
                    <a:pt x="1121" y="11870"/>
                    <a:pt x="1040" y="11923"/>
                  </a:cubicBezTo>
                  <a:cubicBezTo>
                    <a:pt x="934" y="12003"/>
                    <a:pt x="880" y="12124"/>
                    <a:pt x="880" y="12243"/>
                  </a:cubicBezTo>
                  <a:cubicBezTo>
                    <a:pt x="880" y="12417"/>
                    <a:pt x="1014" y="12604"/>
                    <a:pt x="1281" y="12670"/>
                  </a:cubicBezTo>
                  <a:cubicBezTo>
                    <a:pt x="1387" y="12684"/>
                    <a:pt x="1494" y="12697"/>
                    <a:pt x="1601" y="12697"/>
                  </a:cubicBezTo>
                  <a:cubicBezTo>
                    <a:pt x="1734" y="12697"/>
                    <a:pt x="1867" y="12684"/>
                    <a:pt x="2001" y="12643"/>
                  </a:cubicBezTo>
                  <a:lnTo>
                    <a:pt x="2081" y="12803"/>
                  </a:lnTo>
                  <a:cubicBezTo>
                    <a:pt x="2187" y="13017"/>
                    <a:pt x="2280" y="13244"/>
                    <a:pt x="2387" y="13443"/>
                  </a:cubicBezTo>
                  <a:lnTo>
                    <a:pt x="2481" y="13630"/>
                  </a:lnTo>
                  <a:cubicBezTo>
                    <a:pt x="2414" y="13591"/>
                    <a:pt x="2360" y="13537"/>
                    <a:pt x="2307" y="13497"/>
                  </a:cubicBezTo>
                  <a:cubicBezTo>
                    <a:pt x="2174" y="13404"/>
                    <a:pt x="2027" y="13337"/>
                    <a:pt x="1907" y="13337"/>
                  </a:cubicBezTo>
                  <a:cubicBezTo>
                    <a:pt x="1800" y="13337"/>
                    <a:pt x="1720" y="13377"/>
                    <a:pt x="1640" y="13457"/>
                  </a:cubicBezTo>
                  <a:cubicBezTo>
                    <a:pt x="1560" y="13537"/>
                    <a:pt x="1521" y="13630"/>
                    <a:pt x="1521" y="13724"/>
                  </a:cubicBezTo>
                  <a:cubicBezTo>
                    <a:pt x="1521" y="13937"/>
                    <a:pt x="1693" y="14137"/>
                    <a:pt x="2001" y="14151"/>
                  </a:cubicBezTo>
                  <a:lnTo>
                    <a:pt x="2040" y="14151"/>
                  </a:lnTo>
                  <a:cubicBezTo>
                    <a:pt x="2254" y="14151"/>
                    <a:pt x="2481" y="14097"/>
                    <a:pt x="2680" y="14004"/>
                  </a:cubicBezTo>
                  <a:cubicBezTo>
                    <a:pt x="2814" y="14244"/>
                    <a:pt x="2947" y="14471"/>
                    <a:pt x="3094" y="14697"/>
                  </a:cubicBezTo>
                  <a:cubicBezTo>
                    <a:pt x="3148" y="14791"/>
                    <a:pt x="3187" y="14871"/>
                    <a:pt x="3254" y="14964"/>
                  </a:cubicBezTo>
                  <a:cubicBezTo>
                    <a:pt x="3174" y="14884"/>
                    <a:pt x="3080" y="14818"/>
                    <a:pt x="3000" y="14750"/>
                  </a:cubicBezTo>
                  <a:cubicBezTo>
                    <a:pt x="2867" y="14658"/>
                    <a:pt x="2721" y="14590"/>
                    <a:pt x="2587" y="14590"/>
                  </a:cubicBezTo>
                  <a:cubicBezTo>
                    <a:pt x="2494" y="14590"/>
                    <a:pt x="2401" y="14617"/>
                    <a:pt x="2321" y="14711"/>
                  </a:cubicBezTo>
                  <a:cubicBezTo>
                    <a:pt x="2254" y="14791"/>
                    <a:pt x="2214" y="14884"/>
                    <a:pt x="2214" y="14978"/>
                  </a:cubicBezTo>
                  <a:cubicBezTo>
                    <a:pt x="2214" y="15191"/>
                    <a:pt x="2387" y="15391"/>
                    <a:pt x="2694" y="15391"/>
                  </a:cubicBezTo>
                  <a:lnTo>
                    <a:pt x="2707" y="15391"/>
                  </a:lnTo>
                  <a:cubicBezTo>
                    <a:pt x="2961" y="15391"/>
                    <a:pt x="3214" y="15337"/>
                    <a:pt x="3441" y="15231"/>
                  </a:cubicBezTo>
                  <a:cubicBezTo>
                    <a:pt x="3507" y="15337"/>
                    <a:pt x="3587" y="15431"/>
                    <a:pt x="3667" y="15538"/>
                  </a:cubicBezTo>
                  <a:cubicBezTo>
                    <a:pt x="3601" y="15604"/>
                    <a:pt x="3574" y="15698"/>
                    <a:pt x="3574" y="15791"/>
                  </a:cubicBezTo>
                  <a:cubicBezTo>
                    <a:pt x="3574" y="15951"/>
                    <a:pt x="3681" y="16111"/>
                    <a:pt x="3894" y="16217"/>
                  </a:cubicBezTo>
                  <a:cubicBezTo>
                    <a:pt x="4054" y="16285"/>
                    <a:pt x="4241" y="16324"/>
                    <a:pt x="4414" y="16324"/>
                  </a:cubicBezTo>
                  <a:cubicBezTo>
                    <a:pt x="4441" y="16351"/>
                    <a:pt x="4455" y="16365"/>
                    <a:pt x="4481" y="16377"/>
                  </a:cubicBezTo>
                  <a:lnTo>
                    <a:pt x="4494" y="16391"/>
                  </a:lnTo>
                  <a:cubicBezTo>
                    <a:pt x="4707" y="17191"/>
                    <a:pt x="4961" y="17992"/>
                    <a:pt x="5255" y="18765"/>
                  </a:cubicBezTo>
                  <a:lnTo>
                    <a:pt x="5655" y="19765"/>
                  </a:lnTo>
                  <a:lnTo>
                    <a:pt x="4401" y="19765"/>
                  </a:lnTo>
                  <a:lnTo>
                    <a:pt x="4401" y="24699"/>
                  </a:lnTo>
                  <a:lnTo>
                    <a:pt x="8228" y="24699"/>
                  </a:lnTo>
                  <a:lnTo>
                    <a:pt x="8228" y="23899"/>
                  </a:lnTo>
                  <a:lnTo>
                    <a:pt x="8228" y="19752"/>
                  </a:lnTo>
                  <a:lnTo>
                    <a:pt x="6201" y="19752"/>
                  </a:lnTo>
                  <a:cubicBezTo>
                    <a:pt x="6028" y="19379"/>
                    <a:pt x="5854" y="18991"/>
                    <a:pt x="5694" y="18605"/>
                  </a:cubicBezTo>
                  <a:cubicBezTo>
                    <a:pt x="5441" y="17965"/>
                    <a:pt x="5214" y="17311"/>
                    <a:pt x="5015" y="16658"/>
                  </a:cubicBezTo>
                  <a:cubicBezTo>
                    <a:pt x="5041" y="16658"/>
                    <a:pt x="5081" y="16671"/>
                    <a:pt x="5107" y="16671"/>
                  </a:cubicBezTo>
                  <a:cubicBezTo>
                    <a:pt x="5148" y="16685"/>
                    <a:pt x="5175" y="16685"/>
                    <a:pt x="5201" y="16685"/>
                  </a:cubicBezTo>
                  <a:lnTo>
                    <a:pt x="5255" y="16685"/>
                  </a:lnTo>
                  <a:lnTo>
                    <a:pt x="5201" y="16338"/>
                  </a:lnTo>
                  <a:lnTo>
                    <a:pt x="5161" y="16338"/>
                  </a:lnTo>
                  <a:cubicBezTo>
                    <a:pt x="5134" y="16338"/>
                    <a:pt x="5121" y="16324"/>
                    <a:pt x="5095" y="16324"/>
                  </a:cubicBezTo>
                  <a:cubicBezTo>
                    <a:pt x="5054" y="16311"/>
                    <a:pt x="5001" y="16297"/>
                    <a:pt x="4961" y="16271"/>
                  </a:cubicBezTo>
                  <a:lnTo>
                    <a:pt x="4908" y="16244"/>
                  </a:lnTo>
                  <a:cubicBezTo>
                    <a:pt x="5107" y="16178"/>
                    <a:pt x="5294" y="16071"/>
                    <a:pt x="5454" y="15938"/>
                  </a:cubicBezTo>
                  <a:cubicBezTo>
                    <a:pt x="5614" y="15804"/>
                    <a:pt x="5681" y="15644"/>
                    <a:pt x="5681" y="15497"/>
                  </a:cubicBezTo>
                  <a:cubicBezTo>
                    <a:pt x="5681" y="15324"/>
                    <a:pt x="5561" y="15177"/>
                    <a:pt x="5374" y="15150"/>
                  </a:cubicBezTo>
                  <a:lnTo>
                    <a:pt x="5335" y="15150"/>
                  </a:lnTo>
                  <a:cubicBezTo>
                    <a:pt x="5081" y="15150"/>
                    <a:pt x="4947" y="15378"/>
                    <a:pt x="4855" y="15631"/>
                  </a:cubicBezTo>
                  <a:cubicBezTo>
                    <a:pt x="4828" y="15711"/>
                    <a:pt x="4801" y="15791"/>
                    <a:pt x="4787" y="15871"/>
                  </a:cubicBezTo>
                  <a:cubicBezTo>
                    <a:pt x="4761" y="15804"/>
                    <a:pt x="4748" y="15724"/>
                    <a:pt x="4721" y="15657"/>
                  </a:cubicBezTo>
                  <a:cubicBezTo>
                    <a:pt x="4668" y="15431"/>
                    <a:pt x="4615" y="15218"/>
                    <a:pt x="4574" y="15004"/>
                  </a:cubicBezTo>
                  <a:cubicBezTo>
                    <a:pt x="4787" y="14937"/>
                    <a:pt x="4988" y="14818"/>
                    <a:pt x="5175" y="14670"/>
                  </a:cubicBezTo>
                  <a:cubicBezTo>
                    <a:pt x="5321" y="14537"/>
                    <a:pt x="5401" y="14377"/>
                    <a:pt x="5401" y="14244"/>
                  </a:cubicBezTo>
                  <a:cubicBezTo>
                    <a:pt x="5401" y="14071"/>
                    <a:pt x="5281" y="13924"/>
                    <a:pt x="5095" y="13897"/>
                  </a:cubicBezTo>
                  <a:lnTo>
                    <a:pt x="5041" y="13897"/>
                  </a:lnTo>
                  <a:cubicBezTo>
                    <a:pt x="4801" y="13897"/>
                    <a:pt x="4654" y="14110"/>
                    <a:pt x="4574" y="14377"/>
                  </a:cubicBezTo>
                  <a:cubicBezTo>
                    <a:pt x="4535" y="14457"/>
                    <a:pt x="4521" y="14537"/>
                    <a:pt x="4494" y="14617"/>
                  </a:cubicBezTo>
                  <a:cubicBezTo>
                    <a:pt x="4467" y="14457"/>
                    <a:pt x="4428" y="14297"/>
                    <a:pt x="4401" y="14137"/>
                  </a:cubicBezTo>
                  <a:cubicBezTo>
                    <a:pt x="4387" y="14017"/>
                    <a:pt x="4361" y="13897"/>
                    <a:pt x="4348" y="13790"/>
                  </a:cubicBezTo>
                  <a:lnTo>
                    <a:pt x="4348" y="13390"/>
                  </a:lnTo>
                  <a:lnTo>
                    <a:pt x="4348" y="13271"/>
                  </a:lnTo>
                  <a:lnTo>
                    <a:pt x="4348" y="12990"/>
                  </a:lnTo>
                  <a:cubicBezTo>
                    <a:pt x="4521" y="13057"/>
                    <a:pt x="4707" y="13084"/>
                    <a:pt x="4894" y="13084"/>
                  </a:cubicBezTo>
                  <a:cubicBezTo>
                    <a:pt x="4921" y="13084"/>
                    <a:pt x="4947" y="13084"/>
                    <a:pt x="4988" y="13070"/>
                  </a:cubicBezTo>
                  <a:cubicBezTo>
                    <a:pt x="5308" y="13057"/>
                    <a:pt x="5495" y="12857"/>
                    <a:pt x="5495" y="12657"/>
                  </a:cubicBezTo>
                  <a:cubicBezTo>
                    <a:pt x="5495" y="12563"/>
                    <a:pt x="5468" y="12483"/>
                    <a:pt x="5388" y="12403"/>
                  </a:cubicBezTo>
                  <a:cubicBezTo>
                    <a:pt x="5308" y="12337"/>
                    <a:pt x="5214" y="12297"/>
                    <a:pt x="5121" y="12297"/>
                  </a:cubicBezTo>
                  <a:cubicBezTo>
                    <a:pt x="4988" y="12297"/>
                    <a:pt x="4828" y="12377"/>
                    <a:pt x="4681" y="12470"/>
                  </a:cubicBezTo>
                  <a:lnTo>
                    <a:pt x="4361" y="12710"/>
                  </a:lnTo>
                  <a:cubicBezTo>
                    <a:pt x="4401" y="12323"/>
                    <a:pt x="4455" y="11923"/>
                    <a:pt x="4547" y="11537"/>
                  </a:cubicBezTo>
                  <a:cubicBezTo>
                    <a:pt x="4601" y="11310"/>
                    <a:pt x="4668" y="11083"/>
                    <a:pt x="4748" y="10856"/>
                  </a:cubicBezTo>
                  <a:cubicBezTo>
                    <a:pt x="4935" y="10923"/>
                    <a:pt x="5134" y="10963"/>
                    <a:pt x="5335" y="10963"/>
                  </a:cubicBezTo>
                  <a:cubicBezTo>
                    <a:pt x="5361" y="10963"/>
                    <a:pt x="5388" y="10963"/>
                    <a:pt x="5428" y="10950"/>
                  </a:cubicBezTo>
                  <a:cubicBezTo>
                    <a:pt x="5762" y="10936"/>
                    <a:pt x="5948" y="10737"/>
                    <a:pt x="5948" y="10536"/>
                  </a:cubicBezTo>
                  <a:cubicBezTo>
                    <a:pt x="5948" y="10443"/>
                    <a:pt x="5908" y="10363"/>
                    <a:pt x="5828" y="10283"/>
                  </a:cubicBezTo>
                  <a:cubicBezTo>
                    <a:pt x="5748" y="10216"/>
                    <a:pt x="5655" y="10177"/>
                    <a:pt x="5561" y="10177"/>
                  </a:cubicBezTo>
                  <a:cubicBezTo>
                    <a:pt x="5428" y="10177"/>
                    <a:pt x="5268" y="10257"/>
                    <a:pt x="5121" y="10349"/>
                  </a:cubicBezTo>
                  <a:cubicBezTo>
                    <a:pt x="5041" y="10417"/>
                    <a:pt x="4947" y="10470"/>
                    <a:pt x="4881" y="10536"/>
                  </a:cubicBezTo>
                  <a:cubicBezTo>
                    <a:pt x="4974" y="10323"/>
                    <a:pt x="5081" y="10109"/>
                    <a:pt x="5201" y="9910"/>
                  </a:cubicBezTo>
                  <a:cubicBezTo>
                    <a:pt x="5441" y="9510"/>
                    <a:pt x="5735" y="9136"/>
                    <a:pt x="6082" y="8829"/>
                  </a:cubicBezTo>
                  <a:cubicBezTo>
                    <a:pt x="6268" y="8989"/>
                    <a:pt x="6482" y="9123"/>
                    <a:pt x="6722" y="9203"/>
                  </a:cubicBezTo>
                  <a:cubicBezTo>
                    <a:pt x="6802" y="9229"/>
                    <a:pt x="6882" y="9243"/>
                    <a:pt x="6948" y="9243"/>
                  </a:cubicBezTo>
                  <a:cubicBezTo>
                    <a:pt x="7202" y="9243"/>
                    <a:pt x="7375" y="9069"/>
                    <a:pt x="7375" y="8882"/>
                  </a:cubicBezTo>
                  <a:cubicBezTo>
                    <a:pt x="7375" y="8829"/>
                    <a:pt x="7375" y="8776"/>
                    <a:pt x="7348" y="8736"/>
                  </a:cubicBezTo>
                  <a:cubicBezTo>
                    <a:pt x="7268" y="8562"/>
                    <a:pt x="7108" y="8496"/>
                    <a:pt x="6921" y="8496"/>
                  </a:cubicBezTo>
                  <a:cubicBezTo>
                    <a:pt x="6841" y="8496"/>
                    <a:pt x="6748" y="8509"/>
                    <a:pt x="6668" y="8523"/>
                  </a:cubicBezTo>
                  <a:cubicBezTo>
                    <a:pt x="6557" y="8547"/>
                    <a:pt x="6458" y="8572"/>
                    <a:pt x="6360" y="8607"/>
                  </a:cubicBezTo>
                  <a:lnTo>
                    <a:pt x="6360" y="8607"/>
                  </a:lnTo>
                  <a:cubicBezTo>
                    <a:pt x="6743" y="8304"/>
                    <a:pt x="7166" y="8041"/>
                    <a:pt x="7602" y="7829"/>
                  </a:cubicBezTo>
                  <a:cubicBezTo>
                    <a:pt x="7762" y="8029"/>
                    <a:pt x="7949" y="8203"/>
                    <a:pt x="8175" y="8322"/>
                  </a:cubicBezTo>
                  <a:cubicBezTo>
                    <a:pt x="8295" y="8376"/>
                    <a:pt x="8402" y="8402"/>
                    <a:pt x="8495" y="8402"/>
                  </a:cubicBezTo>
                  <a:cubicBezTo>
                    <a:pt x="8722" y="8402"/>
                    <a:pt x="8882" y="8256"/>
                    <a:pt x="8882" y="8056"/>
                  </a:cubicBezTo>
                  <a:cubicBezTo>
                    <a:pt x="8882" y="8029"/>
                    <a:pt x="8882" y="7989"/>
                    <a:pt x="8868" y="7949"/>
                  </a:cubicBezTo>
                  <a:cubicBezTo>
                    <a:pt x="8802" y="7709"/>
                    <a:pt x="8548" y="7643"/>
                    <a:pt x="8282" y="7643"/>
                  </a:cubicBezTo>
                  <a:lnTo>
                    <a:pt x="8228" y="7643"/>
                  </a:lnTo>
                  <a:cubicBezTo>
                    <a:pt x="8121" y="7643"/>
                    <a:pt x="8002" y="7656"/>
                    <a:pt x="7895" y="7682"/>
                  </a:cubicBezTo>
                  <a:cubicBezTo>
                    <a:pt x="8362" y="7456"/>
                    <a:pt x="8842" y="7243"/>
                    <a:pt x="9309" y="7003"/>
                  </a:cubicBezTo>
                  <a:lnTo>
                    <a:pt x="9322" y="7003"/>
                  </a:lnTo>
                  <a:cubicBezTo>
                    <a:pt x="9522" y="7175"/>
                    <a:pt x="9775" y="7309"/>
                    <a:pt x="10029" y="7376"/>
                  </a:cubicBezTo>
                  <a:cubicBezTo>
                    <a:pt x="10095" y="7389"/>
                    <a:pt x="10162" y="7403"/>
                    <a:pt x="10216" y="7403"/>
                  </a:cubicBezTo>
                  <a:cubicBezTo>
                    <a:pt x="10483" y="7403"/>
                    <a:pt x="10669" y="7229"/>
                    <a:pt x="10669" y="7029"/>
                  </a:cubicBezTo>
                  <a:cubicBezTo>
                    <a:pt x="10669" y="6976"/>
                    <a:pt x="10655" y="6909"/>
                    <a:pt x="10616" y="6855"/>
                  </a:cubicBezTo>
                  <a:cubicBezTo>
                    <a:pt x="10536" y="6709"/>
                    <a:pt x="10403" y="6656"/>
                    <a:pt x="10242" y="6656"/>
                  </a:cubicBezTo>
                  <a:cubicBezTo>
                    <a:pt x="10136" y="6656"/>
                    <a:pt x="10029" y="6669"/>
                    <a:pt x="9922" y="6709"/>
                  </a:cubicBezTo>
                  <a:cubicBezTo>
                    <a:pt x="9842" y="6722"/>
                    <a:pt x="9775" y="6763"/>
                    <a:pt x="9695" y="6789"/>
                  </a:cubicBezTo>
                  <a:cubicBezTo>
                    <a:pt x="10002" y="6603"/>
                    <a:pt x="10309" y="6416"/>
                    <a:pt x="10589" y="6202"/>
                  </a:cubicBezTo>
                  <a:lnTo>
                    <a:pt x="10616" y="6229"/>
                  </a:lnTo>
                  <a:lnTo>
                    <a:pt x="10616" y="6215"/>
                  </a:lnTo>
                  <a:cubicBezTo>
                    <a:pt x="10829" y="6389"/>
                    <a:pt x="11069" y="6523"/>
                    <a:pt x="11349" y="6589"/>
                  </a:cubicBezTo>
                  <a:cubicBezTo>
                    <a:pt x="11402" y="6603"/>
                    <a:pt x="11469" y="6615"/>
                    <a:pt x="11523" y="6615"/>
                  </a:cubicBezTo>
                  <a:cubicBezTo>
                    <a:pt x="11789" y="6615"/>
                    <a:pt x="11976" y="6442"/>
                    <a:pt x="11976" y="6242"/>
                  </a:cubicBezTo>
                  <a:cubicBezTo>
                    <a:pt x="11976" y="6189"/>
                    <a:pt x="11962" y="6135"/>
                    <a:pt x="11923" y="6069"/>
                  </a:cubicBezTo>
                  <a:cubicBezTo>
                    <a:pt x="11843" y="5936"/>
                    <a:pt x="11709" y="5882"/>
                    <a:pt x="11562" y="5882"/>
                  </a:cubicBezTo>
                  <a:cubicBezTo>
                    <a:pt x="11456" y="5882"/>
                    <a:pt x="11349" y="5909"/>
                    <a:pt x="11242" y="5936"/>
                  </a:cubicBezTo>
                  <a:cubicBezTo>
                    <a:pt x="11043" y="6002"/>
                    <a:pt x="10842" y="6069"/>
                    <a:pt x="10655" y="6162"/>
                  </a:cubicBezTo>
                  <a:cubicBezTo>
                    <a:pt x="10762" y="6082"/>
                    <a:pt x="10856" y="6002"/>
                    <a:pt x="10963" y="5922"/>
                  </a:cubicBezTo>
                  <a:cubicBezTo>
                    <a:pt x="11429" y="5548"/>
                    <a:pt x="11869" y="5148"/>
                    <a:pt x="12296" y="4722"/>
                  </a:cubicBezTo>
                  <a:lnTo>
                    <a:pt x="12296" y="4722"/>
                  </a:lnTo>
                  <a:cubicBezTo>
                    <a:pt x="11802" y="5202"/>
                    <a:pt x="11283" y="5642"/>
                    <a:pt x="10723" y="6042"/>
                  </a:cubicBezTo>
                  <a:cubicBezTo>
                    <a:pt x="10803" y="5909"/>
                    <a:pt x="10869" y="5776"/>
                    <a:pt x="10922" y="5628"/>
                  </a:cubicBezTo>
                  <a:cubicBezTo>
                    <a:pt x="10963" y="5522"/>
                    <a:pt x="11002" y="5415"/>
                    <a:pt x="11002" y="5308"/>
                  </a:cubicBezTo>
                  <a:cubicBezTo>
                    <a:pt x="11002" y="5175"/>
                    <a:pt x="10949" y="5056"/>
                    <a:pt x="10803" y="4976"/>
                  </a:cubicBezTo>
                  <a:cubicBezTo>
                    <a:pt x="10735" y="4935"/>
                    <a:pt x="10669" y="4922"/>
                    <a:pt x="10602" y="4922"/>
                  </a:cubicBezTo>
                  <a:cubicBezTo>
                    <a:pt x="10389" y="4922"/>
                    <a:pt x="10202" y="5082"/>
                    <a:pt x="10202" y="5349"/>
                  </a:cubicBezTo>
                  <a:cubicBezTo>
                    <a:pt x="10202" y="5402"/>
                    <a:pt x="10216" y="5442"/>
                    <a:pt x="10216" y="5495"/>
                  </a:cubicBezTo>
                  <a:cubicBezTo>
                    <a:pt x="10282" y="5735"/>
                    <a:pt x="10403" y="5962"/>
                    <a:pt x="10563" y="6149"/>
                  </a:cubicBezTo>
                  <a:cubicBezTo>
                    <a:pt x="10202" y="6402"/>
                    <a:pt x="9816" y="6629"/>
                    <a:pt x="9428" y="6829"/>
                  </a:cubicBezTo>
                  <a:lnTo>
                    <a:pt x="9389" y="6855"/>
                  </a:lnTo>
                  <a:cubicBezTo>
                    <a:pt x="9482" y="6709"/>
                    <a:pt x="9549" y="6562"/>
                    <a:pt x="9615" y="6402"/>
                  </a:cubicBezTo>
                  <a:cubicBezTo>
                    <a:pt x="9656" y="6295"/>
                    <a:pt x="9682" y="6189"/>
                    <a:pt x="9682" y="6082"/>
                  </a:cubicBezTo>
                  <a:cubicBezTo>
                    <a:pt x="9682" y="5949"/>
                    <a:pt x="9629" y="5829"/>
                    <a:pt x="9482" y="5749"/>
                  </a:cubicBezTo>
                  <a:cubicBezTo>
                    <a:pt x="9428" y="5708"/>
                    <a:pt x="9348" y="5696"/>
                    <a:pt x="9282" y="5696"/>
                  </a:cubicBezTo>
                  <a:cubicBezTo>
                    <a:pt x="9082" y="5696"/>
                    <a:pt x="8895" y="5869"/>
                    <a:pt x="8895" y="6135"/>
                  </a:cubicBezTo>
                  <a:cubicBezTo>
                    <a:pt x="8895" y="6176"/>
                    <a:pt x="8895" y="6215"/>
                    <a:pt x="8909" y="6269"/>
                  </a:cubicBezTo>
                  <a:cubicBezTo>
                    <a:pt x="8975" y="6509"/>
                    <a:pt x="9082" y="6736"/>
                    <a:pt x="9242" y="6923"/>
                  </a:cubicBezTo>
                  <a:cubicBezTo>
                    <a:pt x="8775" y="7149"/>
                    <a:pt x="8282" y="7349"/>
                    <a:pt x="7801" y="7563"/>
                  </a:cubicBezTo>
                  <a:lnTo>
                    <a:pt x="7735" y="7589"/>
                  </a:lnTo>
                  <a:cubicBezTo>
                    <a:pt x="7828" y="7496"/>
                    <a:pt x="7922" y="7389"/>
                    <a:pt x="8002" y="7269"/>
                  </a:cubicBezTo>
                  <a:cubicBezTo>
                    <a:pt x="8082" y="7136"/>
                    <a:pt x="8148" y="7003"/>
                    <a:pt x="8148" y="6869"/>
                  </a:cubicBezTo>
                  <a:cubicBezTo>
                    <a:pt x="8148" y="6775"/>
                    <a:pt x="8121" y="6683"/>
                    <a:pt x="8029" y="6603"/>
                  </a:cubicBezTo>
                  <a:cubicBezTo>
                    <a:pt x="7949" y="6535"/>
                    <a:pt x="7855" y="6496"/>
                    <a:pt x="7762" y="6496"/>
                  </a:cubicBezTo>
                  <a:cubicBezTo>
                    <a:pt x="7549" y="6496"/>
                    <a:pt x="7348" y="6669"/>
                    <a:pt x="7348" y="6976"/>
                  </a:cubicBezTo>
                  <a:cubicBezTo>
                    <a:pt x="7348" y="7229"/>
                    <a:pt x="7401" y="7469"/>
                    <a:pt x="7508" y="7696"/>
                  </a:cubicBezTo>
                  <a:cubicBezTo>
                    <a:pt x="7075" y="7907"/>
                    <a:pt x="6640" y="8155"/>
                    <a:pt x="6244" y="8444"/>
                  </a:cubicBezTo>
                  <a:lnTo>
                    <a:pt x="6244" y="8444"/>
                  </a:lnTo>
                  <a:cubicBezTo>
                    <a:pt x="6290" y="8370"/>
                    <a:pt x="6327" y="8286"/>
                    <a:pt x="6375" y="8203"/>
                  </a:cubicBezTo>
                  <a:cubicBezTo>
                    <a:pt x="6428" y="8082"/>
                    <a:pt x="6468" y="7963"/>
                    <a:pt x="6468" y="7856"/>
                  </a:cubicBezTo>
                  <a:cubicBezTo>
                    <a:pt x="6468" y="7736"/>
                    <a:pt x="6414" y="7616"/>
                    <a:pt x="6295" y="7536"/>
                  </a:cubicBezTo>
                  <a:cubicBezTo>
                    <a:pt x="6228" y="7496"/>
                    <a:pt x="6148" y="7469"/>
                    <a:pt x="6068" y="7469"/>
                  </a:cubicBezTo>
                  <a:cubicBezTo>
                    <a:pt x="5948" y="7469"/>
                    <a:pt x="5828" y="7522"/>
                    <a:pt x="5748" y="7643"/>
                  </a:cubicBezTo>
                  <a:lnTo>
                    <a:pt x="5708" y="7723"/>
                  </a:lnTo>
                  <a:cubicBezTo>
                    <a:pt x="5681" y="7669"/>
                    <a:pt x="5641" y="7629"/>
                    <a:pt x="5588" y="7602"/>
                  </a:cubicBezTo>
                  <a:cubicBezTo>
                    <a:pt x="5521" y="7563"/>
                    <a:pt x="5454" y="7549"/>
                    <a:pt x="5401" y="7549"/>
                  </a:cubicBezTo>
                  <a:cubicBezTo>
                    <a:pt x="5228" y="7549"/>
                    <a:pt x="5054" y="7669"/>
                    <a:pt x="4908" y="7816"/>
                  </a:cubicBezTo>
                  <a:cubicBezTo>
                    <a:pt x="4855" y="7883"/>
                    <a:pt x="4801" y="7936"/>
                    <a:pt x="4761" y="7989"/>
                  </a:cubicBezTo>
                  <a:cubicBezTo>
                    <a:pt x="4921" y="7563"/>
                    <a:pt x="5107" y="7149"/>
                    <a:pt x="5348" y="6749"/>
                  </a:cubicBezTo>
                  <a:cubicBezTo>
                    <a:pt x="5561" y="6855"/>
                    <a:pt x="5801" y="6896"/>
                    <a:pt x="6055" y="6896"/>
                  </a:cubicBezTo>
                  <a:cubicBezTo>
                    <a:pt x="6388" y="6896"/>
                    <a:pt x="6588" y="6695"/>
                    <a:pt x="6588" y="6496"/>
                  </a:cubicBezTo>
                  <a:cubicBezTo>
                    <a:pt x="6588" y="6416"/>
                    <a:pt x="6562" y="6322"/>
                    <a:pt x="6494" y="6256"/>
                  </a:cubicBezTo>
                  <a:cubicBezTo>
                    <a:pt x="6414" y="6176"/>
                    <a:pt x="6308" y="6135"/>
                    <a:pt x="6215" y="6135"/>
                  </a:cubicBezTo>
                  <a:cubicBezTo>
                    <a:pt x="6068" y="6135"/>
                    <a:pt x="5922" y="6202"/>
                    <a:pt x="5774" y="6282"/>
                  </a:cubicBezTo>
                  <a:lnTo>
                    <a:pt x="5534" y="6442"/>
                  </a:lnTo>
                  <a:cubicBezTo>
                    <a:pt x="5788" y="6082"/>
                    <a:pt x="6055" y="5735"/>
                    <a:pt x="6361" y="5415"/>
                  </a:cubicBezTo>
                  <a:cubicBezTo>
                    <a:pt x="6562" y="5575"/>
                    <a:pt x="6788" y="5696"/>
                    <a:pt x="7042" y="5762"/>
                  </a:cubicBezTo>
                  <a:cubicBezTo>
                    <a:pt x="7108" y="5776"/>
                    <a:pt x="7161" y="5788"/>
                    <a:pt x="7215" y="5788"/>
                  </a:cubicBezTo>
                  <a:cubicBezTo>
                    <a:pt x="7495" y="5788"/>
                    <a:pt x="7668" y="5616"/>
                    <a:pt x="7668" y="5415"/>
                  </a:cubicBezTo>
                  <a:cubicBezTo>
                    <a:pt x="7668" y="5362"/>
                    <a:pt x="7655" y="5296"/>
                    <a:pt x="7629" y="5242"/>
                  </a:cubicBezTo>
                  <a:cubicBezTo>
                    <a:pt x="7535" y="5095"/>
                    <a:pt x="7401" y="5042"/>
                    <a:pt x="7241" y="5042"/>
                  </a:cubicBezTo>
                  <a:cubicBezTo>
                    <a:pt x="7148" y="5042"/>
                    <a:pt x="7042" y="5068"/>
                    <a:pt x="6935" y="5095"/>
                  </a:cubicBezTo>
                  <a:cubicBezTo>
                    <a:pt x="6802" y="5136"/>
                    <a:pt x="6668" y="5175"/>
                    <a:pt x="6548" y="5242"/>
                  </a:cubicBezTo>
                  <a:cubicBezTo>
                    <a:pt x="6668" y="5109"/>
                    <a:pt x="6802" y="5002"/>
                    <a:pt x="6935" y="4882"/>
                  </a:cubicBezTo>
                  <a:cubicBezTo>
                    <a:pt x="7108" y="4735"/>
                    <a:pt x="7282" y="4588"/>
                    <a:pt x="7469" y="4442"/>
                  </a:cubicBezTo>
                  <a:cubicBezTo>
                    <a:pt x="7668" y="4602"/>
                    <a:pt x="7895" y="4722"/>
                    <a:pt x="8135" y="4775"/>
                  </a:cubicBezTo>
                  <a:cubicBezTo>
                    <a:pt x="8201" y="4802"/>
                    <a:pt x="8255" y="4802"/>
                    <a:pt x="8308" y="4802"/>
                  </a:cubicBezTo>
                  <a:cubicBezTo>
                    <a:pt x="8589" y="4802"/>
                    <a:pt x="8762" y="4629"/>
                    <a:pt x="8762" y="4442"/>
                  </a:cubicBezTo>
                  <a:cubicBezTo>
                    <a:pt x="8762" y="4375"/>
                    <a:pt x="8749" y="4322"/>
                    <a:pt x="8722" y="4268"/>
                  </a:cubicBezTo>
                  <a:cubicBezTo>
                    <a:pt x="8642" y="4122"/>
                    <a:pt x="8495" y="4069"/>
                    <a:pt x="8335" y="4069"/>
                  </a:cubicBezTo>
                  <a:cubicBezTo>
                    <a:pt x="8242" y="4069"/>
                    <a:pt x="8135" y="4081"/>
                    <a:pt x="8029" y="4108"/>
                  </a:cubicBezTo>
                  <a:cubicBezTo>
                    <a:pt x="7961" y="4135"/>
                    <a:pt x="7895" y="4161"/>
                    <a:pt x="7828" y="4175"/>
                  </a:cubicBezTo>
                  <a:cubicBezTo>
                    <a:pt x="8068" y="4001"/>
                    <a:pt x="8322" y="3841"/>
                    <a:pt x="8562" y="3669"/>
                  </a:cubicBezTo>
                  <a:lnTo>
                    <a:pt x="8788" y="3521"/>
                  </a:lnTo>
                  <a:cubicBezTo>
                    <a:pt x="8989" y="3681"/>
                    <a:pt x="9229" y="3815"/>
                    <a:pt x="9496" y="3882"/>
                  </a:cubicBezTo>
                  <a:cubicBezTo>
                    <a:pt x="9549" y="3895"/>
                    <a:pt x="9615" y="3895"/>
                    <a:pt x="9668" y="3895"/>
                  </a:cubicBezTo>
                  <a:cubicBezTo>
                    <a:pt x="9949" y="3895"/>
                    <a:pt x="10122" y="3735"/>
                    <a:pt x="10122" y="3535"/>
                  </a:cubicBezTo>
                  <a:cubicBezTo>
                    <a:pt x="10122" y="3482"/>
                    <a:pt x="10109" y="3415"/>
                    <a:pt x="10082" y="3361"/>
                  </a:cubicBezTo>
                  <a:cubicBezTo>
                    <a:pt x="9989" y="3215"/>
                    <a:pt x="9855" y="3162"/>
                    <a:pt x="9695" y="3162"/>
                  </a:cubicBezTo>
                  <a:cubicBezTo>
                    <a:pt x="9588" y="3162"/>
                    <a:pt x="9482" y="3175"/>
                    <a:pt x="9375" y="3215"/>
                  </a:cubicBezTo>
                  <a:cubicBezTo>
                    <a:pt x="9268" y="3242"/>
                    <a:pt x="9162" y="3281"/>
                    <a:pt x="9055" y="3322"/>
                  </a:cubicBezTo>
                  <a:lnTo>
                    <a:pt x="9202" y="3228"/>
                  </a:lnTo>
                  <a:cubicBezTo>
                    <a:pt x="9282" y="3162"/>
                    <a:pt x="9375" y="3095"/>
                    <a:pt x="9455" y="3028"/>
                  </a:cubicBezTo>
                  <a:cubicBezTo>
                    <a:pt x="9562" y="2948"/>
                    <a:pt x="9656" y="2868"/>
                    <a:pt x="9762" y="2788"/>
                  </a:cubicBezTo>
                  <a:cubicBezTo>
                    <a:pt x="9816" y="2735"/>
                    <a:pt x="9869" y="2694"/>
                    <a:pt x="9922" y="2641"/>
                  </a:cubicBezTo>
                  <a:cubicBezTo>
                    <a:pt x="10136" y="2815"/>
                    <a:pt x="10376" y="2935"/>
                    <a:pt x="10629" y="3002"/>
                  </a:cubicBezTo>
                  <a:cubicBezTo>
                    <a:pt x="10696" y="3015"/>
                    <a:pt x="10762" y="3028"/>
                    <a:pt x="10815" y="3028"/>
                  </a:cubicBezTo>
                  <a:cubicBezTo>
                    <a:pt x="11082" y="3028"/>
                    <a:pt x="11269" y="2855"/>
                    <a:pt x="11269" y="2655"/>
                  </a:cubicBezTo>
                  <a:cubicBezTo>
                    <a:pt x="11269" y="2602"/>
                    <a:pt x="11256" y="2548"/>
                    <a:pt x="11215" y="2481"/>
                  </a:cubicBezTo>
                  <a:cubicBezTo>
                    <a:pt x="11135" y="2335"/>
                    <a:pt x="11002" y="2282"/>
                    <a:pt x="10842" y="2282"/>
                  </a:cubicBezTo>
                  <a:cubicBezTo>
                    <a:pt x="10735" y="2282"/>
                    <a:pt x="10629" y="2308"/>
                    <a:pt x="10522" y="2335"/>
                  </a:cubicBezTo>
                  <a:cubicBezTo>
                    <a:pt x="10376" y="2388"/>
                    <a:pt x="10216" y="2442"/>
                    <a:pt x="10069" y="2508"/>
                  </a:cubicBezTo>
                  <a:cubicBezTo>
                    <a:pt x="10255" y="2335"/>
                    <a:pt x="10442" y="2148"/>
                    <a:pt x="10616" y="1962"/>
                  </a:cubicBezTo>
                  <a:lnTo>
                    <a:pt x="10655" y="1921"/>
                  </a:lnTo>
                  <a:cubicBezTo>
                    <a:pt x="10723" y="1841"/>
                    <a:pt x="10803" y="1748"/>
                    <a:pt x="10869" y="1668"/>
                  </a:cubicBezTo>
                  <a:cubicBezTo>
                    <a:pt x="10936" y="1574"/>
                    <a:pt x="11029" y="1468"/>
                    <a:pt x="11109" y="1361"/>
                  </a:cubicBezTo>
                  <a:cubicBezTo>
                    <a:pt x="11429" y="948"/>
                    <a:pt x="11683" y="495"/>
                    <a:pt x="11882" y="1"/>
                  </a:cubicBezTo>
                  <a:close/>
                </a:path>
              </a:pathLst>
            </a:custGeom>
            <a:solidFill>
              <a:srgbClr val="57C6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102;p114">
              <a:extLst>
                <a:ext uri="{FF2B5EF4-FFF2-40B4-BE49-F238E27FC236}">
                  <a16:creationId xmlns:a16="http://schemas.microsoft.com/office/drawing/2014/main" id="{DAA6BC10-2861-63DB-2E2C-E79678ACCDFB}"/>
                </a:ext>
              </a:extLst>
            </p:cNvPr>
            <p:cNvSpPr/>
            <p:nvPr/>
          </p:nvSpPr>
          <p:spPr>
            <a:xfrm>
              <a:off x="4688600" y="4043425"/>
              <a:ext cx="149225" cy="200500"/>
            </a:xfrm>
            <a:custGeom>
              <a:avLst/>
              <a:gdLst/>
              <a:ahLst/>
              <a:cxnLst/>
              <a:rect l="l" t="t" r="r" b="b"/>
              <a:pathLst>
                <a:path w="5969" h="8020" extrusionOk="0">
                  <a:moveTo>
                    <a:pt x="3784" y="0"/>
                  </a:moveTo>
                  <a:cubicBezTo>
                    <a:pt x="3554" y="0"/>
                    <a:pt x="3326" y="71"/>
                    <a:pt x="3127" y="204"/>
                  </a:cubicBezTo>
                  <a:cubicBezTo>
                    <a:pt x="2300" y="752"/>
                    <a:pt x="3168" y="4726"/>
                    <a:pt x="2700" y="4792"/>
                  </a:cubicBezTo>
                  <a:cubicBezTo>
                    <a:pt x="2693" y="4793"/>
                    <a:pt x="2686" y="4794"/>
                    <a:pt x="2679" y="4794"/>
                  </a:cubicBezTo>
                  <a:cubicBezTo>
                    <a:pt x="2243" y="4794"/>
                    <a:pt x="2520" y="2389"/>
                    <a:pt x="1260" y="2231"/>
                  </a:cubicBezTo>
                  <a:cubicBezTo>
                    <a:pt x="1218" y="2226"/>
                    <a:pt x="1179" y="2224"/>
                    <a:pt x="1141" y="2224"/>
                  </a:cubicBezTo>
                  <a:cubicBezTo>
                    <a:pt x="0" y="2224"/>
                    <a:pt x="495" y="4487"/>
                    <a:pt x="753" y="5339"/>
                  </a:cubicBezTo>
                  <a:cubicBezTo>
                    <a:pt x="1020" y="6232"/>
                    <a:pt x="1980" y="6579"/>
                    <a:pt x="2101" y="6699"/>
                  </a:cubicBezTo>
                  <a:cubicBezTo>
                    <a:pt x="2234" y="6819"/>
                    <a:pt x="2727" y="7939"/>
                    <a:pt x="2727" y="7939"/>
                  </a:cubicBezTo>
                  <a:lnTo>
                    <a:pt x="4167" y="8019"/>
                  </a:lnTo>
                  <a:lnTo>
                    <a:pt x="4167" y="7446"/>
                  </a:lnTo>
                  <a:cubicBezTo>
                    <a:pt x="4167" y="7446"/>
                    <a:pt x="4368" y="7406"/>
                    <a:pt x="4795" y="7366"/>
                  </a:cubicBezTo>
                  <a:cubicBezTo>
                    <a:pt x="5221" y="7326"/>
                    <a:pt x="5968" y="6699"/>
                    <a:pt x="5968" y="5805"/>
                  </a:cubicBezTo>
                  <a:cubicBezTo>
                    <a:pt x="5968" y="5376"/>
                    <a:pt x="5786" y="5252"/>
                    <a:pt x="5568" y="5252"/>
                  </a:cubicBezTo>
                  <a:cubicBezTo>
                    <a:pt x="5331" y="5252"/>
                    <a:pt x="5053" y="5397"/>
                    <a:pt x="4914" y="5459"/>
                  </a:cubicBezTo>
                  <a:cubicBezTo>
                    <a:pt x="4903" y="5463"/>
                    <a:pt x="4892" y="5465"/>
                    <a:pt x="4883" y="5465"/>
                  </a:cubicBezTo>
                  <a:cubicBezTo>
                    <a:pt x="4661" y="5465"/>
                    <a:pt x="4961" y="4279"/>
                    <a:pt x="5101" y="2272"/>
                  </a:cubicBezTo>
                  <a:cubicBezTo>
                    <a:pt x="5222" y="679"/>
                    <a:pt x="4497" y="0"/>
                    <a:pt x="37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103;p114">
              <a:extLst>
                <a:ext uri="{FF2B5EF4-FFF2-40B4-BE49-F238E27FC236}">
                  <a16:creationId xmlns:a16="http://schemas.microsoft.com/office/drawing/2014/main" id="{FC5A15DE-56F3-7D1D-6B9A-698A4361AEB3}"/>
                </a:ext>
              </a:extLst>
            </p:cNvPr>
            <p:cNvSpPr/>
            <p:nvPr/>
          </p:nvSpPr>
          <p:spPr>
            <a:xfrm>
              <a:off x="4689425" y="4042075"/>
              <a:ext cx="149725" cy="203175"/>
            </a:xfrm>
            <a:custGeom>
              <a:avLst/>
              <a:gdLst/>
              <a:ahLst/>
              <a:cxnLst/>
              <a:rect l="l" t="t" r="r" b="b"/>
              <a:pathLst>
                <a:path w="5989" h="8127" extrusionOk="0">
                  <a:moveTo>
                    <a:pt x="3747" y="106"/>
                  </a:moveTo>
                  <a:cubicBezTo>
                    <a:pt x="3932" y="106"/>
                    <a:pt x="4115" y="153"/>
                    <a:pt x="4282" y="245"/>
                  </a:cubicBezTo>
                  <a:cubicBezTo>
                    <a:pt x="4828" y="565"/>
                    <a:pt x="5095" y="1312"/>
                    <a:pt x="5028" y="2312"/>
                  </a:cubicBezTo>
                  <a:cubicBezTo>
                    <a:pt x="4961" y="3126"/>
                    <a:pt x="4881" y="3793"/>
                    <a:pt x="4815" y="4326"/>
                  </a:cubicBezTo>
                  <a:cubicBezTo>
                    <a:pt x="4708" y="5166"/>
                    <a:pt x="4682" y="5473"/>
                    <a:pt x="4788" y="5553"/>
                  </a:cubicBezTo>
                  <a:cubicBezTo>
                    <a:pt x="4804" y="5561"/>
                    <a:pt x="4819" y="5568"/>
                    <a:pt x="4840" y="5568"/>
                  </a:cubicBezTo>
                  <a:cubicBezTo>
                    <a:pt x="4855" y="5568"/>
                    <a:pt x="4873" y="5564"/>
                    <a:pt x="4895" y="5553"/>
                  </a:cubicBezTo>
                  <a:cubicBezTo>
                    <a:pt x="4922" y="5553"/>
                    <a:pt x="4948" y="5539"/>
                    <a:pt x="4975" y="5527"/>
                  </a:cubicBezTo>
                  <a:cubicBezTo>
                    <a:pt x="5120" y="5458"/>
                    <a:pt x="5343" y="5355"/>
                    <a:pt x="5531" y="5355"/>
                  </a:cubicBezTo>
                  <a:cubicBezTo>
                    <a:pt x="5602" y="5355"/>
                    <a:pt x="5667" y="5370"/>
                    <a:pt x="5722" y="5406"/>
                  </a:cubicBezTo>
                  <a:cubicBezTo>
                    <a:pt x="5829" y="5473"/>
                    <a:pt x="5882" y="5633"/>
                    <a:pt x="5882" y="5859"/>
                  </a:cubicBezTo>
                  <a:cubicBezTo>
                    <a:pt x="5882" y="6727"/>
                    <a:pt x="5148" y="7326"/>
                    <a:pt x="4762" y="7367"/>
                  </a:cubicBezTo>
                  <a:cubicBezTo>
                    <a:pt x="4335" y="7406"/>
                    <a:pt x="4134" y="7447"/>
                    <a:pt x="4122" y="7447"/>
                  </a:cubicBezTo>
                  <a:cubicBezTo>
                    <a:pt x="4108" y="7447"/>
                    <a:pt x="4081" y="7474"/>
                    <a:pt x="4081" y="7500"/>
                  </a:cubicBezTo>
                  <a:lnTo>
                    <a:pt x="4081" y="8020"/>
                  </a:lnTo>
                  <a:lnTo>
                    <a:pt x="2735" y="7954"/>
                  </a:lnTo>
                  <a:cubicBezTo>
                    <a:pt x="2641" y="7740"/>
                    <a:pt x="2228" y="6834"/>
                    <a:pt x="2107" y="6713"/>
                  </a:cubicBezTo>
                  <a:cubicBezTo>
                    <a:pt x="2081" y="6686"/>
                    <a:pt x="2027" y="6660"/>
                    <a:pt x="1934" y="6606"/>
                  </a:cubicBezTo>
                  <a:cubicBezTo>
                    <a:pt x="1627" y="6433"/>
                    <a:pt x="974" y="6073"/>
                    <a:pt x="761" y="5379"/>
                  </a:cubicBezTo>
                  <a:cubicBezTo>
                    <a:pt x="521" y="4566"/>
                    <a:pt x="227" y="3046"/>
                    <a:pt x="667" y="2525"/>
                  </a:cubicBezTo>
                  <a:cubicBezTo>
                    <a:pt x="779" y="2391"/>
                    <a:pt x="919" y="2332"/>
                    <a:pt x="1102" y="2332"/>
                  </a:cubicBezTo>
                  <a:cubicBezTo>
                    <a:pt x="1138" y="2332"/>
                    <a:pt x="1175" y="2334"/>
                    <a:pt x="1214" y="2339"/>
                  </a:cubicBezTo>
                  <a:cubicBezTo>
                    <a:pt x="1974" y="2433"/>
                    <a:pt x="2148" y="3393"/>
                    <a:pt x="2281" y="4099"/>
                  </a:cubicBezTo>
                  <a:cubicBezTo>
                    <a:pt x="2369" y="4567"/>
                    <a:pt x="2434" y="4902"/>
                    <a:pt x="2633" y="4902"/>
                  </a:cubicBezTo>
                  <a:cubicBezTo>
                    <a:pt x="2644" y="4902"/>
                    <a:pt x="2655" y="4901"/>
                    <a:pt x="2667" y="4899"/>
                  </a:cubicBezTo>
                  <a:cubicBezTo>
                    <a:pt x="2907" y="4860"/>
                    <a:pt x="2881" y="4286"/>
                    <a:pt x="2827" y="3192"/>
                  </a:cubicBezTo>
                  <a:cubicBezTo>
                    <a:pt x="2761" y="2032"/>
                    <a:pt x="2681" y="605"/>
                    <a:pt x="3121" y="299"/>
                  </a:cubicBezTo>
                  <a:cubicBezTo>
                    <a:pt x="3315" y="170"/>
                    <a:pt x="3532" y="106"/>
                    <a:pt x="3747" y="106"/>
                  </a:cubicBezTo>
                  <a:close/>
                  <a:moveTo>
                    <a:pt x="3752" y="1"/>
                  </a:moveTo>
                  <a:cubicBezTo>
                    <a:pt x="3513" y="1"/>
                    <a:pt x="3270" y="75"/>
                    <a:pt x="3055" y="219"/>
                  </a:cubicBezTo>
                  <a:cubicBezTo>
                    <a:pt x="2575" y="539"/>
                    <a:pt x="2641" y="1952"/>
                    <a:pt x="2721" y="3192"/>
                  </a:cubicBezTo>
                  <a:cubicBezTo>
                    <a:pt x="2761" y="3900"/>
                    <a:pt x="2801" y="4780"/>
                    <a:pt x="2655" y="4806"/>
                  </a:cubicBezTo>
                  <a:cubicBezTo>
                    <a:pt x="2652" y="4807"/>
                    <a:pt x="2650" y="4807"/>
                    <a:pt x="2648" y="4807"/>
                  </a:cubicBezTo>
                  <a:cubicBezTo>
                    <a:pt x="2519" y="4807"/>
                    <a:pt x="2453" y="4453"/>
                    <a:pt x="2388" y="4086"/>
                  </a:cubicBezTo>
                  <a:cubicBezTo>
                    <a:pt x="2254" y="3339"/>
                    <a:pt x="2054" y="2339"/>
                    <a:pt x="1227" y="2232"/>
                  </a:cubicBezTo>
                  <a:cubicBezTo>
                    <a:pt x="1190" y="2228"/>
                    <a:pt x="1154" y="2226"/>
                    <a:pt x="1119" y="2226"/>
                  </a:cubicBezTo>
                  <a:cubicBezTo>
                    <a:pt x="902" y="2226"/>
                    <a:pt x="725" y="2299"/>
                    <a:pt x="587" y="2459"/>
                  </a:cubicBezTo>
                  <a:cubicBezTo>
                    <a:pt x="0" y="3153"/>
                    <a:pt x="601" y="5180"/>
                    <a:pt x="667" y="5406"/>
                  </a:cubicBezTo>
                  <a:cubicBezTo>
                    <a:pt x="880" y="6140"/>
                    <a:pt x="1561" y="6513"/>
                    <a:pt x="1881" y="6700"/>
                  </a:cubicBezTo>
                  <a:cubicBezTo>
                    <a:pt x="1961" y="6740"/>
                    <a:pt x="2014" y="6780"/>
                    <a:pt x="2041" y="6793"/>
                  </a:cubicBezTo>
                  <a:cubicBezTo>
                    <a:pt x="2121" y="6873"/>
                    <a:pt x="2454" y="7593"/>
                    <a:pt x="2655" y="8020"/>
                  </a:cubicBezTo>
                  <a:cubicBezTo>
                    <a:pt x="2655" y="8034"/>
                    <a:pt x="2681" y="8047"/>
                    <a:pt x="2694" y="8047"/>
                  </a:cubicBezTo>
                  <a:lnTo>
                    <a:pt x="4134" y="8127"/>
                  </a:lnTo>
                  <a:cubicBezTo>
                    <a:pt x="4148" y="8127"/>
                    <a:pt x="4161" y="8127"/>
                    <a:pt x="4175" y="8114"/>
                  </a:cubicBezTo>
                  <a:cubicBezTo>
                    <a:pt x="4188" y="8100"/>
                    <a:pt x="4188" y="8087"/>
                    <a:pt x="4188" y="8073"/>
                  </a:cubicBezTo>
                  <a:lnTo>
                    <a:pt x="4188" y="7540"/>
                  </a:lnTo>
                  <a:cubicBezTo>
                    <a:pt x="4268" y="7527"/>
                    <a:pt x="4454" y="7500"/>
                    <a:pt x="4762" y="7474"/>
                  </a:cubicBezTo>
                  <a:cubicBezTo>
                    <a:pt x="5255" y="7420"/>
                    <a:pt x="5989" y="6766"/>
                    <a:pt x="5989" y="5859"/>
                  </a:cubicBezTo>
                  <a:cubicBezTo>
                    <a:pt x="5989" y="5593"/>
                    <a:pt x="5909" y="5406"/>
                    <a:pt x="5775" y="5313"/>
                  </a:cubicBezTo>
                  <a:cubicBezTo>
                    <a:pt x="5706" y="5271"/>
                    <a:pt x="5626" y="5254"/>
                    <a:pt x="5541" y="5254"/>
                  </a:cubicBezTo>
                  <a:cubicBezTo>
                    <a:pt x="5332" y="5254"/>
                    <a:pt x="5096" y="5357"/>
                    <a:pt x="4935" y="5433"/>
                  </a:cubicBezTo>
                  <a:cubicBezTo>
                    <a:pt x="4908" y="5447"/>
                    <a:pt x="4881" y="5447"/>
                    <a:pt x="4854" y="5459"/>
                  </a:cubicBezTo>
                  <a:cubicBezTo>
                    <a:pt x="4788" y="5406"/>
                    <a:pt x="4854" y="4886"/>
                    <a:pt x="4922" y="4339"/>
                  </a:cubicBezTo>
                  <a:cubicBezTo>
                    <a:pt x="4975" y="3832"/>
                    <a:pt x="5068" y="3139"/>
                    <a:pt x="5121" y="2326"/>
                  </a:cubicBezTo>
                  <a:cubicBezTo>
                    <a:pt x="5201" y="1286"/>
                    <a:pt x="4922" y="498"/>
                    <a:pt x="4335" y="165"/>
                  </a:cubicBezTo>
                  <a:cubicBezTo>
                    <a:pt x="4157" y="55"/>
                    <a:pt x="3956" y="1"/>
                    <a:pt x="37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104;p114">
              <a:extLst>
                <a:ext uri="{FF2B5EF4-FFF2-40B4-BE49-F238E27FC236}">
                  <a16:creationId xmlns:a16="http://schemas.microsoft.com/office/drawing/2014/main" id="{03FF8018-F45C-5E54-4789-33DAC83832DD}"/>
                </a:ext>
              </a:extLst>
            </p:cNvPr>
            <p:cNvSpPr/>
            <p:nvPr/>
          </p:nvSpPr>
          <p:spPr>
            <a:xfrm>
              <a:off x="4718100" y="4119875"/>
              <a:ext cx="29350" cy="68025"/>
            </a:xfrm>
            <a:custGeom>
              <a:avLst/>
              <a:gdLst/>
              <a:ahLst/>
              <a:cxnLst/>
              <a:rect l="l" t="t" r="r" b="b"/>
              <a:pathLst>
                <a:path w="1174" h="2721" extrusionOk="0">
                  <a:moveTo>
                    <a:pt x="14" y="0"/>
                  </a:moveTo>
                  <a:cubicBezTo>
                    <a:pt x="0" y="0"/>
                    <a:pt x="0" y="14"/>
                    <a:pt x="0" y="27"/>
                  </a:cubicBezTo>
                  <a:cubicBezTo>
                    <a:pt x="0" y="80"/>
                    <a:pt x="187" y="1428"/>
                    <a:pt x="427" y="1921"/>
                  </a:cubicBezTo>
                  <a:cubicBezTo>
                    <a:pt x="560" y="2175"/>
                    <a:pt x="841" y="2454"/>
                    <a:pt x="1120" y="2721"/>
                  </a:cubicBezTo>
                  <a:lnTo>
                    <a:pt x="1161" y="2721"/>
                  </a:lnTo>
                  <a:cubicBezTo>
                    <a:pt x="1174" y="2708"/>
                    <a:pt x="1174" y="2694"/>
                    <a:pt x="1161" y="2681"/>
                  </a:cubicBezTo>
                  <a:cubicBezTo>
                    <a:pt x="880" y="2415"/>
                    <a:pt x="601" y="2148"/>
                    <a:pt x="480" y="1894"/>
                  </a:cubicBezTo>
                  <a:cubicBezTo>
                    <a:pt x="240" y="1414"/>
                    <a:pt x="53" y="41"/>
                    <a:pt x="53" y="27"/>
                  </a:cubicBezTo>
                  <a:cubicBezTo>
                    <a:pt x="41" y="14"/>
                    <a:pt x="27" y="0"/>
                    <a:pt x="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105;p114">
              <a:extLst>
                <a:ext uri="{FF2B5EF4-FFF2-40B4-BE49-F238E27FC236}">
                  <a16:creationId xmlns:a16="http://schemas.microsoft.com/office/drawing/2014/main" id="{09C3A99E-1EA8-7F97-7FC4-ACC664446DF6}"/>
                </a:ext>
              </a:extLst>
            </p:cNvPr>
            <p:cNvSpPr/>
            <p:nvPr/>
          </p:nvSpPr>
          <p:spPr>
            <a:xfrm>
              <a:off x="4707100" y="4136750"/>
              <a:ext cx="71025" cy="112500"/>
            </a:xfrm>
            <a:custGeom>
              <a:avLst/>
              <a:gdLst/>
              <a:ahLst/>
              <a:cxnLst/>
              <a:rect l="l" t="t" r="r" b="b"/>
              <a:pathLst>
                <a:path w="2841" h="4500" extrusionOk="0">
                  <a:moveTo>
                    <a:pt x="25" y="0"/>
                  </a:moveTo>
                  <a:cubicBezTo>
                    <a:pt x="21" y="0"/>
                    <a:pt x="17" y="2"/>
                    <a:pt x="13" y="6"/>
                  </a:cubicBezTo>
                  <a:cubicBezTo>
                    <a:pt x="0" y="6"/>
                    <a:pt x="0" y="19"/>
                    <a:pt x="0" y="33"/>
                  </a:cubicBezTo>
                  <a:cubicBezTo>
                    <a:pt x="40" y="179"/>
                    <a:pt x="67" y="326"/>
                    <a:pt x="93" y="472"/>
                  </a:cubicBezTo>
                  <a:cubicBezTo>
                    <a:pt x="227" y="1073"/>
                    <a:pt x="333" y="1592"/>
                    <a:pt x="813" y="2179"/>
                  </a:cubicBezTo>
                  <a:cubicBezTo>
                    <a:pt x="961" y="2353"/>
                    <a:pt x="1201" y="2513"/>
                    <a:pt x="1427" y="2659"/>
                  </a:cubicBezTo>
                  <a:cubicBezTo>
                    <a:pt x="1720" y="2860"/>
                    <a:pt x="2001" y="3033"/>
                    <a:pt x="2040" y="3207"/>
                  </a:cubicBezTo>
                  <a:cubicBezTo>
                    <a:pt x="2120" y="3619"/>
                    <a:pt x="2188" y="4033"/>
                    <a:pt x="2227" y="4446"/>
                  </a:cubicBezTo>
                  <a:cubicBezTo>
                    <a:pt x="2227" y="4460"/>
                    <a:pt x="2241" y="4460"/>
                    <a:pt x="2254" y="4473"/>
                  </a:cubicBezTo>
                  <a:lnTo>
                    <a:pt x="2721" y="4500"/>
                  </a:lnTo>
                  <a:cubicBezTo>
                    <a:pt x="2734" y="4500"/>
                    <a:pt x="2748" y="4487"/>
                    <a:pt x="2748" y="4473"/>
                  </a:cubicBezTo>
                  <a:cubicBezTo>
                    <a:pt x="2748" y="4473"/>
                    <a:pt x="2841" y="3660"/>
                    <a:pt x="2574" y="3086"/>
                  </a:cubicBezTo>
                  <a:cubicBezTo>
                    <a:pt x="2565" y="3077"/>
                    <a:pt x="2555" y="3067"/>
                    <a:pt x="2546" y="3067"/>
                  </a:cubicBezTo>
                  <a:cubicBezTo>
                    <a:pt x="2542" y="3067"/>
                    <a:pt x="2538" y="3069"/>
                    <a:pt x="2534" y="3073"/>
                  </a:cubicBezTo>
                  <a:cubicBezTo>
                    <a:pt x="2520" y="3073"/>
                    <a:pt x="2520" y="3100"/>
                    <a:pt x="2520" y="3100"/>
                  </a:cubicBezTo>
                  <a:cubicBezTo>
                    <a:pt x="2761" y="3607"/>
                    <a:pt x="2707" y="4300"/>
                    <a:pt x="2694" y="4446"/>
                  </a:cubicBezTo>
                  <a:lnTo>
                    <a:pt x="2280" y="4420"/>
                  </a:lnTo>
                  <a:cubicBezTo>
                    <a:pt x="2241" y="4007"/>
                    <a:pt x="2174" y="3607"/>
                    <a:pt x="2094" y="3193"/>
                  </a:cubicBezTo>
                  <a:cubicBezTo>
                    <a:pt x="2040" y="3006"/>
                    <a:pt x="1761" y="2819"/>
                    <a:pt x="1454" y="2620"/>
                  </a:cubicBezTo>
                  <a:cubicBezTo>
                    <a:pt x="1227" y="2460"/>
                    <a:pt x="987" y="2312"/>
                    <a:pt x="854" y="2140"/>
                  </a:cubicBezTo>
                  <a:cubicBezTo>
                    <a:pt x="387" y="1566"/>
                    <a:pt x="267" y="1059"/>
                    <a:pt x="147" y="459"/>
                  </a:cubicBezTo>
                  <a:cubicBezTo>
                    <a:pt x="120" y="326"/>
                    <a:pt x="80" y="179"/>
                    <a:pt x="54" y="19"/>
                  </a:cubicBezTo>
                  <a:cubicBezTo>
                    <a:pt x="44" y="10"/>
                    <a:pt x="35" y="0"/>
                    <a:pt x="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106;p114">
              <a:extLst>
                <a:ext uri="{FF2B5EF4-FFF2-40B4-BE49-F238E27FC236}">
                  <a16:creationId xmlns:a16="http://schemas.microsoft.com/office/drawing/2014/main" id="{362F9EA3-5A16-C4F3-2BBD-51307B15C15D}"/>
                </a:ext>
              </a:extLst>
            </p:cNvPr>
            <p:cNvSpPr/>
            <p:nvPr/>
          </p:nvSpPr>
          <p:spPr>
            <a:xfrm>
              <a:off x="4701775" y="4104300"/>
              <a:ext cx="10025" cy="24250"/>
            </a:xfrm>
            <a:custGeom>
              <a:avLst/>
              <a:gdLst/>
              <a:ahLst/>
              <a:cxnLst/>
              <a:rect l="l" t="t" r="r" b="b"/>
              <a:pathLst>
                <a:path w="401" h="970" extrusionOk="0">
                  <a:moveTo>
                    <a:pt x="367" y="0"/>
                  </a:moveTo>
                  <a:cubicBezTo>
                    <a:pt x="360" y="0"/>
                    <a:pt x="353" y="3"/>
                    <a:pt x="347" y="10"/>
                  </a:cubicBezTo>
                  <a:cubicBezTo>
                    <a:pt x="333" y="24"/>
                    <a:pt x="0" y="290"/>
                    <a:pt x="120" y="957"/>
                  </a:cubicBezTo>
                  <a:cubicBezTo>
                    <a:pt x="120" y="970"/>
                    <a:pt x="133" y="970"/>
                    <a:pt x="146" y="970"/>
                  </a:cubicBezTo>
                  <a:cubicBezTo>
                    <a:pt x="160" y="970"/>
                    <a:pt x="173" y="957"/>
                    <a:pt x="173" y="943"/>
                  </a:cubicBezTo>
                  <a:cubicBezTo>
                    <a:pt x="53" y="317"/>
                    <a:pt x="373" y="50"/>
                    <a:pt x="386" y="50"/>
                  </a:cubicBezTo>
                  <a:cubicBezTo>
                    <a:pt x="400" y="36"/>
                    <a:pt x="400" y="24"/>
                    <a:pt x="386" y="10"/>
                  </a:cubicBezTo>
                  <a:cubicBezTo>
                    <a:pt x="380" y="3"/>
                    <a:pt x="373" y="0"/>
                    <a:pt x="3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107;p114">
              <a:extLst>
                <a:ext uri="{FF2B5EF4-FFF2-40B4-BE49-F238E27FC236}">
                  <a16:creationId xmlns:a16="http://schemas.microsoft.com/office/drawing/2014/main" id="{70C51737-04B2-EE13-0BC3-FA9D8E222896}"/>
                </a:ext>
              </a:extLst>
            </p:cNvPr>
            <p:cNvSpPr/>
            <p:nvPr/>
          </p:nvSpPr>
          <p:spPr>
            <a:xfrm>
              <a:off x="4761100" y="4163975"/>
              <a:ext cx="6025" cy="8950"/>
            </a:xfrm>
            <a:custGeom>
              <a:avLst/>
              <a:gdLst/>
              <a:ahLst/>
              <a:cxnLst/>
              <a:rect l="l" t="t" r="r" b="b"/>
              <a:pathLst>
                <a:path w="241" h="358" extrusionOk="0">
                  <a:moveTo>
                    <a:pt x="207" y="0"/>
                  </a:moveTo>
                  <a:cubicBezTo>
                    <a:pt x="201" y="0"/>
                    <a:pt x="194" y="3"/>
                    <a:pt x="188" y="10"/>
                  </a:cubicBezTo>
                  <a:lnTo>
                    <a:pt x="14" y="317"/>
                  </a:lnTo>
                  <a:cubicBezTo>
                    <a:pt x="1" y="330"/>
                    <a:pt x="1" y="343"/>
                    <a:pt x="14" y="343"/>
                  </a:cubicBezTo>
                  <a:lnTo>
                    <a:pt x="28" y="357"/>
                  </a:lnTo>
                  <a:cubicBezTo>
                    <a:pt x="40" y="357"/>
                    <a:pt x="54" y="343"/>
                    <a:pt x="54" y="343"/>
                  </a:cubicBezTo>
                  <a:lnTo>
                    <a:pt x="241" y="37"/>
                  </a:lnTo>
                  <a:cubicBezTo>
                    <a:pt x="241" y="23"/>
                    <a:pt x="241" y="10"/>
                    <a:pt x="227" y="10"/>
                  </a:cubicBezTo>
                  <a:cubicBezTo>
                    <a:pt x="221" y="3"/>
                    <a:pt x="214" y="0"/>
                    <a:pt x="2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108;p114">
              <a:extLst>
                <a:ext uri="{FF2B5EF4-FFF2-40B4-BE49-F238E27FC236}">
                  <a16:creationId xmlns:a16="http://schemas.microsoft.com/office/drawing/2014/main" id="{781B6754-5397-2C73-94B4-EB90F78345FD}"/>
                </a:ext>
              </a:extLst>
            </p:cNvPr>
            <p:cNvSpPr/>
            <p:nvPr/>
          </p:nvSpPr>
          <p:spPr>
            <a:xfrm>
              <a:off x="4765775" y="4161400"/>
              <a:ext cx="3025" cy="3825"/>
            </a:xfrm>
            <a:custGeom>
              <a:avLst/>
              <a:gdLst/>
              <a:ahLst/>
              <a:cxnLst/>
              <a:rect l="l" t="t" r="r" b="b"/>
              <a:pathLst>
                <a:path w="121" h="153" extrusionOk="0">
                  <a:moveTo>
                    <a:pt x="95" y="1"/>
                  </a:moveTo>
                  <a:cubicBezTo>
                    <a:pt x="86" y="1"/>
                    <a:pt x="77" y="11"/>
                    <a:pt x="67" y="20"/>
                  </a:cubicBezTo>
                  <a:lnTo>
                    <a:pt x="1" y="113"/>
                  </a:lnTo>
                  <a:cubicBezTo>
                    <a:pt x="1" y="126"/>
                    <a:pt x="1" y="140"/>
                    <a:pt x="13" y="153"/>
                  </a:cubicBezTo>
                  <a:lnTo>
                    <a:pt x="27" y="153"/>
                  </a:lnTo>
                  <a:cubicBezTo>
                    <a:pt x="40" y="153"/>
                    <a:pt x="40" y="153"/>
                    <a:pt x="54" y="140"/>
                  </a:cubicBezTo>
                  <a:lnTo>
                    <a:pt x="120" y="46"/>
                  </a:lnTo>
                  <a:cubicBezTo>
                    <a:pt x="120" y="33"/>
                    <a:pt x="120" y="20"/>
                    <a:pt x="107" y="7"/>
                  </a:cubicBezTo>
                  <a:cubicBezTo>
                    <a:pt x="103" y="3"/>
                    <a:pt x="99"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109;p114">
              <a:extLst>
                <a:ext uri="{FF2B5EF4-FFF2-40B4-BE49-F238E27FC236}">
                  <a16:creationId xmlns:a16="http://schemas.microsoft.com/office/drawing/2014/main" id="{78BDAAC4-2976-894F-2BBD-02EDA54F6ECE}"/>
                </a:ext>
              </a:extLst>
            </p:cNvPr>
            <p:cNvSpPr/>
            <p:nvPr/>
          </p:nvSpPr>
          <p:spPr>
            <a:xfrm>
              <a:off x="4765100" y="4050200"/>
              <a:ext cx="19025" cy="103375"/>
            </a:xfrm>
            <a:custGeom>
              <a:avLst/>
              <a:gdLst/>
              <a:ahLst/>
              <a:cxnLst/>
              <a:rect l="l" t="t" r="r" b="b"/>
              <a:pathLst>
                <a:path w="761" h="4135" extrusionOk="0">
                  <a:moveTo>
                    <a:pt x="718" y="0"/>
                  </a:moveTo>
                  <a:cubicBezTo>
                    <a:pt x="649" y="0"/>
                    <a:pt x="376" y="11"/>
                    <a:pt x="188" y="200"/>
                  </a:cubicBezTo>
                  <a:cubicBezTo>
                    <a:pt x="67" y="321"/>
                    <a:pt x="1" y="481"/>
                    <a:pt x="1" y="680"/>
                  </a:cubicBezTo>
                  <a:cubicBezTo>
                    <a:pt x="1" y="893"/>
                    <a:pt x="28" y="1320"/>
                    <a:pt x="54" y="1800"/>
                  </a:cubicBezTo>
                  <a:cubicBezTo>
                    <a:pt x="108" y="2574"/>
                    <a:pt x="161" y="3548"/>
                    <a:pt x="134" y="4108"/>
                  </a:cubicBezTo>
                  <a:cubicBezTo>
                    <a:pt x="134" y="4121"/>
                    <a:pt x="147" y="4135"/>
                    <a:pt x="161" y="4135"/>
                  </a:cubicBezTo>
                  <a:cubicBezTo>
                    <a:pt x="174" y="4135"/>
                    <a:pt x="188" y="4121"/>
                    <a:pt x="188" y="4108"/>
                  </a:cubicBezTo>
                  <a:cubicBezTo>
                    <a:pt x="214" y="3548"/>
                    <a:pt x="161" y="2574"/>
                    <a:pt x="108" y="1800"/>
                  </a:cubicBezTo>
                  <a:cubicBezTo>
                    <a:pt x="81" y="1320"/>
                    <a:pt x="54" y="893"/>
                    <a:pt x="54" y="680"/>
                  </a:cubicBezTo>
                  <a:cubicBezTo>
                    <a:pt x="54" y="493"/>
                    <a:pt x="108" y="347"/>
                    <a:pt x="214" y="240"/>
                  </a:cubicBezTo>
                  <a:cubicBezTo>
                    <a:pt x="390" y="64"/>
                    <a:pt x="658" y="54"/>
                    <a:pt x="721" y="54"/>
                  </a:cubicBezTo>
                  <a:cubicBezTo>
                    <a:pt x="729" y="54"/>
                    <a:pt x="734" y="54"/>
                    <a:pt x="734" y="54"/>
                  </a:cubicBezTo>
                  <a:cubicBezTo>
                    <a:pt x="748" y="54"/>
                    <a:pt x="761" y="40"/>
                    <a:pt x="761" y="27"/>
                  </a:cubicBezTo>
                  <a:cubicBezTo>
                    <a:pt x="761" y="13"/>
                    <a:pt x="748" y="0"/>
                    <a:pt x="734" y="0"/>
                  </a:cubicBezTo>
                  <a:cubicBezTo>
                    <a:pt x="732" y="0"/>
                    <a:pt x="727" y="0"/>
                    <a:pt x="7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110;p114">
              <a:extLst>
                <a:ext uri="{FF2B5EF4-FFF2-40B4-BE49-F238E27FC236}">
                  <a16:creationId xmlns:a16="http://schemas.microsoft.com/office/drawing/2014/main" id="{77331A2F-828D-C461-8CA9-1693DB3DB651}"/>
                </a:ext>
              </a:extLst>
            </p:cNvPr>
            <p:cNvSpPr/>
            <p:nvPr/>
          </p:nvSpPr>
          <p:spPr>
            <a:xfrm>
              <a:off x="4787425" y="4176200"/>
              <a:ext cx="49375" cy="64375"/>
            </a:xfrm>
            <a:custGeom>
              <a:avLst/>
              <a:gdLst/>
              <a:ahLst/>
              <a:cxnLst/>
              <a:rect l="l" t="t" r="r" b="b"/>
              <a:pathLst>
                <a:path w="1975" h="2575" extrusionOk="0">
                  <a:moveTo>
                    <a:pt x="1656" y="1"/>
                  </a:moveTo>
                  <a:cubicBezTo>
                    <a:pt x="1647" y="1"/>
                    <a:pt x="1642" y="2"/>
                    <a:pt x="1642" y="2"/>
                  </a:cubicBezTo>
                  <a:cubicBezTo>
                    <a:pt x="1415" y="14"/>
                    <a:pt x="1095" y="361"/>
                    <a:pt x="801" y="668"/>
                  </a:cubicBezTo>
                  <a:cubicBezTo>
                    <a:pt x="659" y="824"/>
                    <a:pt x="453" y="1042"/>
                    <a:pt x="405" y="1042"/>
                  </a:cubicBezTo>
                  <a:cubicBezTo>
                    <a:pt x="403" y="1042"/>
                    <a:pt x="402" y="1042"/>
                    <a:pt x="401" y="1042"/>
                  </a:cubicBezTo>
                  <a:lnTo>
                    <a:pt x="401" y="1015"/>
                  </a:lnTo>
                  <a:cubicBezTo>
                    <a:pt x="401" y="948"/>
                    <a:pt x="401" y="814"/>
                    <a:pt x="428" y="548"/>
                  </a:cubicBezTo>
                  <a:cubicBezTo>
                    <a:pt x="428" y="535"/>
                    <a:pt x="415" y="521"/>
                    <a:pt x="401" y="521"/>
                  </a:cubicBezTo>
                  <a:cubicBezTo>
                    <a:pt x="388" y="521"/>
                    <a:pt x="374" y="535"/>
                    <a:pt x="374" y="548"/>
                  </a:cubicBezTo>
                  <a:cubicBezTo>
                    <a:pt x="362" y="814"/>
                    <a:pt x="348" y="948"/>
                    <a:pt x="348" y="1015"/>
                  </a:cubicBezTo>
                  <a:cubicBezTo>
                    <a:pt x="348" y="1055"/>
                    <a:pt x="362" y="1081"/>
                    <a:pt x="388" y="1095"/>
                  </a:cubicBezTo>
                  <a:cubicBezTo>
                    <a:pt x="394" y="1097"/>
                    <a:pt x="400" y="1098"/>
                    <a:pt x="406" y="1098"/>
                  </a:cubicBezTo>
                  <a:cubicBezTo>
                    <a:pt x="478" y="1098"/>
                    <a:pt x="609" y="965"/>
                    <a:pt x="842" y="708"/>
                  </a:cubicBezTo>
                  <a:cubicBezTo>
                    <a:pt x="1108" y="428"/>
                    <a:pt x="1441" y="68"/>
                    <a:pt x="1642" y="55"/>
                  </a:cubicBezTo>
                  <a:cubicBezTo>
                    <a:pt x="1642" y="55"/>
                    <a:pt x="1648" y="54"/>
                    <a:pt x="1658" y="54"/>
                  </a:cubicBezTo>
                  <a:cubicBezTo>
                    <a:pt x="1688" y="54"/>
                    <a:pt x="1752" y="62"/>
                    <a:pt x="1802" y="121"/>
                  </a:cubicBezTo>
                  <a:cubicBezTo>
                    <a:pt x="1868" y="201"/>
                    <a:pt x="1935" y="361"/>
                    <a:pt x="1855" y="722"/>
                  </a:cubicBezTo>
                  <a:cubicBezTo>
                    <a:pt x="1749" y="1282"/>
                    <a:pt x="1335" y="1721"/>
                    <a:pt x="801" y="1881"/>
                  </a:cubicBezTo>
                  <a:cubicBezTo>
                    <a:pt x="706" y="1905"/>
                    <a:pt x="620" y="1910"/>
                    <a:pt x="542" y="1910"/>
                  </a:cubicBezTo>
                  <a:cubicBezTo>
                    <a:pt x="488" y="1910"/>
                    <a:pt x="437" y="1908"/>
                    <a:pt x="388" y="1908"/>
                  </a:cubicBezTo>
                  <a:cubicBezTo>
                    <a:pt x="344" y="1904"/>
                    <a:pt x="301" y="1899"/>
                    <a:pt x="262" y="1899"/>
                  </a:cubicBezTo>
                  <a:cubicBezTo>
                    <a:pt x="184" y="1899"/>
                    <a:pt x="121" y="1917"/>
                    <a:pt x="95" y="1988"/>
                  </a:cubicBezTo>
                  <a:cubicBezTo>
                    <a:pt x="54" y="2175"/>
                    <a:pt x="15" y="2361"/>
                    <a:pt x="1" y="2548"/>
                  </a:cubicBezTo>
                  <a:cubicBezTo>
                    <a:pt x="1" y="2562"/>
                    <a:pt x="15" y="2575"/>
                    <a:pt x="28" y="2575"/>
                  </a:cubicBezTo>
                  <a:cubicBezTo>
                    <a:pt x="41" y="2575"/>
                    <a:pt x="54" y="2575"/>
                    <a:pt x="54" y="2562"/>
                  </a:cubicBezTo>
                  <a:cubicBezTo>
                    <a:pt x="68" y="2375"/>
                    <a:pt x="108" y="2189"/>
                    <a:pt x="148" y="2002"/>
                  </a:cubicBezTo>
                  <a:cubicBezTo>
                    <a:pt x="166" y="1966"/>
                    <a:pt x="208" y="1954"/>
                    <a:pt x="274" y="1954"/>
                  </a:cubicBezTo>
                  <a:cubicBezTo>
                    <a:pt x="306" y="1954"/>
                    <a:pt x="344" y="1957"/>
                    <a:pt x="388" y="1961"/>
                  </a:cubicBezTo>
                  <a:cubicBezTo>
                    <a:pt x="437" y="1961"/>
                    <a:pt x="490" y="1964"/>
                    <a:pt x="547" y="1964"/>
                  </a:cubicBezTo>
                  <a:cubicBezTo>
                    <a:pt x="629" y="1964"/>
                    <a:pt x="720" y="1959"/>
                    <a:pt x="815" y="1935"/>
                  </a:cubicBezTo>
                  <a:cubicBezTo>
                    <a:pt x="1375" y="1762"/>
                    <a:pt x="1788" y="1308"/>
                    <a:pt x="1909" y="734"/>
                  </a:cubicBezTo>
                  <a:cubicBezTo>
                    <a:pt x="1975" y="428"/>
                    <a:pt x="1948" y="215"/>
                    <a:pt x="1841" y="94"/>
                  </a:cubicBezTo>
                  <a:cubicBezTo>
                    <a:pt x="1778" y="10"/>
                    <a:pt x="1689" y="1"/>
                    <a:pt x="16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111;p114">
              <a:extLst>
                <a:ext uri="{FF2B5EF4-FFF2-40B4-BE49-F238E27FC236}">
                  <a16:creationId xmlns:a16="http://schemas.microsoft.com/office/drawing/2014/main" id="{1BACA5DE-4ABA-4594-FF71-677C5945305E}"/>
                </a:ext>
              </a:extLst>
            </p:cNvPr>
            <p:cNvSpPr/>
            <p:nvPr/>
          </p:nvSpPr>
          <p:spPr>
            <a:xfrm>
              <a:off x="4797775" y="4066400"/>
              <a:ext cx="7375" cy="107850"/>
            </a:xfrm>
            <a:custGeom>
              <a:avLst/>
              <a:gdLst/>
              <a:ahLst/>
              <a:cxnLst/>
              <a:rect l="l" t="t" r="r" b="b"/>
              <a:pathLst>
                <a:path w="295" h="4314" extrusionOk="0">
                  <a:moveTo>
                    <a:pt x="199" y="0"/>
                  </a:moveTo>
                  <a:cubicBezTo>
                    <a:pt x="195" y="0"/>
                    <a:pt x="191" y="2"/>
                    <a:pt x="188" y="5"/>
                  </a:cubicBezTo>
                  <a:cubicBezTo>
                    <a:pt x="161" y="5"/>
                    <a:pt x="161" y="19"/>
                    <a:pt x="161" y="32"/>
                  </a:cubicBezTo>
                  <a:cubicBezTo>
                    <a:pt x="214" y="259"/>
                    <a:pt x="241" y="485"/>
                    <a:pt x="241" y="713"/>
                  </a:cubicBezTo>
                  <a:cubicBezTo>
                    <a:pt x="241" y="1406"/>
                    <a:pt x="108" y="3019"/>
                    <a:pt x="14" y="4193"/>
                  </a:cubicBezTo>
                  <a:lnTo>
                    <a:pt x="1" y="4287"/>
                  </a:lnTo>
                  <a:cubicBezTo>
                    <a:pt x="1" y="4300"/>
                    <a:pt x="14" y="4314"/>
                    <a:pt x="28" y="4314"/>
                  </a:cubicBezTo>
                  <a:cubicBezTo>
                    <a:pt x="40" y="4314"/>
                    <a:pt x="54" y="4300"/>
                    <a:pt x="54" y="4287"/>
                  </a:cubicBezTo>
                  <a:lnTo>
                    <a:pt x="67" y="4193"/>
                  </a:lnTo>
                  <a:cubicBezTo>
                    <a:pt x="161" y="3019"/>
                    <a:pt x="294" y="1419"/>
                    <a:pt x="294" y="713"/>
                  </a:cubicBezTo>
                  <a:cubicBezTo>
                    <a:pt x="294" y="473"/>
                    <a:pt x="268" y="245"/>
                    <a:pt x="214" y="19"/>
                  </a:cubicBezTo>
                  <a:cubicBezTo>
                    <a:pt x="214" y="9"/>
                    <a:pt x="207" y="0"/>
                    <a:pt x="1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112;p114">
              <a:extLst>
                <a:ext uri="{FF2B5EF4-FFF2-40B4-BE49-F238E27FC236}">
                  <a16:creationId xmlns:a16="http://schemas.microsoft.com/office/drawing/2014/main" id="{4235B96E-4FC1-C85A-834F-97EF49471F41}"/>
                </a:ext>
              </a:extLst>
            </p:cNvPr>
            <p:cNvSpPr/>
            <p:nvPr/>
          </p:nvSpPr>
          <p:spPr>
            <a:xfrm>
              <a:off x="4792775" y="4051850"/>
              <a:ext cx="7025" cy="7050"/>
            </a:xfrm>
            <a:custGeom>
              <a:avLst/>
              <a:gdLst/>
              <a:ahLst/>
              <a:cxnLst/>
              <a:rect l="l" t="t" r="r" b="b"/>
              <a:pathLst>
                <a:path w="281" h="282" extrusionOk="0">
                  <a:moveTo>
                    <a:pt x="41" y="1"/>
                  </a:moveTo>
                  <a:cubicBezTo>
                    <a:pt x="27" y="1"/>
                    <a:pt x="14" y="1"/>
                    <a:pt x="14" y="14"/>
                  </a:cubicBezTo>
                  <a:cubicBezTo>
                    <a:pt x="0" y="27"/>
                    <a:pt x="0" y="41"/>
                    <a:pt x="14" y="54"/>
                  </a:cubicBezTo>
                  <a:cubicBezTo>
                    <a:pt x="107" y="94"/>
                    <a:pt x="174" y="174"/>
                    <a:pt x="228" y="267"/>
                  </a:cubicBezTo>
                  <a:cubicBezTo>
                    <a:pt x="228" y="281"/>
                    <a:pt x="240" y="281"/>
                    <a:pt x="240" y="281"/>
                  </a:cubicBezTo>
                  <a:lnTo>
                    <a:pt x="254" y="281"/>
                  </a:lnTo>
                  <a:cubicBezTo>
                    <a:pt x="267" y="267"/>
                    <a:pt x="281" y="255"/>
                    <a:pt x="267" y="241"/>
                  </a:cubicBezTo>
                  <a:cubicBezTo>
                    <a:pt x="214" y="148"/>
                    <a:pt x="134" y="54"/>
                    <a:pt x="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113;p114">
              <a:extLst>
                <a:ext uri="{FF2B5EF4-FFF2-40B4-BE49-F238E27FC236}">
                  <a16:creationId xmlns:a16="http://schemas.microsoft.com/office/drawing/2014/main" id="{802B10FE-64A1-5E30-CA5C-508EEC99260F}"/>
                </a:ext>
              </a:extLst>
            </p:cNvPr>
            <p:cNvSpPr/>
            <p:nvPr/>
          </p:nvSpPr>
          <p:spPr>
            <a:xfrm>
              <a:off x="4779775" y="4184550"/>
              <a:ext cx="2025" cy="12025"/>
            </a:xfrm>
            <a:custGeom>
              <a:avLst/>
              <a:gdLst/>
              <a:ahLst/>
              <a:cxnLst/>
              <a:rect l="l" t="t" r="r" b="b"/>
              <a:pathLst>
                <a:path w="81" h="481" extrusionOk="0">
                  <a:moveTo>
                    <a:pt x="54" y="0"/>
                  </a:moveTo>
                  <a:cubicBezTo>
                    <a:pt x="40" y="0"/>
                    <a:pt x="27" y="14"/>
                    <a:pt x="27" y="27"/>
                  </a:cubicBezTo>
                  <a:lnTo>
                    <a:pt x="1" y="454"/>
                  </a:lnTo>
                  <a:cubicBezTo>
                    <a:pt x="1" y="468"/>
                    <a:pt x="14" y="480"/>
                    <a:pt x="27" y="480"/>
                  </a:cubicBezTo>
                  <a:cubicBezTo>
                    <a:pt x="40" y="480"/>
                    <a:pt x="54" y="480"/>
                    <a:pt x="54" y="468"/>
                  </a:cubicBezTo>
                  <a:lnTo>
                    <a:pt x="81" y="27"/>
                  </a:lnTo>
                  <a:cubicBezTo>
                    <a:pt x="81" y="14"/>
                    <a:pt x="67" y="0"/>
                    <a:pt x="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114;p114">
              <a:extLst>
                <a:ext uri="{FF2B5EF4-FFF2-40B4-BE49-F238E27FC236}">
                  <a16:creationId xmlns:a16="http://schemas.microsoft.com/office/drawing/2014/main" id="{C5265F96-CF17-3726-347F-1C9A82107F95}"/>
                </a:ext>
              </a:extLst>
            </p:cNvPr>
            <p:cNvSpPr/>
            <p:nvPr/>
          </p:nvSpPr>
          <p:spPr>
            <a:xfrm>
              <a:off x="4779775" y="4061050"/>
              <a:ext cx="6025" cy="114175"/>
            </a:xfrm>
            <a:custGeom>
              <a:avLst/>
              <a:gdLst/>
              <a:ahLst/>
              <a:cxnLst/>
              <a:rect l="l" t="t" r="r" b="b"/>
              <a:pathLst>
                <a:path w="241" h="4567" extrusionOk="0">
                  <a:moveTo>
                    <a:pt x="212" y="1"/>
                  </a:moveTo>
                  <a:cubicBezTo>
                    <a:pt x="208" y="1"/>
                    <a:pt x="204" y="2"/>
                    <a:pt x="200" y="6"/>
                  </a:cubicBezTo>
                  <a:cubicBezTo>
                    <a:pt x="187" y="6"/>
                    <a:pt x="1" y="86"/>
                    <a:pt x="67" y="740"/>
                  </a:cubicBezTo>
                  <a:cubicBezTo>
                    <a:pt x="107" y="1260"/>
                    <a:pt x="67" y="3567"/>
                    <a:pt x="40" y="4540"/>
                  </a:cubicBezTo>
                  <a:cubicBezTo>
                    <a:pt x="40" y="4554"/>
                    <a:pt x="54" y="4567"/>
                    <a:pt x="67" y="4567"/>
                  </a:cubicBezTo>
                  <a:cubicBezTo>
                    <a:pt x="81" y="4567"/>
                    <a:pt x="94" y="4554"/>
                    <a:pt x="94" y="4540"/>
                  </a:cubicBezTo>
                  <a:cubicBezTo>
                    <a:pt x="107" y="3914"/>
                    <a:pt x="174" y="1300"/>
                    <a:pt x="107" y="740"/>
                  </a:cubicBezTo>
                  <a:cubicBezTo>
                    <a:pt x="54" y="127"/>
                    <a:pt x="214" y="59"/>
                    <a:pt x="214" y="47"/>
                  </a:cubicBezTo>
                  <a:cubicBezTo>
                    <a:pt x="227" y="47"/>
                    <a:pt x="241" y="33"/>
                    <a:pt x="241" y="20"/>
                  </a:cubicBezTo>
                  <a:cubicBezTo>
                    <a:pt x="231" y="10"/>
                    <a:pt x="222" y="1"/>
                    <a:pt x="2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115;p114">
              <a:extLst>
                <a:ext uri="{FF2B5EF4-FFF2-40B4-BE49-F238E27FC236}">
                  <a16:creationId xmlns:a16="http://schemas.microsoft.com/office/drawing/2014/main" id="{83A0B032-B8DC-B657-48DB-EFF6F6B0177C}"/>
                </a:ext>
              </a:extLst>
            </p:cNvPr>
            <p:cNvSpPr/>
            <p:nvPr/>
          </p:nvSpPr>
          <p:spPr>
            <a:xfrm>
              <a:off x="4780450" y="4180750"/>
              <a:ext cx="54025" cy="66175"/>
            </a:xfrm>
            <a:custGeom>
              <a:avLst/>
              <a:gdLst/>
              <a:ahLst/>
              <a:cxnLst/>
              <a:rect l="l" t="t" r="r" b="b"/>
              <a:pathLst>
                <a:path w="2161" h="2647" extrusionOk="0">
                  <a:moveTo>
                    <a:pt x="2133" y="0"/>
                  </a:moveTo>
                  <a:cubicBezTo>
                    <a:pt x="2121" y="0"/>
                    <a:pt x="2108" y="10"/>
                    <a:pt x="2108" y="19"/>
                  </a:cubicBezTo>
                  <a:cubicBezTo>
                    <a:pt x="1841" y="499"/>
                    <a:pt x="1427" y="886"/>
                    <a:pt x="920" y="1113"/>
                  </a:cubicBezTo>
                  <a:cubicBezTo>
                    <a:pt x="641" y="1219"/>
                    <a:pt x="454" y="1287"/>
                    <a:pt x="333" y="1326"/>
                  </a:cubicBezTo>
                  <a:cubicBezTo>
                    <a:pt x="54" y="1406"/>
                    <a:pt x="40" y="1420"/>
                    <a:pt x="40" y="1660"/>
                  </a:cubicBezTo>
                  <a:cubicBezTo>
                    <a:pt x="40" y="1993"/>
                    <a:pt x="0" y="2606"/>
                    <a:pt x="0" y="2620"/>
                  </a:cubicBezTo>
                  <a:cubicBezTo>
                    <a:pt x="0" y="2633"/>
                    <a:pt x="13" y="2647"/>
                    <a:pt x="27" y="2647"/>
                  </a:cubicBezTo>
                  <a:cubicBezTo>
                    <a:pt x="40" y="2647"/>
                    <a:pt x="54" y="2633"/>
                    <a:pt x="54" y="2620"/>
                  </a:cubicBezTo>
                  <a:cubicBezTo>
                    <a:pt x="54" y="2606"/>
                    <a:pt x="80" y="1993"/>
                    <a:pt x="80" y="1660"/>
                  </a:cubicBezTo>
                  <a:cubicBezTo>
                    <a:pt x="80" y="1447"/>
                    <a:pt x="80" y="1447"/>
                    <a:pt x="347" y="1367"/>
                  </a:cubicBezTo>
                  <a:cubicBezTo>
                    <a:pt x="467" y="1326"/>
                    <a:pt x="667" y="1273"/>
                    <a:pt x="934" y="1166"/>
                  </a:cubicBezTo>
                  <a:cubicBezTo>
                    <a:pt x="1454" y="940"/>
                    <a:pt x="1880" y="540"/>
                    <a:pt x="2147" y="33"/>
                  </a:cubicBezTo>
                  <a:cubicBezTo>
                    <a:pt x="2161" y="19"/>
                    <a:pt x="2161" y="6"/>
                    <a:pt x="2147" y="6"/>
                  </a:cubicBezTo>
                  <a:cubicBezTo>
                    <a:pt x="2143" y="2"/>
                    <a:pt x="2138" y="0"/>
                    <a:pt x="21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116;p114">
              <a:extLst>
                <a:ext uri="{FF2B5EF4-FFF2-40B4-BE49-F238E27FC236}">
                  <a16:creationId xmlns:a16="http://schemas.microsoft.com/office/drawing/2014/main" id="{B1479ED4-C924-BAFF-3940-D723B8EDB025}"/>
                </a:ext>
              </a:extLst>
            </p:cNvPr>
            <p:cNvSpPr/>
            <p:nvPr/>
          </p:nvSpPr>
          <p:spPr>
            <a:xfrm>
              <a:off x="4722750" y="4258250"/>
              <a:ext cx="96400" cy="97700"/>
            </a:xfrm>
            <a:custGeom>
              <a:avLst/>
              <a:gdLst/>
              <a:ahLst/>
              <a:cxnLst/>
              <a:rect l="l" t="t" r="r" b="b"/>
              <a:pathLst>
                <a:path w="3856" h="3908" extrusionOk="0">
                  <a:moveTo>
                    <a:pt x="1" y="0"/>
                  </a:moveTo>
                  <a:lnTo>
                    <a:pt x="575" y="3907"/>
                  </a:lnTo>
                  <a:lnTo>
                    <a:pt x="3281" y="3907"/>
                  </a:lnTo>
                  <a:lnTo>
                    <a:pt x="3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117;p114">
              <a:extLst>
                <a:ext uri="{FF2B5EF4-FFF2-40B4-BE49-F238E27FC236}">
                  <a16:creationId xmlns:a16="http://schemas.microsoft.com/office/drawing/2014/main" id="{FE6F5FCD-6CF1-6D4D-79FD-ED30A2926F28}"/>
                </a:ext>
              </a:extLst>
            </p:cNvPr>
            <p:cNvSpPr/>
            <p:nvPr/>
          </p:nvSpPr>
          <p:spPr>
            <a:xfrm>
              <a:off x="4721425" y="4256900"/>
              <a:ext cx="99050" cy="100375"/>
            </a:xfrm>
            <a:custGeom>
              <a:avLst/>
              <a:gdLst/>
              <a:ahLst/>
              <a:cxnLst/>
              <a:rect l="l" t="t" r="r" b="b"/>
              <a:pathLst>
                <a:path w="3962" h="4015" extrusionOk="0">
                  <a:moveTo>
                    <a:pt x="3855" y="108"/>
                  </a:moveTo>
                  <a:lnTo>
                    <a:pt x="3281" y="3908"/>
                  </a:lnTo>
                  <a:lnTo>
                    <a:pt x="681" y="3908"/>
                  </a:lnTo>
                  <a:lnTo>
                    <a:pt x="121" y="108"/>
                  </a:lnTo>
                  <a:close/>
                  <a:moveTo>
                    <a:pt x="54" y="1"/>
                  </a:moveTo>
                  <a:cubicBezTo>
                    <a:pt x="41" y="1"/>
                    <a:pt x="27" y="1"/>
                    <a:pt x="14" y="14"/>
                  </a:cubicBezTo>
                  <a:cubicBezTo>
                    <a:pt x="0" y="28"/>
                    <a:pt x="0" y="40"/>
                    <a:pt x="0" y="54"/>
                  </a:cubicBezTo>
                  <a:lnTo>
                    <a:pt x="587" y="3961"/>
                  </a:lnTo>
                  <a:cubicBezTo>
                    <a:pt x="587" y="3988"/>
                    <a:pt x="614" y="4015"/>
                    <a:pt x="628" y="4015"/>
                  </a:cubicBezTo>
                  <a:lnTo>
                    <a:pt x="3334" y="4015"/>
                  </a:lnTo>
                  <a:cubicBezTo>
                    <a:pt x="3361" y="4015"/>
                    <a:pt x="3375" y="3988"/>
                    <a:pt x="3388" y="3961"/>
                  </a:cubicBezTo>
                  <a:lnTo>
                    <a:pt x="3962" y="54"/>
                  </a:lnTo>
                  <a:cubicBezTo>
                    <a:pt x="3962" y="40"/>
                    <a:pt x="3962" y="28"/>
                    <a:pt x="3948" y="14"/>
                  </a:cubicBezTo>
                  <a:cubicBezTo>
                    <a:pt x="3935" y="1"/>
                    <a:pt x="3921" y="1"/>
                    <a:pt x="39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118;p114">
              <a:extLst>
                <a:ext uri="{FF2B5EF4-FFF2-40B4-BE49-F238E27FC236}">
                  <a16:creationId xmlns:a16="http://schemas.microsoft.com/office/drawing/2014/main" id="{22FABD67-A877-1553-5205-BFEE2AACDEC2}"/>
                </a:ext>
              </a:extLst>
            </p:cNvPr>
            <p:cNvSpPr/>
            <p:nvPr/>
          </p:nvSpPr>
          <p:spPr>
            <a:xfrm>
              <a:off x="4714425" y="4242900"/>
              <a:ext cx="113050" cy="26025"/>
            </a:xfrm>
            <a:custGeom>
              <a:avLst/>
              <a:gdLst/>
              <a:ahLst/>
              <a:cxnLst/>
              <a:rect l="l" t="t" r="r" b="b"/>
              <a:pathLst>
                <a:path w="4522" h="1041" extrusionOk="0">
                  <a:moveTo>
                    <a:pt x="1" y="1"/>
                  </a:moveTo>
                  <a:lnTo>
                    <a:pt x="1" y="1041"/>
                  </a:lnTo>
                  <a:lnTo>
                    <a:pt x="4521" y="1041"/>
                  </a:lnTo>
                  <a:lnTo>
                    <a:pt x="45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119;p114">
              <a:extLst>
                <a:ext uri="{FF2B5EF4-FFF2-40B4-BE49-F238E27FC236}">
                  <a16:creationId xmlns:a16="http://schemas.microsoft.com/office/drawing/2014/main" id="{8C159616-14E9-2BA3-3390-53447AF91992}"/>
                </a:ext>
              </a:extLst>
            </p:cNvPr>
            <p:cNvSpPr/>
            <p:nvPr/>
          </p:nvSpPr>
          <p:spPr>
            <a:xfrm>
              <a:off x="4713100" y="4241575"/>
              <a:ext cx="115700" cy="28700"/>
            </a:xfrm>
            <a:custGeom>
              <a:avLst/>
              <a:gdLst/>
              <a:ahLst/>
              <a:cxnLst/>
              <a:rect l="l" t="t" r="r" b="b"/>
              <a:pathLst>
                <a:path w="4628" h="1148" extrusionOk="0">
                  <a:moveTo>
                    <a:pt x="4521" y="93"/>
                  </a:moveTo>
                  <a:lnTo>
                    <a:pt x="4521" y="1041"/>
                  </a:lnTo>
                  <a:lnTo>
                    <a:pt x="107" y="1041"/>
                  </a:lnTo>
                  <a:lnTo>
                    <a:pt x="107" y="93"/>
                  </a:lnTo>
                  <a:close/>
                  <a:moveTo>
                    <a:pt x="54" y="0"/>
                  </a:moveTo>
                  <a:cubicBezTo>
                    <a:pt x="27" y="0"/>
                    <a:pt x="1" y="13"/>
                    <a:pt x="1" y="54"/>
                  </a:cubicBezTo>
                  <a:lnTo>
                    <a:pt x="1" y="1094"/>
                  </a:lnTo>
                  <a:cubicBezTo>
                    <a:pt x="1" y="1121"/>
                    <a:pt x="27" y="1147"/>
                    <a:pt x="54" y="1147"/>
                  </a:cubicBezTo>
                  <a:lnTo>
                    <a:pt x="4574" y="1147"/>
                  </a:lnTo>
                  <a:cubicBezTo>
                    <a:pt x="4601" y="1147"/>
                    <a:pt x="4628" y="1121"/>
                    <a:pt x="4628" y="1094"/>
                  </a:cubicBezTo>
                  <a:lnTo>
                    <a:pt x="4628" y="54"/>
                  </a:lnTo>
                  <a:cubicBezTo>
                    <a:pt x="4628" y="13"/>
                    <a:pt x="4601" y="0"/>
                    <a:pt x="45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120;p114">
              <a:extLst>
                <a:ext uri="{FF2B5EF4-FFF2-40B4-BE49-F238E27FC236}">
                  <a16:creationId xmlns:a16="http://schemas.microsoft.com/office/drawing/2014/main" id="{F092F367-1F72-877E-46F0-FA1C48FA73C5}"/>
                </a:ext>
              </a:extLst>
            </p:cNvPr>
            <p:cNvSpPr/>
            <p:nvPr/>
          </p:nvSpPr>
          <p:spPr>
            <a:xfrm>
              <a:off x="4254650" y="4236900"/>
              <a:ext cx="203075" cy="109375"/>
            </a:xfrm>
            <a:custGeom>
              <a:avLst/>
              <a:gdLst/>
              <a:ahLst/>
              <a:cxnLst/>
              <a:rect l="l" t="t" r="r" b="b"/>
              <a:pathLst>
                <a:path w="8123" h="4375" extrusionOk="0">
                  <a:moveTo>
                    <a:pt x="934" y="1"/>
                  </a:moveTo>
                  <a:lnTo>
                    <a:pt x="934" y="2135"/>
                  </a:lnTo>
                  <a:cubicBezTo>
                    <a:pt x="934" y="2814"/>
                    <a:pt x="708" y="3495"/>
                    <a:pt x="267" y="4028"/>
                  </a:cubicBezTo>
                  <a:lnTo>
                    <a:pt x="1" y="4375"/>
                  </a:lnTo>
                  <a:lnTo>
                    <a:pt x="8123" y="4375"/>
                  </a:lnTo>
                  <a:lnTo>
                    <a:pt x="7856" y="4028"/>
                  </a:lnTo>
                  <a:cubicBezTo>
                    <a:pt x="7416" y="3495"/>
                    <a:pt x="7189" y="2814"/>
                    <a:pt x="7189" y="2135"/>
                  </a:cubicBezTo>
                  <a:lnTo>
                    <a:pt x="71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121;p114">
              <a:extLst>
                <a:ext uri="{FF2B5EF4-FFF2-40B4-BE49-F238E27FC236}">
                  <a16:creationId xmlns:a16="http://schemas.microsoft.com/office/drawing/2014/main" id="{28F3B163-0FE6-4614-02FA-EF9C8F7980AF}"/>
                </a:ext>
              </a:extLst>
            </p:cNvPr>
            <p:cNvSpPr/>
            <p:nvPr/>
          </p:nvSpPr>
          <p:spPr>
            <a:xfrm>
              <a:off x="4253325" y="4235900"/>
              <a:ext cx="205750" cy="111725"/>
            </a:xfrm>
            <a:custGeom>
              <a:avLst/>
              <a:gdLst/>
              <a:ahLst/>
              <a:cxnLst/>
              <a:rect l="l" t="t" r="r" b="b"/>
              <a:pathLst>
                <a:path w="8230" h="4469" extrusionOk="0">
                  <a:moveTo>
                    <a:pt x="7189" y="94"/>
                  </a:moveTo>
                  <a:lnTo>
                    <a:pt x="7189" y="2175"/>
                  </a:lnTo>
                  <a:cubicBezTo>
                    <a:pt x="7189" y="2868"/>
                    <a:pt x="7429" y="3561"/>
                    <a:pt x="7869" y="4108"/>
                  </a:cubicBezTo>
                  <a:lnTo>
                    <a:pt x="8069" y="4362"/>
                  </a:lnTo>
                  <a:lnTo>
                    <a:pt x="160" y="4362"/>
                  </a:lnTo>
                  <a:lnTo>
                    <a:pt x="374" y="4108"/>
                  </a:lnTo>
                  <a:cubicBezTo>
                    <a:pt x="801" y="3561"/>
                    <a:pt x="1041" y="2868"/>
                    <a:pt x="1041" y="2175"/>
                  </a:cubicBezTo>
                  <a:lnTo>
                    <a:pt x="1041" y="94"/>
                  </a:lnTo>
                  <a:close/>
                  <a:moveTo>
                    <a:pt x="987" y="0"/>
                  </a:moveTo>
                  <a:cubicBezTo>
                    <a:pt x="961" y="0"/>
                    <a:pt x="934" y="14"/>
                    <a:pt x="934" y="41"/>
                  </a:cubicBezTo>
                  <a:lnTo>
                    <a:pt x="934" y="2175"/>
                  </a:lnTo>
                  <a:cubicBezTo>
                    <a:pt x="934" y="2841"/>
                    <a:pt x="708" y="3508"/>
                    <a:pt x="281" y="4042"/>
                  </a:cubicBezTo>
                  <a:lnTo>
                    <a:pt x="14" y="4388"/>
                  </a:lnTo>
                  <a:cubicBezTo>
                    <a:pt x="0" y="4401"/>
                    <a:pt x="0" y="4415"/>
                    <a:pt x="0" y="4442"/>
                  </a:cubicBezTo>
                  <a:cubicBezTo>
                    <a:pt x="14" y="4454"/>
                    <a:pt x="27" y="4468"/>
                    <a:pt x="54" y="4468"/>
                  </a:cubicBezTo>
                  <a:lnTo>
                    <a:pt x="8176" y="4468"/>
                  </a:lnTo>
                  <a:cubicBezTo>
                    <a:pt x="8203" y="4468"/>
                    <a:pt x="8215" y="4454"/>
                    <a:pt x="8229" y="4442"/>
                  </a:cubicBezTo>
                  <a:cubicBezTo>
                    <a:pt x="8229" y="4415"/>
                    <a:pt x="8229" y="4401"/>
                    <a:pt x="8215" y="4388"/>
                  </a:cubicBezTo>
                  <a:lnTo>
                    <a:pt x="7949" y="4042"/>
                  </a:lnTo>
                  <a:cubicBezTo>
                    <a:pt x="7522" y="3508"/>
                    <a:pt x="7296" y="2841"/>
                    <a:pt x="7296" y="2175"/>
                  </a:cubicBezTo>
                  <a:lnTo>
                    <a:pt x="7296" y="41"/>
                  </a:lnTo>
                  <a:cubicBezTo>
                    <a:pt x="7296" y="14"/>
                    <a:pt x="7269" y="0"/>
                    <a:pt x="7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122;p114">
              <a:extLst>
                <a:ext uri="{FF2B5EF4-FFF2-40B4-BE49-F238E27FC236}">
                  <a16:creationId xmlns:a16="http://schemas.microsoft.com/office/drawing/2014/main" id="{AD15AB3C-0BAA-6C70-8043-CBAE7B8AD38F}"/>
                </a:ext>
              </a:extLst>
            </p:cNvPr>
            <p:cNvSpPr/>
            <p:nvPr/>
          </p:nvSpPr>
          <p:spPr>
            <a:xfrm>
              <a:off x="4268350" y="4236900"/>
              <a:ext cx="175700" cy="90375"/>
            </a:xfrm>
            <a:custGeom>
              <a:avLst/>
              <a:gdLst/>
              <a:ahLst/>
              <a:cxnLst/>
              <a:rect l="l" t="t" r="r" b="b"/>
              <a:pathLst>
                <a:path w="7028" h="3615" extrusionOk="0">
                  <a:moveTo>
                    <a:pt x="386" y="1"/>
                  </a:moveTo>
                  <a:lnTo>
                    <a:pt x="386" y="2135"/>
                  </a:lnTo>
                  <a:cubicBezTo>
                    <a:pt x="386" y="2654"/>
                    <a:pt x="253" y="3161"/>
                    <a:pt x="0" y="3614"/>
                  </a:cubicBezTo>
                  <a:lnTo>
                    <a:pt x="7028" y="3614"/>
                  </a:lnTo>
                  <a:cubicBezTo>
                    <a:pt x="6775" y="3161"/>
                    <a:pt x="6641" y="2654"/>
                    <a:pt x="6641" y="2135"/>
                  </a:cubicBezTo>
                  <a:lnTo>
                    <a:pt x="66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123;p114">
              <a:extLst>
                <a:ext uri="{FF2B5EF4-FFF2-40B4-BE49-F238E27FC236}">
                  <a16:creationId xmlns:a16="http://schemas.microsoft.com/office/drawing/2014/main" id="{DE32EC53-E2EB-DB19-48C1-CE1506FA3DAE}"/>
                </a:ext>
              </a:extLst>
            </p:cNvPr>
            <p:cNvSpPr/>
            <p:nvPr/>
          </p:nvSpPr>
          <p:spPr>
            <a:xfrm>
              <a:off x="4042300" y="3782800"/>
              <a:ext cx="627800" cy="471125"/>
            </a:xfrm>
            <a:custGeom>
              <a:avLst/>
              <a:gdLst/>
              <a:ahLst/>
              <a:cxnLst/>
              <a:rect l="l" t="t" r="r" b="b"/>
              <a:pathLst>
                <a:path w="25112" h="18845" extrusionOk="0">
                  <a:moveTo>
                    <a:pt x="880" y="1"/>
                  </a:moveTo>
                  <a:cubicBezTo>
                    <a:pt x="400" y="1"/>
                    <a:pt x="0" y="401"/>
                    <a:pt x="0" y="881"/>
                  </a:cubicBezTo>
                  <a:lnTo>
                    <a:pt x="0" y="17951"/>
                  </a:lnTo>
                  <a:cubicBezTo>
                    <a:pt x="0" y="18444"/>
                    <a:pt x="400" y="18844"/>
                    <a:pt x="880" y="18844"/>
                  </a:cubicBezTo>
                  <a:lnTo>
                    <a:pt x="24231" y="18844"/>
                  </a:lnTo>
                  <a:cubicBezTo>
                    <a:pt x="24712" y="18844"/>
                    <a:pt x="25112" y="18444"/>
                    <a:pt x="25112" y="17951"/>
                  </a:cubicBezTo>
                  <a:lnTo>
                    <a:pt x="25112" y="881"/>
                  </a:lnTo>
                  <a:cubicBezTo>
                    <a:pt x="25112" y="401"/>
                    <a:pt x="24712" y="1"/>
                    <a:pt x="24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124;p114">
              <a:extLst>
                <a:ext uri="{FF2B5EF4-FFF2-40B4-BE49-F238E27FC236}">
                  <a16:creationId xmlns:a16="http://schemas.microsoft.com/office/drawing/2014/main" id="{50732133-CC65-9FF4-8DA9-9AA468DFEFB8}"/>
                </a:ext>
              </a:extLst>
            </p:cNvPr>
            <p:cNvSpPr/>
            <p:nvPr/>
          </p:nvSpPr>
          <p:spPr>
            <a:xfrm>
              <a:off x="4040950" y="3781475"/>
              <a:ext cx="630475" cy="473775"/>
            </a:xfrm>
            <a:custGeom>
              <a:avLst/>
              <a:gdLst/>
              <a:ahLst/>
              <a:cxnLst/>
              <a:rect l="l" t="t" r="r" b="b"/>
              <a:pathLst>
                <a:path w="25219" h="18951" extrusionOk="0">
                  <a:moveTo>
                    <a:pt x="24285" y="107"/>
                  </a:moveTo>
                  <a:cubicBezTo>
                    <a:pt x="24739" y="107"/>
                    <a:pt x="25112" y="481"/>
                    <a:pt x="25112" y="934"/>
                  </a:cubicBezTo>
                  <a:lnTo>
                    <a:pt x="25112" y="18004"/>
                  </a:lnTo>
                  <a:cubicBezTo>
                    <a:pt x="25112" y="18471"/>
                    <a:pt x="24739" y="18844"/>
                    <a:pt x="24285" y="18844"/>
                  </a:cubicBezTo>
                  <a:lnTo>
                    <a:pt x="934" y="18844"/>
                  </a:lnTo>
                  <a:cubicBezTo>
                    <a:pt x="481" y="18844"/>
                    <a:pt x="107" y="18471"/>
                    <a:pt x="107" y="18004"/>
                  </a:cubicBezTo>
                  <a:lnTo>
                    <a:pt x="107" y="934"/>
                  </a:lnTo>
                  <a:cubicBezTo>
                    <a:pt x="107" y="481"/>
                    <a:pt x="481" y="107"/>
                    <a:pt x="934" y="107"/>
                  </a:cubicBezTo>
                  <a:close/>
                  <a:moveTo>
                    <a:pt x="934" y="0"/>
                  </a:moveTo>
                  <a:cubicBezTo>
                    <a:pt x="414" y="0"/>
                    <a:pt x="1" y="427"/>
                    <a:pt x="1" y="934"/>
                  </a:cubicBezTo>
                  <a:lnTo>
                    <a:pt x="1" y="18004"/>
                  </a:lnTo>
                  <a:cubicBezTo>
                    <a:pt x="1" y="18524"/>
                    <a:pt x="414" y="18951"/>
                    <a:pt x="934" y="18951"/>
                  </a:cubicBezTo>
                  <a:lnTo>
                    <a:pt x="24285" y="18951"/>
                  </a:lnTo>
                  <a:cubicBezTo>
                    <a:pt x="24806" y="18951"/>
                    <a:pt x="25219" y="18524"/>
                    <a:pt x="25219" y="18004"/>
                  </a:cubicBezTo>
                  <a:lnTo>
                    <a:pt x="25219" y="934"/>
                  </a:lnTo>
                  <a:cubicBezTo>
                    <a:pt x="25219" y="427"/>
                    <a:pt x="24806" y="0"/>
                    <a:pt x="242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125;p114">
              <a:extLst>
                <a:ext uri="{FF2B5EF4-FFF2-40B4-BE49-F238E27FC236}">
                  <a16:creationId xmlns:a16="http://schemas.microsoft.com/office/drawing/2014/main" id="{A03BA412-B999-E03E-26A3-1E6F671A1A75}"/>
                </a:ext>
              </a:extLst>
            </p:cNvPr>
            <p:cNvSpPr/>
            <p:nvPr/>
          </p:nvSpPr>
          <p:spPr>
            <a:xfrm>
              <a:off x="4042300" y="4180550"/>
              <a:ext cx="627800" cy="73375"/>
            </a:xfrm>
            <a:custGeom>
              <a:avLst/>
              <a:gdLst/>
              <a:ahLst/>
              <a:cxnLst/>
              <a:rect l="l" t="t" r="r" b="b"/>
              <a:pathLst>
                <a:path w="25112" h="2935" extrusionOk="0">
                  <a:moveTo>
                    <a:pt x="0" y="0"/>
                  </a:moveTo>
                  <a:lnTo>
                    <a:pt x="0" y="2041"/>
                  </a:lnTo>
                  <a:cubicBezTo>
                    <a:pt x="0" y="2534"/>
                    <a:pt x="400" y="2934"/>
                    <a:pt x="880" y="2934"/>
                  </a:cubicBezTo>
                  <a:lnTo>
                    <a:pt x="24231" y="2934"/>
                  </a:lnTo>
                  <a:cubicBezTo>
                    <a:pt x="24712" y="2934"/>
                    <a:pt x="25112" y="2534"/>
                    <a:pt x="25112" y="2041"/>
                  </a:cubicBezTo>
                  <a:lnTo>
                    <a:pt x="251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126;p114">
              <a:extLst>
                <a:ext uri="{FF2B5EF4-FFF2-40B4-BE49-F238E27FC236}">
                  <a16:creationId xmlns:a16="http://schemas.microsoft.com/office/drawing/2014/main" id="{A3ED065E-9684-EE2A-ADEE-5604D8AFB293}"/>
                </a:ext>
              </a:extLst>
            </p:cNvPr>
            <p:cNvSpPr/>
            <p:nvPr/>
          </p:nvSpPr>
          <p:spPr>
            <a:xfrm>
              <a:off x="4040950" y="4179225"/>
              <a:ext cx="630475" cy="75700"/>
            </a:xfrm>
            <a:custGeom>
              <a:avLst/>
              <a:gdLst/>
              <a:ahLst/>
              <a:cxnLst/>
              <a:rect l="l" t="t" r="r" b="b"/>
              <a:pathLst>
                <a:path w="25219" h="3028" extrusionOk="0">
                  <a:moveTo>
                    <a:pt x="25112" y="107"/>
                  </a:moveTo>
                  <a:lnTo>
                    <a:pt x="25112" y="2094"/>
                  </a:lnTo>
                  <a:cubicBezTo>
                    <a:pt x="25112" y="2561"/>
                    <a:pt x="24739" y="2934"/>
                    <a:pt x="24285" y="2934"/>
                  </a:cubicBezTo>
                  <a:lnTo>
                    <a:pt x="934" y="2934"/>
                  </a:lnTo>
                  <a:cubicBezTo>
                    <a:pt x="481" y="2934"/>
                    <a:pt x="107" y="2561"/>
                    <a:pt x="107" y="2094"/>
                  </a:cubicBezTo>
                  <a:lnTo>
                    <a:pt x="107" y="107"/>
                  </a:lnTo>
                  <a:close/>
                  <a:moveTo>
                    <a:pt x="54" y="0"/>
                  </a:moveTo>
                  <a:cubicBezTo>
                    <a:pt x="27" y="0"/>
                    <a:pt x="1" y="27"/>
                    <a:pt x="1" y="53"/>
                  </a:cubicBezTo>
                  <a:lnTo>
                    <a:pt x="1" y="67"/>
                  </a:lnTo>
                  <a:lnTo>
                    <a:pt x="1" y="2094"/>
                  </a:lnTo>
                  <a:cubicBezTo>
                    <a:pt x="1" y="2614"/>
                    <a:pt x="427" y="3028"/>
                    <a:pt x="934" y="3028"/>
                  </a:cubicBezTo>
                  <a:lnTo>
                    <a:pt x="24285" y="3028"/>
                  </a:lnTo>
                  <a:cubicBezTo>
                    <a:pt x="24806" y="3028"/>
                    <a:pt x="25219" y="2614"/>
                    <a:pt x="25219" y="2094"/>
                  </a:cubicBezTo>
                  <a:lnTo>
                    <a:pt x="25219" y="53"/>
                  </a:lnTo>
                  <a:cubicBezTo>
                    <a:pt x="25219" y="27"/>
                    <a:pt x="25192" y="0"/>
                    <a:pt x="251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127;p114">
              <a:extLst>
                <a:ext uri="{FF2B5EF4-FFF2-40B4-BE49-F238E27FC236}">
                  <a16:creationId xmlns:a16="http://schemas.microsoft.com/office/drawing/2014/main" id="{2C77885A-603B-E25A-C835-B403D64516A1}"/>
                </a:ext>
              </a:extLst>
            </p:cNvPr>
            <p:cNvSpPr/>
            <p:nvPr/>
          </p:nvSpPr>
          <p:spPr>
            <a:xfrm>
              <a:off x="4073950" y="3812150"/>
              <a:ext cx="564500" cy="332750"/>
            </a:xfrm>
            <a:custGeom>
              <a:avLst/>
              <a:gdLst/>
              <a:ahLst/>
              <a:cxnLst/>
              <a:rect l="l" t="t" r="r" b="b"/>
              <a:pathLst>
                <a:path w="22580" h="13310" extrusionOk="0">
                  <a:moveTo>
                    <a:pt x="0" y="0"/>
                  </a:moveTo>
                  <a:lnTo>
                    <a:pt x="0" y="13310"/>
                  </a:lnTo>
                  <a:lnTo>
                    <a:pt x="22579" y="13310"/>
                  </a:lnTo>
                  <a:lnTo>
                    <a:pt x="225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128;p114">
              <a:extLst>
                <a:ext uri="{FF2B5EF4-FFF2-40B4-BE49-F238E27FC236}">
                  <a16:creationId xmlns:a16="http://schemas.microsoft.com/office/drawing/2014/main" id="{0512E71F-02E1-06BA-E57D-9695470773D1}"/>
                </a:ext>
              </a:extLst>
            </p:cNvPr>
            <p:cNvSpPr/>
            <p:nvPr/>
          </p:nvSpPr>
          <p:spPr>
            <a:xfrm>
              <a:off x="4072625" y="3810825"/>
              <a:ext cx="567150" cy="335425"/>
            </a:xfrm>
            <a:custGeom>
              <a:avLst/>
              <a:gdLst/>
              <a:ahLst/>
              <a:cxnLst/>
              <a:rect l="l" t="t" r="r" b="b"/>
              <a:pathLst>
                <a:path w="22686" h="13417" extrusionOk="0">
                  <a:moveTo>
                    <a:pt x="22592" y="107"/>
                  </a:moveTo>
                  <a:lnTo>
                    <a:pt x="22592" y="13310"/>
                  </a:lnTo>
                  <a:lnTo>
                    <a:pt x="107" y="13310"/>
                  </a:lnTo>
                  <a:lnTo>
                    <a:pt x="107" y="107"/>
                  </a:lnTo>
                  <a:close/>
                  <a:moveTo>
                    <a:pt x="53" y="0"/>
                  </a:moveTo>
                  <a:cubicBezTo>
                    <a:pt x="14" y="0"/>
                    <a:pt x="0" y="27"/>
                    <a:pt x="0" y="53"/>
                  </a:cubicBezTo>
                  <a:lnTo>
                    <a:pt x="0" y="13363"/>
                  </a:lnTo>
                  <a:cubicBezTo>
                    <a:pt x="0" y="13390"/>
                    <a:pt x="14" y="13416"/>
                    <a:pt x="53" y="13416"/>
                  </a:cubicBezTo>
                  <a:lnTo>
                    <a:pt x="22632" y="13416"/>
                  </a:lnTo>
                  <a:cubicBezTo>
                    <a:pt x="22672" y="13416"/>
                    <a:pt x="22686" y="13390"/>
                    <a:pt x="22686" y="13363"/>
                  </a:cubicBezTo>
                  <a:lnTo>
                    <a:pt x="22686" y="53"/>
                  </a:lnTo>
                  <a:cubicBezTo>
                    <a:pt x="22686" y="27"/>
                    <a:pt x="22672" y="0"/>
                    <a:pt x="226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129;p114">
              <a:extLst>
                <a:ext uri="{FF2B5EF4-FFF2-40B4-BE49-F238E27FC236}">
                  <a16:creationId xmlns:a16="http://schemas.microsoft.com/office/drawing/2014/main" id="{7B73E67D-D75E-09F8-6F5E-720F587A9B93}"/>
                </a:ext>
              </a:extLst>
            </p:cNvPr>
            <p:cNvSpPr/>
            <p:nvPr/>
          </p:nvSpPr>
          <p:spPr>
            <a:xfrm>
              <a:off x="4344675" y="4205575"/>
              <a:ext cx="23050" cy="23350"/>
            </a:xfrm>
            <a:custGeom>
              <a:avLst/>
              <a:gdLst/>
              <a:ahLst/>
              <a:cxnLst/>
              <a:rect l="l" t="t" r="r" b="b"/>
              <a:pathLst>
                <a:path w="922" h="934" extrusionOk="0">
                  <a:moveTo>
                    <a:pt x="468" y="0"/>
                  </a:moveTo>
                  <a:cubicBezTo>
                    <a:pt x="201" y="0"/>
                    <a:pt x="0" y="213"/>
                    <a:pt x="0" y="466"/>
                  </a:cubicBezTo>
                  <a:cubicBezTo>
                    <a:pt x="0" y="720"/>
                    <a:pt x="201" y="934"/>
                    <a:pt x="468" y="934"/>
                  </a:cubicBezTo>
                  <a:cubicBezTo>
                    <a:pt x="721" y="934"/>
                    <a:pt x="921" y="720"/>
                    <a:pt x="921" y="466"/>
                  </a:cubicBezTo>
                  <a:cubicBezTo>
                    <a:pt x="921" y="213"/>
                    <a:pt x="721" y="0"/>
                    <a:pt x="4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130;p114">
              <a:extLst>
                <a:ext uri="{FF2B5EF4-FFF2-40B4-BE49-F238E27FC236}">
                  <a16:creationId xmlns:a16="http://schemas.microsoft.com/office/drawing/2014/main" id="{99FD020A-DA31-21FB-6004-3BA87A1E5388}"/>
                </a:ext>
              </a:extLst>
            </p:cNvPr>
            <p:cNvSpPr/>
            <p:nvPr/>
          </p:nvSpPr>
          <p:spPr>
            <a:xfrm>
              <a:off x="4343350" y="4204225"/>
              <a:ext cx="25700" cy="26025"/>
            </a:xfrm>
            <a:custGeom>
              <a:avLst/>
              <a:gdLst/>
              <a:ahLst/>
              <a:cxnLst/>
              <a:rect l="l" t="t" r="r" b="b"/>
              <a:pathLst>
                <a:path w="1028" h="1041" extrusionOk="0">
                  <a:moveTo>
                    <a:pt x="521" y="107"/>
                  </a:moveTo>
                  <a:cubicBezTo>
                    <a:pt x="747" y="107"/>
                    <a:pt x="921" y="294"/>
                    <a:pt x="921" y="520"/>
                  </a:cubicBezTo>
                  <a:cubicBezTo>
                    <a:pt x="921" y="748"/>
                    <a:pt x="747" y="934"/>
                    <a:pt x="521" y="934"/>
                  </a:cubicBezTo>
                  <a:cubicBezTo>
                    <a:pt x="294" y="934"/>
                    <a:pt x="107" y="748"/>
                    <a:pt x="107" y="520"/>
                  </a:cubicBezTo>
                  <a:cubicBezTo>
                    <a:pt x="107" y="294"/>
                    <a:pt x="294" y="107"/>
                    <a:pt x="521" y="107"/>
                  </a:cubicBezTo>
                  <a:close/>
                  <a:moveTo>
                    <a:pt x="521" y="1"/>
                  </a:moveTo>
                  <a:cubicBezTo>
                    <a:pt x="227" y="1"/>
                    <a:pt x="0" y="241"/>
                    <a:pt x="0" y="520"/>
                  </a:cubicBezTo>
                  <a:cubicBezTo>
                    <a:pt x="0" y="801"/>
                    <a:pt x="227" y="1041"/>
                    <a:pt x="521" y="1041"/>
                  </a:cubicBezTo>
                  <a:cubicBezTo>
                    <a:pt x="800" y="1041"/>
                    <a:pt x="1028" y="801"/>
                    <a:pt x="1028" y="520"/>
                  </a:cubicBezTo>
                  <a:cubicBezTo>
                    <a:pt x="1028" y="241"/>
                    <a:pt x="800" y="1"/>
                    <a:pt x="5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131;p114">
              <a:extLst>
                <a:ext uri="{FF2B5EF4-FFF2-40B4-BE49-F238E27FC236}">
                  <a16:creationId xmlns:a16="http://schemas.microsoft.com/office/drawing/2014/main" id="{0EFB5C51-691D-0D79-4136-113FF2D222D3}"/>
                </a:ext>
              </a:extLst>
            </p:cNvPr>
            <p:cNvSpPr/>
            <p:nvPr/>
          </p:nvSpPr>
          <p:spPr>
            <a:xfrm>
              <a:off x="4254650" y="4346250"/>
              <a:ext cx="203075" cy="9700"/>
            </a:xfrm>
            <a:custGeom>
              <a:avLst/>
              <a:gdLst/>
              <a:ahLst/>
              <a:cxnLst/>
              <a:rect l="l" t="t" r="r" b="b"/>
              <a:pathLst>
                <a:path w="8123" h="388" extrusionOk="0">
                  <a:moveTo>
                    <a:pt x="1" y="1"/>
                  </a:moveTo>
                  <a:lnTo>
                    <a:pt x="1" y="387"/>
                  </a:lnTo>
                  <a:lnTo>
                    <a:pt x="8123" y="387"/>
                  </a:lnTo>
                  <a:lnTo>
                    <a:pt x="81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132;p114">
              <a:extLst>
                <a:ext uri="{FF2B5EF4-FFF2-40B4-BE49-F238E27FC236}">
                  <a16:creationId xmlns:a16="http://schemas.microsoft.com/office/drawing/2014/main" id="{E33CA691-130A-F87B-DF25-6D1EBCBC104E}"/>
                </a:ext>
              </a:extLst>
            </p:cNvPr>
            <p:cNvSpPr/>
            <p:nvPr/>
          </p:nvSpPr>
          <p:spPr>
            <a:xfrm>
              <a:off x="4253325" y="4345250"/>
              <a:ext cx="205750" cy="12025"/>
            </a:xfrm>
            <a:custGeom>
              <a:avLst/>
              <a:gdLst/>
              <a:ahLst/>
              <a:cxnLst/>
              <a:rect l="l" t="t" r="r" b="b"/>
              <a:pathLst>
                <a:path w="8230" h="481" extrusionOk="0">
                  <a:moveTo>
                    <a:pt x="8123" y="94"/>
                  </a:moveTo>
                  <a:lnTo>
                    <a:pt x="8123" y="374"/>
                  </a:lnTo>
                  <a:lnTo>
                    <a:pt x="107" y="374"/>
                  </a:lnTo>
                  <a:lnTo>
                    <a:pt x="107" y="94"/>
                  </a:lnTo>
                  <a:close/>
                  <a:moveTo>
                    <a:pt x="54" y="0"/>
                  </a:moveTo>
                  <a:cubicBezTo>
                    <a:pt x="27" y="0"/>
                    <a:pt x="0" y="14"/>
                    <a:pt x="0" y="41"/>
                  </a:cubicBezTo>
                  <a:lnTo>
                    <a:pt x="0" y="427"/>
                  </a:lnTo>
                  <a:cubicBezTo>
                    <a:pt x="0" y="454"/>
                    <a:pt x="27" y="481"/>
                    <a:pt x="54" y="481"/>
                  </a:cubicBezTo>
                  <a:lnTo>
                    <a:pt x="8176" y="481"/>
                  </a:lnTo>
                  <a:cubicBezTo>
                    <a:pt x="8203" y="481"/>
                    <a:pt x="8229" y="454"/>
                    <a:pt x="8229" y="427"/>
                  </a:cubicBezTo>
                  <a:lnTo>
                    <a:pt x="8229" y="41"/>
                  </a:lnTo>
                  <a:cubicBezTo>
                    <a:pt x="8229" y="14"/>
                    <a:pt x="8203" y="0"/>
                    <a:pt x="8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133;p114">
              <a:extLst>
                <a:ext uri="{FF2B5EF4-FFF2-40B4-BE49-F238E27FC236}">
                  <a16:creationId xmlns:a16="http://schemas.microsoft.com/office/drawing/2014/main" id="{ACEA169E-4FEF-BDE2-35AD-23A4F6946C8C}"/>
                </a:ext>
              </a:extLst>
            </p:cNvPr>
            <p:cNvSpPr/>
            <p:nvPr/>
          </p:nvSpPr>
          <p:spPr>
            <a:xfrm>
              <a:off x="4078300" y="3835475"/>
              <a:ext cx="555125" cy="29375"/>
            </a:xfrm>
            <a:custGeom>
              <a:avLst/>
              <a:gdLst/>
              <a:ahLst/>
              <a:cxnLst/>
              <a:rect l="l" t="t" r="r" b="b"/>
              <a:pathLst>
                <a:path w="22205" h="1175" extrusionOk="0">
                  <a:moveTo>
                    <a:pt x="0" y="1"/>
                  </a:moveTo>
                  <a:lnTo>
                    <a:pt x="0" y="1175"/>
                  </a:lnTo>
                  <a:lnTo>
                    <a:pt x="22205" y="1175"/>
                  </a:lnTo>
                  <a:lnTo>
                    <a:pt x="222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134;p114">
              <a:extLst>
                <a:ext uri="{FF2B5EF4-FFF2-40B4-BE49-F238E27FC236}">
                  <a16:creationId xmlns:a16="http://schemas.microsoft.com/office/drawing/2014/main" id="{8B3912E6-618A-8789-C74E-9FDB1C95D688}"/>
                </a:ext>
              </a:extLst>
            </p:cNvPr>
            <p:cNvSpPr/>
            <p:nvPr/>
          </p:nvSpPr>
          <p:spPr>
            <a:xfrm>
              <a:off x="4076975" y="3834150"/>
              <a:ext cx="557475" cy="32025"/>
            </a:xfrm>
            <a:custGeom>
              <a:avLst/>
              <a:gdLst/>
              <a:ahLst/>
              <a:cxnLst/>
              <a:rect l="l" t="t" r="r" b="b"/>
              <a:pathLst>
                <a:path w="22299" h="1281" extrusionOk="0">
                  <a:moveTo>
                    <a:pt x="22204" y="107"/>
                  </a:moveTo>
                  <a:lnTo>
                    <a:pt x="22204" y="1174"/>
                  </a:lnTo>
                  <a:lnTo>
                    <a:pt x="107" y="1174"/>
                  </a:lnTo>
                  <a:lnTo>
                    <a:pt x="107" y="107"/>
                  </a:lnTo>
                  <a:close/>
                  <a:moveTo>
                    <a:pt x="53" y="1"/>
                  </a:moveTo>
                  <a:cubicBezTo>
                    <a:pt x="27" y="1"/>
                    <a:pt x="0" y="27"/>
                    <a:pt x="0" y="54"/>
                  </a:cubicBezTo>
                  <a:lnTo>
                    <a:pt x="0" y="1228"/>
                  </a:lnTo>
                  <a:cubicBezTo>
                    <a:pt x="0" y="1254"/>
                    <a:pt x="27" y="1281"/>
                    <a:pt x="53" y="1281"/>
                  </a:cubicBezTo>
                  <a:lnTo>
                    <a:pt x="22258" y="1281"/>
                  </a:lnTo>
                  <a:cubicBezTo>
                    <a:pt x="22284" y="1281"/>
                    <a:pt x="22298" y="1254"/>
                    <a:pt x="22298" y="1228"/>
                  </a:cubicBezTo>
                  <a:lnTo>
                    <a:pt x="22298" y="54"/>
                  </a:lnTo>
                  <a:cubicBezTo>
                    <a:pt x="22298" y="27"/>
                    <a:pt x="22284" y="1"/>
                    <a:pt x="222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135;p114">
              <a:extLst>
                <a:ext uri="{FF2B5EF4-FFF2-40B4-BE49-F238E27FC236}">
                  <a16:creationId xmlns:a16="http://schemas.microsoft.com/office/drawing/2014/main" id="{EB1D7781-899F-E15D-31A6-866425EBAF75}"/>
                </a:ext>
              </a:extLst>
            </p:cNvPr>
            <p:cNvSpPr/>
            <p:nvPr/>
          </p:nvSpPr>
          <p:spPr>
            <a:xfrm>
              <a:off x="4078300" y="3846825"/>
              <a:ext cx="555125" cy="283725"/>
            </a:xfrm>
            <a:custGeom>
              <a:avLst/>
              <a:gdLst/>
              <a:ahLst/>
              <a:cxnLst/>
              <a:rect l="l" t="t" r="r" b="b"/>
              <a:pathLst>
                <a:path w="22205" h="11349" extrusionOk="0">
                  <a:moveTo>
                    <a:pt x="0" y="0"/>
                  </a:moveTo>
                  <a:lnTo>
                    <a:pt x="0" y="721"/>
                  </a:lnTo>
                  <a:lnTo>
                    <a:pt x="0" y="1667"/>
                  </a:lnTo>
                  <a:lnTo>
                    <a:pt x="0" y="11349"/>
                  </a:lnTo>
                  <a:lnTo>
                    <a:pt x="22205" y="11349"/>
                  </a:lnTo>
                  <a:lnTo>
                    <a:pt x="22205" y="721"/>
                  </a:lnTo>
                  <a:lnTo>
                    <a:pt x="3667" y="721"/>
                  </a:lnTo>
                  <a:lnTo>
                    <a:pt x="34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136;p114">
              <a:extLst>
                <a:ext uri="{FF2B5EF4-FFF2-40B4-BE49-F238E27FC236}">
                  <a16:creationId xmlns:a16="http://schemas.microsoft.com/office/drawing/2014/main" id="{72CB69F2-6157-59F8-92A6-0D4B64300477}"/>
                </a:ext>
              </a:extLst>
            </p:cNvPr>
            <p:cNvSpPr/>
            <p:nvPr/>
          </p:nvSpPr>
          <p:spPr>
            <a:xfrm>
              <a:off x="4076975" y="3845500"/>
              <a:ext cx="557475" cy="286400"/>
            </a:xfrm>
            <a:custGeom>
              <a:avLst/>
              <a:gdLst/>
              <a:ahLst/>
              <a:cxnLst/>
              <a:rect l="l" t="t" r="r" b="b"/>
              <a:pathLst>
                <a:path w="22299" h="11456" extrusionOk="0">
                  <a:moveTo>
                    <a:pt x="3414" y="107"/>
                  </a:moveTo>
                  <a:lnTo>
                    <a:pt x="3667" y="786"/>
                  </a:lnTo>
                  <a:cubicBezTo>
                    <a:pt x="3667" y="813"/>
                    <a:pt x="3694" y="827"/>
                    <a:pt x="3720" y="827"/>
                  </a:cubicBezTo>
                  <a:lnTo>
                    <a:pt x="22204" y="827"/>
                  </a:lnTo>
                  <a:lnTo>
                    <a:pt x="22204" y="11349"/>
                  </a:lnTo>
                  <a:lnTo>
                    <a:pt x="107" y="11349"/>
                  </a:lnTo>
                  <a:lnTo>
                    <a:pt x="107" y="107"/>
                  </a:lnTo>
                  <a:close/>
                  <a:moveTo>
                    <a:pt x="53" y="0"/>
                  </a:moveTo>
                  <a:cubicBezTo>
                    <a:pt x="27" y="0"/>
                    <a:pt x="0" y="27"/>
                    <a:pt x="0" y="53"/>
                  </a:cubicBezTo>
                  <a:lnTo>
                    <a:pt x="0" y="11402"/>
                  </a:lnTo>
                  <a:cubicBezTo>
                    <a:pt x="0" y="11442"/>
                    <a:pt x="27" y="11455"/>
                    <a:pt x="53" y="11455"/>
                  </a:cubicBezTo>
                  <a:lnTo>
                    <a:pt x="22258" y="11455"/>
                  </a:lnTo>
                  <a:cubicBezTo>
                    <a:pt x="22284" y="11455"/>
                    <a:pt x="22298" y="11442"/>
                    <a:pt x="22298" y="11402"/>
                  </a:cubicBezTo>
                  <a:lnTo>
                    <a:pt x="22298" y="774"/>
                  </a:lnTo>
                  <a:cubicBezTo>
                    <a:pt x="22298" y="747"/>
                    <a:pt x="22284" y="720"/>
                    <a:pt x="22258" y="720"/>
                  </a:cubicBezTo>
                  <a:lnTo>
                    <a:pt x="3747" y="720"/>
                  </a:lnTo>
                  <a:lnTo>
                    <a:pt x="3494" y="27"/>
                  </a:lnTo>
                  <a:cubicBezTo>
                    <a:pt x="3494" y="13"/>
                    <a:pt x="3467" y="0"/>
                    <a:pt x="34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137;p114">
              <a:extLst>
                <a:ext uri="{FF2B5EF4-FFF2-40B4-BE49-F238E27FC236}">
                  <a16:creationId xmlns:a16="http://schemas.microsoft.com/office/drawing/2014/main" id="{83406562-83DB-7D35-03B5-347F3359A4FB}"/>
                </a:ext>
              </a:extLst>
            </p:cNvPr>
            <p:cNvSpPr/>
            <p:nvPr/>
          </p:nvSpPr>
          <p:spPr>
            <a:xfrm>
              <a:off x="4225000" y="3993850"/>
              <a:ext cx="265400" cy="5350"/>
            </a:xfrm>
            <a:custGeom>
              <a:avLst/>
              <a:gdLst/>
              <a:ahLst/>
              <a:cxnLst/>
              <a:rect l="l" t="t" r="r" b="b"/>
              <a:pathLst>
                <a:path w="10616" h="214" extrusionOk="0">
                  <a:moveTo>
                    <a:pt x="107" y="0"/>
                  </a:moveTo>
                  <a:cubicBezTo>
                    <a:pt x="54" y="0"/>
                    <a:pt x="0" y="53"/>
                    <a:pt x="0" y="107"/>
                  </a:cubicBezTo>
                  <a:cubicBezTo>
                    <a:pt x="0" y="174"/>
                    <a:pt x="54" y="213"/>
                    <a:pt x="107" y="213"/>
                  </a:cubicBezTo>
                  <a:lnTo>
                    <a:pt x="10522" y="213"/>
                  </a:lnTo>
                  <a:cubicBezTo>
                    <a:pt x="10575" y="213"/>
                    <a:pt x="10616" y="174"/>
                    <a:pt x="10616" y="107"/>
                  </a:cubicBezTo>
                  <a:cubicBezTo>
                    <a:pt x="10616" y="53"/>
                    <a:pt x="10575" y="0"/>
                    <a:pt x="105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138;p114">
              <a:extLst>
                <a:ext uri="{FF2B5EF4-FFF2-40B4-BE49-F238E27FC236}">
                  <a16:creationId xmlns:a16="http://schemas.microsoft.com/office/drawing/2014/main" id="{CCC31135-9D64-B972-ACBA-38751C7548DC}"/>
                </a:ext>
              </a:extLst>
            </p:cNvPr>
            <p:cNvSpPr/>
            <p:nvPr/>
          </p:nvSpPr>
          <p:spPr>
            <a:xfrm>
              <a:off x="4225000" y="4019525"/>
              <a:ext cx="265400" cy="5350"/>
            </a:xfrm>
            <a:custGeom>
              <a:avLst/>
              <a:gdLst/>
              <a:ahLst/>
              <a:cxnLst/>
              <a:rect l="l" t="t" r="r" b="b"/>
              <a:pathLst>
                <a:path w="10616" h="214" extrusionOk="0">
                  <a:moveTo>
                    <a:pt x="107" y="1"/>
                  </a:moveTo>
                  <a:cubicBezTo>
                    <a:pt x="54" y="1"/>
                    <a:pt x="0" y="54"/>
                    <a:pt x="0" y="107"/>
                  </a:cubicBezTo>
                  <a:cubicBezTo>
                    <a:pt x="0" y="161"/>
                    <a:pt x="54" y="214"/>
                    <a:pt x="107" y="214"/>
                  </a:cubicBezTo>
                  <a:lnTo>
                    <a:pt x="10522" y="214"/>
                  </a:lnTo>
                  <a:cubicBezTo>
                    <a:pt x="10575" y="214"/>
                    <a:pt x="10616" y="161"/>
                    <a:pt x="10616" y="107"/>
                  </a:cubicBezTo>
                  <a:cubicBezTo>
                    <a:pt x="10616" y="54"/>
                    <a:pt x="10575" y="1"/>
                    <a:pt x="10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139;p114">
              <a:extLst>
                <a:ext uri="{FF2B5EF4-FFF2-40B4-BE49-F238E27FC236}">
                  <a16:creationId xmlns:a16="http://schemas.microsoft.com/office/drawing/2014/main" id="{CC3DD06A-1D98-B60D-C50E-EE6EB5875244}"/>
                </a:ext>
              </a:extLst>
            </p:cNvPr>
            <p:cNvSpPr/>
            <p:nvPr/>
          </p:nvSpPr>
          <p:spPr>
            <a:xfrm>
              <a:off x="4225000" y="4045175"/>
              <a:ext cx="265400" cy="5375"/>
            </a:xfrm>
            <a:custGeom>
              <a:avLst/>
              <a:gdLst/>
              <a:ahLst/>
              <a:cxnLst/>
              <a:rect l="l" t="t" r="r" b="b"/>
              <a:pathLst>
                <a:path w="10616" h="215" extrusionOk="0">
                  <a:moveTo>
                    <a:pt x="107" y="1"/>
                  </a:moveTo>
                  <a:cubicBezTo>
                    <a:pt x="54" y="1"/>
                    <a:pt x="0" y="41"/>
                    <a:pt x="0" y="108"/>
                  </a:cubicBezTo>
                  <a:cubicBezTo>
                    <a:pt x="0" y="161"/>
                    <a:pt x="54" y="214"/>
                    <a:pt x="107" y="214"/>
                  </a:cubicBezTo>
                  <a:lnTo>
                    <a:pt x="10522" y="214"/>
                  </a:lnTo>
                  <a:cubicBezTo>
                    <a:pt x="10575" y="214"/>
                    <a:pt x="10616" y="161"/>
                    <a:pt x="10616" y="108"/>
                  </a:cubicBezTo>
                  <a:cubicBezTo>
                    <a:pt x="10616" y="41"/>
                    <a:pt x="10575" y="1"/>
                    <a:pt x="10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140;p114">
              <a:extLst>
                <a:ext uri="{FF2B5EF4-FFF2-40B4-BE49-F238E27FC236}">
                  <a16:creationId xmlns:a16="http://schemas.microsoft.com/office/drawing/2014/main" id="{C4C556A5-D675-6598-3D66-5104BA95278C}"/>
                </a:ext>
              </a:extLst>
            </p:cNvPr>
            <p:cNvSpPr/>
            <p:nvPr/>
          </p:nvSpPr>
          <p:spPr>
            <a:xfrm>
              <a:off x="4225000" y="4070875"/>
              <a:ext cx="265400" cy="5000"/>
            </a:xfrm>
            <a:custGeom>
              <a:avLst/>
              <a:gdLst/>
              <a:ahLst/>
              <a:cxnLst/>
              <a:rect l="l" t="t" r="r" b="b"/>
              <a:pathLst>
                <a:path w="10616" h="200" extrusionOk="0">
                  <a:moveTo>
                    <a:pt x="107" y="0"/>
                  </a:moveTo>
                  <a:cubicBezTo>
                    <a:pt x="54" y="0"/>
                    <a:pt x="0" y="40"/>
                    <a:pt x="0" y="107"/>
                  </a:cubicBezTo>
                  <a:cubicBezTo>
                    <a:pt x="0" y="160"/>
                    <a:pt x="54" y="200"/>
                    <a:pt x="107" y="200"/>
                  </a:cubicBezTo>
                  <a:lnTo>
                    <a:pt x="10522" y="200"/>
                  </a:lnTo>
                  <a:cubicBezTo>
                    <a:pt x="10575" y="200"/>
                    <a:pt x="10616" y="160"/>
                    <a:pt x="10616" y="107"/>
                  </a:cubicBezTo>
                  <a:cubicBezTo>
                    <a:pt x="10616" y="40"/>
                    <a:pt x="10575" y="0"/>
                    <a:pt x="105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141;p114">
              <a:extLst>
                <a:ext uri="{FF2B5EF4-FFF2-40B4-BE49-F238E27FC236}">
                  <a16:creationId xmlns:a16="http://schemas.microsoft.com/office/drawing/2014/main" id="{87E5D348-5AF2-A3F8-E26E-53741E3A61CF}"/>
                </a:ext>
              </a:extLst>
            </p:cNvPr>
            <p:cNvSpPr/>
            <p:nvPr/>
          </p:nvSpPr>
          <p:spPr>
            <a:xfrm>
              <a:off x="4219650" y="3891500"/>
              <a:ext cx="273075" cy="37025"/>
            </a:xfrm>
            <a:custGeom>
              <a:avLst/>
              <a:gdLst/>
              <a:ahLst/>
              <a:cxnLst/>
              <a:rect l="l" t="t" r="r" b="b"/>
              <a:pathLst>
                <a:path w="10923" h="1481" extrusionOk="0">
                  <a:moveTo>
                    <a:pt x="748" y="0"/>
                  </a:moveTo>
                  <a:cubicBezTo>
                    <a:pt x="334" y="0"/>
                    <a:pt x="1" y="333"/>
                    <a:pt x="1" y="733"/>
                  </a:cubicBezTo>
                  <a:cubicBezTo>
                    <a:pt x="1" y="1147"/>
                    <a:pt x="334" y="1480"/>
                    <a:pt x="748" y="1480"/>
                  </a:cubicBezTo>
                  <a:lnTo>
                    <a:pt x="10176" y="1480"/>
                  </a:lnTo>
                  <a:cubicBezTo>
                    <a:pt x="10590" y="1480"/>
                    <a:pt x="10923" y="1147"/>
                    <a:pt x="10923" y="733"/>
                  </a:cubicBezTo>
                  <a:cubicBezTo>
                    <a:pt x="10923" y="333"/>
                    <a:pt x="10590" y="0"/>
                    <a:pt x="101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142;p114">
              <a:extLst>
                <a:ext uri="{FF2B5EF4-FFF2-40B4-BE49-F238E27FC236}">
                  <a16:creationId xmlns:a16="http://schemas.microsoft.com/office/drawing/2014/main" id="{9D05664E-7AD6-C69C-9362-0FF7C15D13D3}"/>
                </a:ext>
              </a:extLst>
            </p:cNvPr>
            <p:cNvSpPr/>
            <p:nvPr/>
          </p:nvSpPr>
          <p:spPr>
            <a:xfrm>
              <a:off x="4218325" y="3890175"/>
              <a:ext cx="275750" cy="39675"/>
            </a:xfrm>
            <a:custGeom>
              <a:avLst/>
              <a:gdLst/>
              <a:ahLst/>
              <a:cxnLst/>
              <a:rect l="l" t="t" r="r" b="b"/>
              <a:pathLst>
                <a:path w="11030" h="1587" extrusionOk="0">
                  <a:moveTo>
                    <a:pt x="10229" y="107"/>
                  </a:moveTo>
                  <a:cubicBezTo>
                    <a:pt x="10416" y="107"/>
                    <a:pt x="10590" y="173"/>
                    <a:pt x="10723" y="306"/>
                  </a:cubicBezTo>
                  <a:cubicBezTo>
                    <a:pt x="10842" y="427"/>
                    <a:pt x="10922" y="600"/>
                    <a:pt x="10922" y="786"/>
                  </a:cubicBezTo>
                  <a:cubicBezTo>
                    <a:pt x="10922" y="973"/>
                    <a:pt x="10842" y="1147"/>
                    <a:pt x="10723" y="1280"/>
                  </a:cubicBezTo>
                  <a:cubicBezTo>
                    <a:pt x="10590" y="1400"/>
                    <a:pt x="10416" y="1480"/>
                    <a:pt x="10229" y="1480"/>
                  </a:cubicBezTo>
                  <a:lnTo>
                    <a:pt x="801" y="1480"/>
                  </a:lnTo>
                  <a:cubicBezTo>
                    <a:pt x="614" y="1480"/>
                    <a:pt x="440" y="1400"/>
                    <a:pt x="307" y="1280"/>
                  </a:cubicBezTo>
                  <a:cubicBezTo>
                    <a:pt x="187" y="1147"/>
                    <a:pt x="107" y="973"/>
                    <a:pt x="107" y="786"/>
                  </a:cubicBezTo>
                  <a:cubicBezTo>
                    <a:pt x="107" y="614"/>
                    <a:pt x="187" y="440"/>
                    <a:pt x="307" y="306"/>
                  </a:cubicBezTo>
                  <a:cubicBezTo>
                    <a:pt x="440" y="173"/>
                    <a:pt x="614" y="107"/>
                    <a:pt x="801" y="107"/>
                  </a:cubicBezTo>
                  <a:close/>
                  <a:moveTo>
                    <a:pt x="801" y="0"/>
                  </a:moveTo>
                  <a:cubicBezTo>
                    <a:pt x="587" y="0"/>
                    <a:pt x="387" y="80"/>
                    <a:pt x="241" y="226"/>
                  </a:cubicBezTo>
                  <a:cubicBezTo>
                    <a:pt x="93" y="386"/>
                    <a:pt x="1" y="573"/>
                    <a:pt x="1" y="786"/>
                  </a:cubicBezTo>
                  <a:cubicBezTo>
                    <a:pt x="13" y="1227"/>
                    <a:pt x="360" y="1587"/>
                    <a:pt x="801" y="1587"/>
                  </a:cubicBezTo>
                  <a:lnTo>
                    <a:pt x="10229" y="1587"/>
                  </a:lnTo>
                  <a:cubicBezTo>
                    <a:pt x="10442" y="1587"/>
                    <a:pt x="10643" y="1494"/>
                    <a:pt x="10789" y="1346"/>
                  </a:cubicBezTo>
                  <a:cubicBezTo>
                    <a:pt x="10936" y="1200"/>
                    <a:pt x="11029" y="1000"/>
                    <a:pt x="11029" y="786"/>
                  </a:cubicBezTo>
                  <a:cubicBezTo>
                    <a:pt x="11029" y="573"/>
                    <a:pt x="10936" y="373"/>
                    <a:pt x="10789" y="226"/>
                  </a:cubicBezTo>
                  <a:cubicBezTo>
                    <a:pt x="10643" y="80"/>
                    <a:pt x="10442" y="0"/>
                    <a:pt x="102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143;p114">
              <a:extLst>
                <a:ext uri="{FF2B5EF4-FFF2-40B4-BE49-F238E27FC236}">
                  <a16:creationId xmlns:a16="http://schemas.microsoft.com/office/drawing/2014/main" id="{47069379-E70B-3B77-D88F-1C0D9EC956F1}"/>
                </a:ext>
              </a:extLst>
            </p:cNvPr>
            <p:cNvSpPr/>
            <p:nvPr/>
          </p:nvSpPr>
          <p:spPr>
            <a:xfrm>
              <a:off x="4442025" y="3891500"/>
              <a:ext cx="50700" cy="37025"/>
            </a:xfrm>
            <a:custGeom>
              <a:avLst/>
              <a:gdLst/>
              <a:ahLst/>
              <a:cxnLst/>
              <a:rect l="l" t="t" r="r" b="b"/>
              <a:pathLst>
                <a:path w="2028" h="1481" extrusionOk="0">
                  <a:moveTo>
                    <a:pt x="1" y="0"/>
                  </a:moveTo>
                  <a:lnTo>
                    <a:pt x="1" y="1480"/>
                  </a:lnTo>
                  <a:lnTo>
                    <a:pt x="1281" y="1480"/>
                  </a:lnTo>
                  <a:cubicBezTo>
                    <a:pt x="1695" y="1480"/>
                    <a:pt x="2028" y="1147"/>
                    <a:pt x="2028" y="733"/>
                  </a:cubicBezTo>
                  <a:cubicBezTo>
                    <a:pt x="2028" y="320"/>
                    <a:pt x="1695" y="0"/>
                    <a:pt x="1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144;p114">
              <a:extLst>
                <a:ext uri="{FF2B5EF4-FFF2-40B4-BE49-F238E27FC236}">
                  <a16:creationId xmlns:a16="http://schemas.microsoft.com/office/drawing/2014/main" id="{48D93977-CF1D-020F-95EF-91FDE23BEC79}"/>
                </a:ext>
              </a:extLst>
            </p:cNvPr>
            <p:cNvSpPr/>
            <p:nvPr/>
          </p:nvSpPr>
          <p:spPr>
            <a:xfrm>
              <a:off x="4440700" y="3890175"/>
              <a:ext cx="53375" cy="39675"/>
            </a:xfrm>
            <a:custGeom>
              <a:avLst/>
              <a:gdLst/>
              <a:ahLst/>
              <a:cxnLst/>
              <a:rect l="l" t="t" r="r" b="b"/>
              <a:pathLst>
                <a:path w="2135" h="1587" extrusionOk="0">
                  <a:moveTo>
                    <a:pt x="1334" y="107"/>
                  </a:moveTo>
                  <a:cubicBezTo>
                    <a:pt x="1521" y="107"/>
                    <a:pt x="1695" y="173"/>
                    <a:pt x="1828" y="306"/>
                  </a:cubicBezTo>
                  <a:cubicBezTo>
                    <a:pt x="1947" y="427"/>
                    <a:pt x="2027" y="600"/>
                    <a:pt x="2027" y="786"/>
                  </a:cubicBezTo>
                  <a:cubicBezTo>
                    <a:pt x="2027" y="973"/>
                    <a:pt x="1961" y="1147"/>
                    <a:pt x="1828" y="1280"/>
                  </a:cubicBezTo>
                  <a:cubicBezTo>
                    <a:pt x="1695" y="1400"/>
                    <a:pt x="1521" y="1480"/>
                    <a:pt x="1334" y="1480"/>
                  </a:cubicBezTo>
                  <a:lnTo>
                    <a:pt x="107" y="1480"/>
                  </a:lnTo>
                  <a:lnTo>
                    <a:pt x="107" y="107"/>
                  </a:lnTo>
                  <a:close/>
                  <a:moveTo>
                    <a:pt x="54" y="0"/>
                  </a:moveTo>
                  <a:cubicBezTo>
                    <a:pt x="14" y="0"/>
                    <a:pt x="0" y="27"/>
                    <a:pt x="0" y="53"/>
                  </a:cubicBezTo>
                  <a:lnTo>
                    <a:pt x="0" y="1533"/>
                  </a:lnTo>
                  <a:cubicBezTo>
                    <a:pt x="0" y="1560"/>
                    <a:pt x="14" y="1587"/>
                    <a:pt x="54" y="1587"/>
                  </a:cubicBezTo>
                  <a:lnTo>
                    <a:pt x="1334" y="1587"/>
                  </a:lnTo>
                  <a:cubicBezTo>
                    <a:pt x="1547" y="1587"/>
                    <a:pt x="1748" y="1494"/>
                    <a:pt x="1894" y="1346"/>
                  </a:cubicBezTo>
                  <a:cubicBezTo>
                    <a:pt x="2054" y="1200"/>
                    <a:pt x="2134" y="1000"/>
                    <a:pt x="2134" y="786"/>
                  </a:cubicBezTo>
                  <a:cubicBezTo>
                    <a:pt x="2134" y="573"/>
                    <a:pt x="2041" y="373"/>
                    <a:pt x="1894" y="226"/>
                  </a:cubicBezTo>
                  <a:cubicBezTo>
                    <a:pt x="1748" y="80"/>
                    <a:pt x="1547" y="0"/>
                    <a:pt x="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145;p114">
              <a:extLst>
                <a:ext uri="{FF2B5EF4-FFF2-40B4-BE49-F238E27FC236}">
                  <a16:creationId xmlns:a16="http://schemas.microsoft.com/office/drawing/2014/main" id="{74823927-3399-07D6-3F0D-FA28F1D8FCB2}"/>
                </a:ext>
              </a:extLst>
            </p:cNvPr>
            <p:cNvSpPr/>
            <p:nvPr/>
          </p:nvSpPr>
          <p:spPr>
            <a:xfrm>
              <a:off x="4448025" y="3893200"/>
              <a:ext cx="23375" cy="21275"/>
            </a:xfrm>
            <a:custGeom>
              <a:avLst/>
              <a:gdLst/>
              <a:ahLst/>
              <a:cxnLst/>
              <a:rect l="l" t="t" r="r" b="b"/>
              <a:pathLst>
                <a:path w="935" h="851" extrusionOk="0">
                  <a:moveTo>
                    <a:pt x="461" y="84"/>
                  </a:moveTo>
                  <a:cubicBezTo>
                    <a:pt x="545" y="84"/>
                    <a:pt x="629" y="114"/>
                    <a:pt x="694" y="172"/>
                  </a:cubicBezTo>
                  <a:cubicBezTo>
                    <a:pt x="841" y="306"/>
                    <a:pt x="841" y="519"/>
                    <a:pt x="721" y="653"/>
                  </a:cubicBezTo>
                  <a:cubicBezTo>
                    <a:pt x="651" y="729"/>
                    <a:pt x="559" y="766"/>
                    <a:pt x="466" y="766"/>
                  </a:cubicBezTo>
                  <a:cubicBezTo>
                    <a:pt x="382" y="766"/>
                    <a:pt x="297" y="736"/>
                    <a:pt x="228" y="679"/>
                  </a:cubicBezTo>
                  <a:cubicBezTo>
                    <a:pt x="95" y="546"/>
                    <a:pt x="95" y="333"/>
                    <a:pt x="214" y="185"/>
                  </a:cubicBezTo>
                  <a:cubicBezTo>
                    <a:pt x="282" y="117"/>
                    <a:pt x="372" y="84"/>
                    <a:pt x="461" y="84"/>
                  </a:cubicBezTo>
                  <a:close/>
                  <a:moveTo>
                    <a:pt x="462" y="1"/>
                  </a:moveTo>
                  <a:cubicBezTo>
                    <a:pt x="352" y="1"/>
                    <a:pt x="242" y="44"/>
                    <a:pt x="161" y="132"/>
                  </a:cubicBezTo>
                  <a:cubicBezTo>
                    <a:pt x="1" y="306"/>
                    <a:pt x="1" y="573"/>
                    <a:pt x="175" y="733"/>
                  </a:cubicBezTo>
                  <a:cubicBezTo>
                    <a:pt x="259" y="811"/>
                    <a:pt x="366" y="851"/>
                    <a:pt x="472" y="851"/>
                  </a:cubicBezTo>
                  <a:cubicBezTo>
                    <a:pt x="583" y="851"/>
                    <a:pt x="693" y="807"/>
                    <a:pt x="774" y="719"/>
                  </a:cubicBezTo>
                  <a:cubicBezTo>
                    <a:pt x="934" y="546"/>
                    <a:pt x="934" y="279"/>
                    <a:pt x="761" y="119"/>
                  </a:cubicBezTo>
                  <a:cubicBezTo>
                    <a:pt x="676" y="41"/>
                    <a:pt x="569" y="1"/>
                    <a:pt x="4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146;p114">
              <a:extLst>
                <a:ext uri="{FF2B5EF4-FFF2-40B4-BE49-F238E27FC236}">
                  <a16:creationId xmlns:a16="http://schemas.microsoft.com/office/drawing/2014/main" id="{B06F60E4-1BD8-4A6B-EF97-D2C8FCEF8AF7}"/>
                </a:ext>
              </a:extLst>
            </p:cNvPr>
            <p:cNvSpPr/>
            <p:nvPr/>
          </p:nvSpPr>
          <p:spPr>
            <a:xfrm>
              <a:off x="4467050" y="3910575"/>
              <a:ext cx="15350" cy="14800"/>
            </a:xfrm>
            <a:custGeom>
              <a:avLst/>
              <a:gdLst/>
              <a:ahLst/>
              <a:cxnLst/>
              <a:rect l="l" t="t" r="r" b="b"/>
              <a:pathLst>
                <a:path w="614" h="592" extrusionOk="0">
                  <a:moveTo>
                    <a:pt x="65" y="1"/>
                  </a:moveTo>
                  <a:cubicBezTo>
                    <a:pt x="54" y="1"/>
                    <a:pt x="40" y="4"/>
                    <a:pt x="27" y="11"/>
                  </a:cubicBezTo>
                  <a:lnTo>
                    <a:pt x="13" y="38"/>
                  </a:lnTo>
                  <a:cubicBezTo>
                    <a:pt x="0" y="50"/>
                    <a:pt x="0" y="77"/>
                    <a:pt x="13" y="91"/>
                  </a:cubicBezTo>
                  <a:lnTo>
                    <a:pt x="173" y="237"/>
                  </a:lnTo>
                  <a:cubicBezTo>
                    <a:pt x="160" y="264"/>
                    <a:pt x="173" y="290"/>
                    <a:pt x="187" y="304"/>
                  </a:cubicBezTo>
                  <a:lnTo>
                    <a:pt x="454" y="571"/>
                  </a:lnTo>
                  <a:cubicBezTo>
                    <a:pt x="467" y="584"/>
                    <a:pt x="490" y="591"/>
                    <a:pt x="514" y="591"/>
                  </a:cubicBezTo>
                  <a:cubicBezTo>
                    <a:pt x="537" y="591"/>
                    <a:pt x="560" y="584"/>
                    <a:pt x="573" y="571"/>
                  </a:cubicBezTo>
                  <a:cubicBezTo>
                    <a:pt x="614" y="530"/>
                    <a:pt x="614" y="464"/>
                    <a:pt x="573" y="438"/>
                  </a:cubicBezTo>
                  <a:lnTo>
                    <a:pt x="320" y="171"/>
                  </a:lnTo>
                  <a:cubicBezTo>
                    <a:pt x="294" y="157"/>
                    <a:pt x="267" y="157"/>
                    <a:pt x="240" y="157"/>
                  </a:cubicBezTo>
                  <a:lnTo>
                    <a:pt x="93" y="11"/>
                  </a:lnTo>
                  <a:cubicBezTo>
                    <a:pt x="87" y="4"/>
                    <a:pt x="77"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147;p114">
              <a:extLst>
                <a:ext uri="{FF2B5EF4-FFF2-40B4-BE49-F238E27FC236}">
                  <a16:creationId xmlns:a16="http://schemas.microsoft.com/office/drawing/2014/main" id="{D994EBAD-9CA2-A8C2-D83E-030E2CDEE5D9}"/>
                </a:ext>
              </a:extLst>
            </p:cNvPr>
            <p:cNvSpPr/>
            <p:nvPr/>
          </p:nvSpPr>
          <p:spPr>
            <a:xfrm>
              <a:off x="4520050" y="3944475"/>
              <a:ext cx="213750" cy="110350"/>
            </a:xfrm>
            <a:custGeom>
              <a:avLst/>
              <a:gdLst/>
              <a:ahLst/>
              <a:cxnLst/>
              <a:rect l="l" t="t" r="r" b="b"/>
              <a:pathLst>
                <a:path w="8550" h="4414" extrusionOk="0">
                  <a:moveTo>
                    <a:pt x="3093" y="0"/>
                  </a:moveTo>
                  <a:cubicBezTo>
                    <a:pt x="3084" y="0"/>
                    <a:pt x="3076" y="1"/>
                    <a:pt x="3068" y="1"/>
                  </a:cubicBezTo>
                  <a:cubicBezTo>
                    <a:pt x="2735" y="28"/>
                    <a:pt x="0" y="335"/>
                    <a:pt x="0" y="335"/>
                  </a:cubicBezTo>
                  <a:lnTo>
                    <a:pt x="894" y="3829"/>
                  </a:lnTo>
                  <a:cubicBezTo>
                    <a:pt x="948" y="3976"/>
                    <a:pt x="1081" y="4096"/>
                    <a:pt x="1227" y="4162"/>
                  </a:cubicBezTo>
                  <a:cubicBezTo>
                    <a:pt x="1348" y="4203"/>
                    <a:pt x="1508" y="4203"/>
                    <a:pt x="1681" y="4296"/>
                  </a:cubicBezTo>
                  <a:cubicBezTo>
                    <a:pt x="1842" y="4389"/>
                    <a:pt x="2097" y="4414"/>
                    <a:pt x="2391" y="4414"/>
                  </a:cubicBezTo>
                  <a:cubicBezTo>
                    <a:pt x="2720" y="4414"/>
                    <a:pt x="3098" y="4383"/>
                    <a:pt x="3453" y="4383"/>
                  </a:cubicBezTo>
                  <a:cubicBezTo>
                    <a:pt x="3597" y="4383"/>
                    <a:pt x="3737" y="4388"/>
                    <a:pt x="3868" y="4402"/>
                  </a:cubicBezTo>
                  <a:cubicBezTo>
                    <a:pt x="3902" y="4406"/>
                    <a:pt x="3936" y="4408"/>
                    <a:pt x="3971" y="4408"/>
                  </a:cubicBezTo>
                  <a:cubicBezTo>
                    <a:pt x="4692" y="4408"/>
                    <a:pt x="5602" y="3655"/>
                    <a:pt x="5602" y="3655"/>
                  </a:cubicBezTo>
                  <a:lnTo>
                    <a:pt x="8549" y="3829"/>
                  </a:lnTo>
                  <a:lnTo>
                    <a:pt x="8549" y="895"/>
                  </a:lnTo>
                  <a:cubicBezTo>
                    <a:pt x="8549" y="895"/>
                    <a:pt x="7744" y="930"/>
                    <a:pt x="6869" y="930"/>
                  </a:cubicBezTo>
                  <a:cubicBezTo>
                    <a:pt x="6037" y="930"/>
                    <a:pt x="5140" y="899"/>
                    <a:pt x="4815" y="775"/>
                  </a:cubicBezTo>
                  <a:cubicBezTo>
                    <a:pt x="4165" y="515"/>
                    <a:pt x="3438" y="0"/>
                    <a:pt x="30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148;p114">
              <a:extLst>
                <a:ext uri="{FF2B5EF4-FFF2-40B4-BE49-F238E27FC236}">
                  <a16:creationId xmlns:a16="http://schemas.microsoft.com/office/drawing/2014/main" id="{2F0F3D8A-18FD-69FA-AC30-063E0943D3A9}"/>
                </a:ext>
              </a:extLst>
            </p:cNvPr>
            <p:cNvSpPr/>
            <p:nvPr/>
          </p:nvSpPr>
          <p:spPr>
            <a:xfrm>
              <a:off x="4518400" y="3943150"/>
              <a:ext cx="216725" cy="113075"/>
            </a:xfrm>
            <a:custGeom>
              <a:avLst/>
              <a:gdLst/>
              <a:ahLst/>
              <a:cxnLst/>
              <a:rect l="l" t="t" r="r" b="b"/>
              <a:pathLst>
                <a:path w="8669" h="4523" extrusionOk="0">
                  <a:moveTo>
                    <a:pt x="3152" y="107"/>
                  </a:moveTo>
                  <a:cubicBezTo>
                    <a:pt x="3343" y="107"/>
                    <a:pt x="3679" y="288"/>
                    <a:pt x="4028" y="468"/>
                  </a:cubicBezTo>
                  <a:cubicBezTo>
                    <a:pt x="4294" y="614"/>
                    <a:pt x="4588" y="762"/>
                    <a:pt x="4855" y="868"/>
                  </a:cubicBezTo>
                  <a:cubicBezTo>
                    <a:pt x="5192" y="1005"/>
                    <a:pt x="6117" y="1040"/>
                    <a:pt x="6966" y="1040"/>
                  </a:cubicBezTo>
                  <a:cubicBezTo>
                    <a:pt x="7693" y="1040"/>
                    <a:pt x="8365" y="1014"/>
                    <a:pt x="8562" y="1002"/>
                  </a:cubicBezTo>
                  <a:lnTo>
                    <a:pt x="8562" y="3815"/>
                  </a:lnTo>
                  <a:lnTo>
                    <a:pt x="5668" y="3669"/>
                  </a:lnTo>
                  <a:lnTo>
                    <a:pt x="5641" y="3669"/>
                  </a:lnTo>
                  <a:cubicBezTo>
                    <a:pt x="5629" y="3681"/>
                    <a:pt x="4733" y="4408"/>
                    <a:pt x="4037" y="4408"/>
                  </a:cubicBezTo>
                  <a:cubicBezTo>
                    <a:pt x="4002" y="4408"/>
                    <a:pt x="3967" y="4406"/>
                    <a:pt x="3934" y="4402"/>
                  </a:cubicBezTo>
                  <a:cubicBezTo>
                    <a:pt x="3805" y="4391"/>
                    <a:pt x="3672" y="4387"/>
                    <a:pt x="3536" y="4387"/>
                  </a:cubicBezTo>
                  <a:cubicBezTo>
                    <a:pt x="3348" y="4387"/>
                    <a:pt x="3154" y="4395"/>
                    <a:pt x="2961" y="4402"/>
                  </a:cubicBezTo>
                  <a:cubicBezTo>
                    <a:pt x="2780" y="4407"/>
                    <a:pt x="2604" y="4414"/>
                    <a:pt x="2442" y="4414"/>
                  </a:cubicBezTo>
                  <a:cubicBezTo>
                    <a:pt x="2163" y="4414"/>
                    <a:pt x="1925" y="4394"/>
                    <a:pt x="1773" y="4309"/>
                  </a:cubicBezTo>
                  <a:cubicBezTo>
                    <a:pt x="1654" y="4242"/>
                    <a:pt x="1547" y="4215"/>
                    <a:pt x="1453" y="4202"/>
                  </a:cubicBezTo>
                  <a:cubicBezTo>
                    <a:pt x="1400" y="4189"/>
                    <a:pt x="1347" y="4176"/>
                    <a:pt x="1307" y="4162"/>
                  </a:cubicBezTo>
                  <a:cubicBezTo>
                    <a:pt x="1174" y="4109"/>
                    <a:pt x="1067" y="4002"/>
                    <a:pt x="1000" y="3856"/>
                  </a:cubicBezTo>
                  <a:lnTo>
                    <a:pt x="120" y="428"/>
                  </a:lnTo>
                  <a:cubicBezTo>
                    <a:pt x="534" y="388"/>
                    <a:pt x="2840" y="134"/>
                    <a:pt x="3134" y="108"/>
                  </a:cubicBezTo>
                  <a:cubicBezTo>
                    <a:pt x="3140" y="107"/>
                    <a:pt x="3146" y="107"/>
                    <a:pt x="3152" y="107"/>
                  </a:cubicBezTo>
                  <a:close/>
                  <a:moveTo>
                    <a:pt x="3155" y="0"/>
                  </a:moveTo>
                  <a:cubicBezTo>
                    <a:pt x="3148" y="0"/>
                    <a:pt x="3141" y="1"/>
                    <a:pt x="3134" y="1"/>
                  </a:cubicBezTo>
                  <a:cubicBezTo>
                    <a:pt x="2801" y="28"/>
                    <a:pt x="80" y="335"/>
                    <a:pt x="54" y="335"/>
                  </a:cubicBezTo>
                  <a:cubicBezTo>
                    <a:pt x="40" y="335"/>
                    <a:pt x="27" y="348"/>
                    <a:pt x="13" y="362"/>
                  </a:cubicBezTo>
                  <a:cubicBezTo>
                    <a:pt x="13" y="374"/>
                    <a:pt x="0" y="388"/>
                    <a:pt x="13" y="401"/>
                  </a:cubicBezTo>
                  <a:lnTo>
                    <a:pt x="907" y="3895"/>
                  </a:lnTo>
                  <a:lnTo>
                    <a:pt x="920" y="3909"/>
                  </a:lnTo>
                  <a:cubicBezTo>
                    <a:pt x="987" y="4069"/>
                    <a:pt x="1107" y="4202"/>
                    <a:pt x="1280" y="4256"/>
                  </a:cubicBezTo>
                  <a:cubicBezTo>
                    <a:pt x="1320" y="4282"/>
                    <a:pt x="1373" y="4295"/>
                    <a:pt x="1440" y="4309"/>
                  </a:cubicBezTo>
                  <a:cubicBezTo>
                    <a:pt x="1520" y="4322"/>
                    <a:pt x="1613" y="4336"/>
                    <a:pt x="1720" y="4402"/>
                  </a:cubicBezTo>
                  <a:cubicBezTo>
                    <a:pt x="1894" y="4496"/>
                    <a:pt x="2161" y="4522"/>
                    <a:pt x="2454" y="4522"/>
                  </a:cubicBezTo>
                  <a:cubicBezTo>
                    <a:pt x="2614" y="4522"/>
                    <a:pt x="2787" y="4509"/>
                    <a:pt x="2961" y="4509"/>
                  </a:cubicBezTo>
                  <a:cubicBezTo>
                    <a:pt x="3154" y="4501"/>
                    <a:pt x="3348" y="4493"/>
                    <a:pt x="3534" y="4493"/>
                  </a:cubicBezTo>
                  <a:cubicBezTo>
                    <a:pt x="3668" y="4493"/>
                    <a:pt x="3798" y="4497"/>
                    <a:pt x="3921" y="4509"/>
                  </a:cubicBezTo>
                  <a:cubicBezTo>
                    <a:pt x="3959" y="4513"/>
                    <a:pt x="3998" y="4515"/>
                    <a:pt x="4038" y="4515"/>
                  </a:cubicBezTo>
                  <a:cubicBezTo>
                    <a:pt x="4736" y="4515"/>
                    <a:pt x="5556" y="3876"/>
                    <a:pt x="5694" y="3762"/>
                  </a:cubicBezTo>
                  <a:lnTo>
                    <a:pt x="8615" y="3936"/>
                  </a:lnTo>
                  <a:cubicBezTo>
                    <a:pt x="8628" y="3936"/>
                    <a:pt x="8642" y="3922"/>
                    <a:pt x="8655" y="3909"/>
                  </a:cubicBezTo>
                  <a:cubicBezTo>
                    <a:pt x="8669" y="3909"/>
                    <a:pt x="8669" y="3895"/>
                    <a:pt x="8669" y="3882"/>
                  </a:cubicBezTo>
                  <a:lnTo>
                    <a:pt x="8669" y="948"/>
                  </a:lnTo>
                  <a:cubicBezTo>
                    <a:pt x="8669" y="935"/>
                    <a:pt x="8669" y="922"/>
                    <a:pt x="8655" y="922"/>
                  </a:cubicBezTo>
                  <a:cubicBezTo>
                    <a:pt x="8642" y="908"/>
                    <a:pt x="8628" y="895"/>
                    <a:pt x="8615" y="895"/>
                  </a:cubicBezTo>
                  <a:cubicBezTo>
                    <a:pt x="8602" y="901"/>
                    <a:pt x="7835" y="935"/>
                    <a:pt x="6990" y="935"/>
                  </a:cubicBezTo>
                  <a:cubicBezTo>
                    <a:pt x="6145" y="935"/>
                    <a:pt x="5221" y="901"/>
                    <a:pt x="4894" y="774"/>
                  </a:cubicBezTo>
                  <a:cubicBezTo>
                    <a:pt x="4627" y="668"/>
                    <a:pt x="4348" y="522"/>
                    <a:pt x="4081" y="374"/>
                  </a:cubicBezTo>
                  <a:cubicBezTo>
                    <a:pt x="3694" y="181"/>
                    <a:pt x="3369" y="0"/>
                    <a:pt x="31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149;p114">
              <a:extLst>
                <a:ext uri="{FF2B5EF4-FFF2-40B4-BE49-F238E27FC236}">
                  <a16:creationId xmlns:a16="http://schemas.microsoft.com/office/drawing/2014/main" id="{2F3CECF6-DA8D-8328-C727-14FB5A735868}"/>
                </a:ext>
              </a:extLst>
            </p:cNvPr>
            <p:cNvSpPr/>
            <p:nvPr/>
          </p:nvSpPr>
          <p:spPr>
            <a:xfrm>
              <a:off x="4450375" y="3745000"/>
              <a:ext cx="163050" cy="154650"/>
            </a:xfrm>
            <a:custGeom>
              <a:avLst/>
              <a:gdLst/>
              <a:ahLst/>
              <a:cxnLst/>
              <a:rect l="l" t="t" r="r" b="b"/>
              <a:pathLst>
                <a:path w="6522" h="6186" extrusionOk="0">
                  <a:moveTo>
                    <a:pt x="3258" y="604"/>
                  </a:moveTo>
                  <a:cubicBezTo>
                    <a:pt x="4507" y="604"/>
                    <a:pt x="5585" y="1537"/>
                    <a:pt x="5721" y="2820"/>
                  </a:cubicBezTo>
                  <a:cubicBezTo>
                    <a:pt x="5881" y="4180"/>
                    <a:pt x="4894" y="5407"/>
                    <a:pt x="3534" y="5553"/>
                  </a:cubicBezTo>
                  <a:cubicBezTo>
                    <a:pt x="3437" y="5565"/>
                    <a:pt x="3340" y="5570"/>
                    <a:pt x="3245" y="5570"/>
                  </a:cubicBezTo>
                  <a:cubicBezTo>
                    <a:pt x="2004" y="5570"/>
                    <a:pt x="935" y="4629"/>
                    <a:pt x="787" y="3366"/>
                  </a:cubicBezTo>
                  <a:cubicBezTo>
                    <a:pt x="641" y="2006"/>
                    <a:pt x="1614" y="779"/>
                    <a:pt x="2988" y="619"/>
                  </a:cubicBezTo>
                  <a:cubicBezTo>
                    <a:pt x="3079" y="609"/>
                    <a:pt x="3169" y="604"/>
                    <a:pt x="3258" y="604"/>
                  </a:cubicBezTo>
                  <a:close/>
                  <a:moveTo>
                    <a:pt x="3265" y="0"/>
                  </a:moveTo>
                  <a:cubicBezTo>
                    <a:pt x="3151" y="0"/>
                    <a:pt x="3036" y="6"/>
                    <a:pt x="2921" y="19"/>
                  </a:cubicBezTo>
                  <a:cubicBezTo>
                    <a:pt x="1214" y="206"/>
                    <a:pt x="1" y="1726"/>
                    <a:pt x="187" y="3433"/>
                  </a:cubicBezTo>
                  <a:cubicBezTo>
                    <a:pt x="361" y="5012"/>
                    <a:pt x="1695" y="6185"/>
                    <a:pt x="3258" y="6185"/>
                  </a:cubicBezTo>
                  <a:cubicBezTo>
                    <a:pt x="3372" y="6185"/>
                    <a:pt x="3486" y="6179"/>
                    <a:pt x="3601" y="6167"/>
                  </a:cubicBezTo>
                  <a:cubicBezTo>
                    <a:pt x="5295" y="5980"/>
                    <a:pt x="6521" y="4447"/>
                    <a:pt x="6335" y="2753"/>
                  </a:cubicBezTo>
                  <a:cubicBezTo>
                    <a:pt x="6161" y="1162"/>
                    <a:pt x="4818" y="0"/>
                    <a:pt x="32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150;p114">
              <a:extLst>
                <a:ext uri="{FF2B5EF4-FFF2-40B4-BE49-F238E27FC236}">
                  <a16:creationId xmlns:a16="http://schemas.microsoft.com/office/drawing/2014/main" id="{67D6B2AF-769F-EF94-D66B-100CA04ACC86}"/>
                </a:ext>
              </a:extLst>
            </p:cNvPr>
            <p:cNvSpPr/>
            <p:nvPr/>
          </p:nvSpPr>
          <p:spPr>
            <a:xfrm>
              <a:off x="4451375" y="3743625"/>
              <a:ext cx="161050" cy="157225"/>
            </a:xfrm>
            <a:custGeom>
              <a:avLst/>
              <a:gdLst/>
              <a:ahLst/>
              <a:cxnLst/>
              <a:rect l="l" t="t" r="r" b="b"/>
              <a:pathLst>
                <a:path w="6442" h="6289" extrusionOk="0">
                  <a:moveTo>
                    <a:pt x="3215" y="714"/>
                  </a:moveTo>
                  <a:cubicBezTo>
                    <a:pt x="4442" y="714"/>
                    <a:pt x="5495" y="1634"/>
                    <a:pt x="5628" y="2875"/>
                  </a:cubicBezTo>
                  <a:cubicBezTo>
                    <a:pt x="5775" y="4208"/>
                    <a:pt x="4815" y="5409"/>
                    <a:pt x="3481" y="5555"/>
                  </a:cubicBezTo>
                  <a:cubicBezTo>
                    <a:pt x="3384" y="5567"/>
                    <a:pt x="3287" y="5573"/>
                    <a:pt x="3190" y="5573"/>
                  </a:cubicBezTo>
                  <a:cubicBezTo>
                    <a:pt x="2650" y="5573"/>
                    <a:pt x="2124" y="5385"/>
                    <a:pt x="1694" y="5035"/>
                  </a:cubicBezTo>
                  <a:cubicBezTo>
                    <a:pt x="1188" y="4635"/>
                    <a:pt x="867" y="4061"/>
                    <a:pt x="800" y="3408"/>
                  </a:cubicBezTo>
                  <a:cubicBezTo>
                    <a:pt x="734" y="2768"/>
                    <a:pt x="907" y="2128"/>
                    <a:pt x="1321" y="1621"/>
                  </a:cubicBezTo>
                  <a:cubicBezTo>
                    <a:pt x="1721" y="1114"/>
                    <a:pt x="2308" y="794"/>
                    <a:pt x="2948" y="727"/>
                  </a:cubicBezTo>
                  <a:cubicBezTo>
                    <a:pt x="3041" y="714"/>
                    <a:pt x="3135" y="714"/>
                    <a:pt x="3215" y="714"/>
                  </a:cubicBezTo>
                  <a:close/>
                  <a:moveTo>
                    <a:pt x="3203" y="606"/>
                  </a:moveTo>
                  <a:cubicBezTo>
                    <a:pt x="3114" y="606"/>
                    <a:pt x="3024" y="611"/>
                    <a:pt x="2934" y="620"/>
                  </a:cubicBezTo>
                  <a:cubicBezTo>
                    <a:pt x="2267" y="700"/>
                    <a:pt x="1654" y="1034"/>
                    <a:pt x="1241" y="1554"/>
                  </a:cubicBezTo>
                  <a:cubicBezTo>
                    <a:pt x="814" y="2087"/>
                    <a:pt x="627" y="2754"/>
                    <a:pt x="694" y="3421"/>
                  </a:cubicBezTo>
                  <a:cubicBezTo>
                    <a:pt x="774" y="4102"/>
                    <a:pt x="1107" y="4701"/>
                    <a:pt x="1627" y="5128"/>
                  </a:cubicBezTo>
                  <a:cubicBezTo>
                    <a:pt x="2081" y="5489"/>
                    <a:pt x="2641" y="5675"/>
                    <a:pt x="3215" y="5675"/>
                  </a:cubicBezTo>
                  <a:cubicBezTo>
                    <a:pt x="3307" y="5675"/>
                    <a:pt x="3401" y="5675"/>
                    <a:pt x="3494" y="5662"/>
                  </a:cubicBezTo>
                  <a:cubicBezTo>
                    <a:pt x="4881" y="5515"/>
                    <a:pt x="5895" y="4248"/>
                    <a:pt x="5735" y="2861"/>
                  </a:cubicBezTo>
                  <a:cubicBezTo>
                    <a:pt x="5585" y="1564"/>
                    <a:pt x="4480" y="606"/>
                    <a:pt x="3203" y="606"/>
                  </a:cubicBezTo>
                  <a:close/>
                  <a:moveTo>
                    <a:pt x="3199" y="98"/>
                  </a:moveTo>
                  <a:cubicBezTo>
                    <a:pt x="3898" y="98"/>
                    <a:pt x="4565" y="327"/>
                    <a:pt x="5121" y="768"/>
                  </a:cubicBezTo>
                  <a:cubicBezTo>
                    <a:pt x="5748" y="1274"/>
                    <a:pt x="6149" y="2007"/>
                    <a:pt x="6241" y="2808"/>
                  </a:cubicBezTo>
                  <a:cubicBezTo>
                    <a:pt x="6335" y="3622"/>
                    <a:pt x="6095" y="4408"/>
                    <a:pt x="5588" y="5048"/>
                  </a:cubicBezTo>
                  <a:cubicBezTo>
                    <a:pt x="5082" y="5675"/>
                    <a:pt x="4362" y="6075"/>
                    <a:pt x="3547" y="6168"/>
                  </a:cubicBezTo>
                  <a:cubicBezTo>
                    <a:pt x="3433" y="6182"/>
                    <a:pt x="3319" y="6188"/>
                    <a:pt x="3206" y="6188"/>
                  </a:cubicBezTo>
                  <a:cubicBezTo>
                    <a:pt x="2523" y="6188"/>
                    <a:pt x="1858" y="5950"/>
                    <a:pt x="1321" y="5515"/>
                  </a:cubicBezTo>
                  <a:cubicBezTo>
                    <a:pt x="681" y="5009"/>
                    <a:pt x="281" y="4288"/>
                    <a:pt x="187" y="3474"/>
                  </a:cubicBezTo>
                  <a:cubicBezTo>
                    <a:pt x="107" y="2674"/>
                    <a:pt x="334" y="1874"/>
                    <a:pt x="841" y="1248"/>
                  </a:cubicBezTo>
                  <a:cubicBezTo>
                    <a:pt x="1348" y="608"/>
                    <a:pt x="2081" y="208"/>
                    <a:pt x="2881" y="114"/>
                  </a:cubicBezTo>
                  <a:cubicBezTo>
                    <a:pt x="2987" y="103"/>
                    <a:pt x="3093" y="98"/>
                    <a:pt x="3199" y="98"/>
                  </a:cubicBezTo>
                  <a:close/>
                  <a:moveTo>
                    <a:pt x="3233" y="1"/>
                  </a:moveTo>
                  <a:cubicBezTo>
                    <a:pt x="3116" y="1"/>
                    <a:pt x="2998" y="7"/>
                    <a:pt x="2881" y="21"/>
                  </a:cubicBezTo>
                  <a:lnTo>
                    <a:pt x="2868" y="21"/>
                  </a:lnTo>
                  <a:cubicBezTo>
                    <a:pt x="2041" y="114"/>
                    <a:pt x="1280" y="528"/>
                    <a:pt x="761" y="1181"/>
                  </a:cubicBezTo>
                  <a:cubicBezTo>
                    <a:pt x="240" y="1835"/>
                    <a:pt x="0" y="2648"/>
                    <a:pt x="94" y="3488"/>
                  </a:cubicBezTo>
                  <a:cubicBezTo>
                    <a:pt x="187" y="4328"/>
                    <a:pt x="601" y="5075"/>
                    <a:pt x="1254" y="5595"/>
                  </a:cubicBezTo>
                  <a:cubicBezTo>
                    <a:pt x="1814" y="6049"/>
                    <a:pt x="2494" y="6289"/>
                    <a:pt x="3215" y="6289"/>
                  </a:cubicBezTo>
                  <a:cubicBezTo>
                    <a:pt x="3334" y="6289"/>
                    <a:pt x="3441" y="6289"/>
                    <a:pt x="3561" y="6275"/>
                  </a:cubicBezTo>
                  <a:cubicBezTo>
                    <a:pt x="4401" y="6182"/>
                    <a:pt x="5148" y="5768"/>
                    <a:pt x="5668" y="5115"/>
                  </a:cubicBezTo>
                  <a:cubicBezTo>
                    <a:pt x="6202" y="4448"/>
                    <a:pt x="6442" y="3634"/>
                    <a:pt x="6348" y="2795"/>
                  </a:cubicBezTo>
                  <a:cubicBezTo>
                    <a:pt x="6255" y="1968"/>
                    <a:pt x="5841" y="1207"/>
                    <a:pt x="5188" y="688"/>
                  </a:cubicBezTo>
                  <a:cubicBezTo>
                    <a:pt x="4627" y="241"/>
                    <a:pt x="3939" y="1"/>
                    <a:pt x="3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151;p114">
              <a:extLst>
                <a:ext uri="{FF2B5EF4-FFF2-40B4-BE49-F238E27FC236}">
                  <a16:creationId xmlns:a16="http://schemas.microsoft.com/office/drawing/2014/main" id="{B9E60D02-29C9-E08D-88EA-D798174E22CE}"/>
                </a:ext>
              </a:extLst>
            </p:cNvPr>
            <p:cNvSpPr/>
            <p:nvPr/>
          </p:nvSpPr>
          <p:spPr>
            <a:xfrm>
              <a:off x="4449700" y="3740325"/>
              <a:ext cx="163400" cy="155000"/>
            </a:xfrm>
            <a:custGeom>
              <a:avLst/>
              <a:gdLst/>
              <a:ahLst/>
              <a:cxnLst/>
              <a:rect l="l" t="t" r="r" b="b"/>
              <a:pathLst>
                <a:path w="6536" h="6200" extrusionOk="0">
                  <a:moveTo>
                    <a:pt x="3262" y="618"/>
                  </a:moveTo>
                  <a:cubicBezTo>
                    <a:pt x="4521" y="618"/>
                    <a:pt x="5598" y="1551"/>
                    <a:pt x="5735" y="2820"/>
                  </a:cubicBezTo>
                  <a:cubicBezTo>
                    <a:pt x="5882" y="4193"/>
                    <a:pt x="4909" y="5420"/>
                    <a:pt x="3534" y="5567"/>
                  </a:cubicBezTo>
                  <a:cubicBezTo>
                    <a:pt x="3444" y="5577"/>
                    <a:pt x="3353" y="5582"/>
                    <a:pt x="3264" y="5582"/>
                  </a:cubicBezTo>
                  <a:cubicBezTo>
                    <a:pt x="2015" y="5582"/>
                    <a:pt x="937" y="4650"/>
                    <a:pt x="801" y="3380"/>
                  </a:cubicBezTo>
                  <a:cubicBezTo>
                    <a:pt x="654" y="2006"/>
                    <a:pt x="1628" y="779"/>
                    <a:pt x="2988" y="633"/>
                  </a:cubicBezTo>
                  <a:cubicBezTo>
                    <a:pt x="3080" y="623"/>
                    <a:pt x="3172" y="618"/>
                    <a:pt x="3262" y="618"/>
                  </a:cubicBezTo>
                  <a:close/>
                  <a:moveTo>
                    <a:pt x="3264" y="1"/>
                  </a:moveTo>
                  <a:cubicBezTo>
                    <a:pt x="3151" y="1"/>
                    <a:pt x="3036" y="7"/>
                    <a:pt x="2921" y="19"/>
                  </a:cubicBezTo>
                  <a:cubicBezTo>
                    <a:pt x="1228" y="206"/>
                    <a:pt x="1" y="1739"/>
                    <a:pt x="188" y="3434"/>
                  </a:cubicBezTo>
                  <a:cubicBezTo>
                    <a:pt x="362" y="5025"/>
                    <a:pt x="1706" y="6200"/>
                    <a:pt x="3261" y="6200"/>
                  </a:cubicBezTo>
                  <a:cubicBezTo>
                    <a:pt x="3374" y="6200"/>
                    <a:pt x="3487" y="6193"/>
                    <a:pt x="3602" y="6181"/>
                  </a:cubicBezTo>
                  <a:cubicBezTo>
                    <a:pt x="5309" y="5980"/>
                    <a:pt x="6536" y="4460"/>
                    <a:pt x="6349" y="2753"/>
                  </a:cubicBezTo>
                  <a:cubicBezTo>
                    <a:pt x="6162" y="1174"/>
                    <a:pt x="4827" y="1"/>
                    <a:pt x="32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152;p114">
              <a:extLst>
                <a:ext uri="{FF2B5EF4-FFF2-40B4-BE49-F238E27FC236}">
                  <a16:creationId xmlns:a16="http://schemas.microsoft.com/office/drawing/2014/main" id="{A19E9C62-F8AD-0F1E-DD42-27782B4A1607}"/>
                </a:ext>
              </a:extLst>
            </p:cNvPr>
            <p:cNvSpPr/>
            <p:nvPr/>
          </p:nvSpPr>
          <p:spPr>
            <a:xfrm>
              <a:off x="4448375" y="3739000"/>
              <a:ext cx="166050" cy="157500"/>
            </a:xfrm>
            <a:custGeom>
              <a:avLst/>
              <a:gdLst/>
              <a:ahLst/>
              <a:cxnLst/>
              <a:rect l="l" t="t" r="r" b="b"/>
              <a:pathLst>
                <a:path w="6642" h="6300" extrusionOk="0">
                  <a:moveTo>
                    <a:pt x="3321" y="725"/>
                  </a:moveTo>
                  <a:cubicBezTo>
                    <a:pt x="4548" y="725"/>
                    <a:pt x="5602" y="1646"/>
                    <a:pt x="5735" y="2886"/>
                  </a:cubicBezTo>
                  <a:cubicBezTo>
                    <a:pt x="5801" y="3526"/>
                    <a:pt x="5628" y="4166"/>
                    <a:pt x="5214" y="4673"/>
                  </a:cubicBezTo>
                  <a:cubicBezTo>
                    <a:pt x="4814" y="5180"/>
                    <a:pt x="4228" y="5500"/>
                    <a:pt x="3587" y="5567"/>
                  </a:cubicBezTo>
                  <a:cubicBezTo>
                    <a:pt x="3497" y="5577"/>
                    <a:pt x="3408" y="5582"/>
                    <a:pt x="3319" y="5582"/>
                  </a:cubicBezTo>
                  <a:cubicBezTo>
                    <a:pt x="2096" y="5582"/>
                    <a:pt x="1044" y="4663"/>
                    <a:pt x="907" y="3419"/>
                  </a:cubicBezTo>
                  <a:cubicBezTo>
                    <a:pt x="760" y="2086"/>
                    <a:pt x="1720" y="885"/>
                    <a:pt x="3054" y="739"/>
                  </a:cubicBezTo>
                  <a:cubicBezTo>
                    <a:pt x="3148" y="725"/>
                    <a:pt x="3228" y="725"/>
                    <a:pt x="3321" y="725"/>
                  </a:cubicBezTo>
                  <a:close/>
                  <a:moveTo>
                    <a:pt x="3312" y="618"/>
                  </a:moveTo>
                  <a:cubicBezTo>
                    <a:pt x="3222" y="618"/>
                    <a:pt x="3132" y="623"/>
                    <a:pt x="3041" y="633"/>
                  </a:cubicBezTo>
                  <a:cubicBezTo>
                    <a:pt x="2361" y="713"/>
                    <a:pt x="1761" y="1045"/>
                    <a:pt x="1347" y="1566"/>
                  </a:cubicBezTo>
                  <a:cubicBezTo>
                    <a:pt x="920" y="2100"/>
                    <a:pt x="721" y="2766"/>
                    <a:pt x="801" y="3433"/>
                  </a:cubicBezTo>
                  <a:cubicBezTo>
                    <a:pt x="947" y="4726"/>
                    <a:pt x="2040" y="5686"/>
                    <a:pt x="3321" y="5686"/>
                  </a:cubicBezTo>
                  <a:cubicBezTo>
                    <a:pt x="3415" y="5686"/>
                    <a:pt x="3507" y="5686"/>
                    <a:pt x="3601" y="5674"/>
                  </a:cubicBezTo>
                  <a:cubicBezTo>
                    <a:pt x="4268" y="5594"/>
                    <a:pt x="4882" y="5260"/>
                    <a:pt x="5295" y="4740"/>
                  </a:cubicBezTo>
                  <a:cubicBezTo>
                    <a:pt x="5721" y="4207"/>
                    <a:pt x="5908" y="3540"/>
                    <a:pt x="5842" y="2873"/>
                  </a:cubicBezTo>
                  <a:cubicBezTo>
                    <a:pt x="5692" y="1577"/>
                    <a:pt x="4588" y="618"/>
                    <a:pt x="3312" y="618"/>
                  </a:cubicBezTo>
                  <a:close/>
                  <a:moveTo>
                    <a:pt x="3327" y="107"/>
                  </a:moveTo>
                  <a:cubicBezTo>
                    <a:pt x="4854" y="107"/>
                    <a:pt x="6175" y="1266"/>
                    <a:pt x="6349" y="2820"/>
                  </a:cubicBezTo>
                  <a:cubicBezTo>
                    <a:pt x="6535" y="4486"/>
                    <a:pt x="5321" y="5994"/>
                    <a:pt x="3655" y="6180"/>
                  </a:cubicBezTo>
                  <a:cubicBezTo>
                    <a:pt x="3548" y="6193"/>
                    <a:pt x="3427" y="6193"/>
                    <a:pt x="3321" y="6193"/>
                  </a:cubicBezTo>
                  <a:cubicBezTo>
                    <a:pt x="1788" y="6193"/>
                    <a:pt x="467" y="5046"/>
                    <a:pt x="294" y="3487"/>
                  </a:cubicBezTo>
                  <a:cubicBezTo>
                    <a:pt x="107" y="1819"/>
                    <a:pt x="1320" y="313"/>
                    <a:pt x="2988" y="126"/>
                  </a:cubicBezTo>
                  <a:cubicBezTo>
                    <a:pt x="3102" y="113"/>
                    <a:pt x="3215" y="107"/>
                    <a:pt x="3327" y="107"/>
                  </a:cubicBezTo>
                  <a:close/>
                  <a:moveTo>
                    <a:pt x="3314" y="1"/>
                  </a:moveTo>
                  <a:cubicBezTo>
                    <a:pt x="3201" y="1"/>
                    <a:pt x="3088" y="7"/>
                    <a:pt x="2974" y="19"/>
                  </a:cubicBezTo>
                  <a:cubicBezTo>
                    <a:pt x="1254" y="219"/>
                    <a:pt x="1" y="1779"/>
                    <a:pt x="187" y="3499"/>
                  </a:cubicBezTo>
                  <a:cubicBezTo>
                    <a:pt x="374" y="5100"/>
                    <a:pt x="1734" y="6300"/>
                    <a:pt x="3321" y="6300"/>
                  </a:cubicBezTo>
                  <a:cubicBezTo>
                    <a:pt x="3427" y="6300"/>
                    <a:pt x="3548" y="6287"/>
                    <a:pt x="3667" y="6273"/>
                  </a:cubicBezTo>
                  <a:cubicBezTo>
                    <a:pt x="5388" y="6087"/>
                    <a:pt x="6642" y="4527"/>
                    <a:pt x="6441" y="2806"/>
                  </a:cubicBezTo>
                  <a:cubicBezTo>
                    <a:pt x="6267" y="1200"/>
                    <a:pt x="4896" y="1"/>
                    <a:pt x="33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153;p114">
              <a:extLst>
                <a:ext uri="{FF2B5EF4-FFF2-40B4-BE49-F238E27FC236}">
                  <a16:creationId xmlns:a16="http://schemas.microsoft.com/office/drawing/2014/main" id="{57DF0535-CD37-966B-6ACB-44AFD08D51C5}"/>
                </a:ext>
              </a:extLst>
            </p:cNvPr>
            <p:cNvSpPr/>
            <p:nvPr/>
          </p:nvSpPr>
          <p:spPr>
            <a:xfrm>
              <a:off x="4531725" y="3896075"/>
              <a:ext cx="25375" cy="69150"/>
            </a:xfrm>
            <a:custGeom>
              <a:avLst/>
              <a:gdLst/>
              <a:ahLst/>
              <a:cxnLst/>
              <a:rect l="l" t="t" r="r" b="b"/>
              <a:pathLst>
                <a:path w="1015" h="2766" extrusionOk="0">
                  <a:moveTo>
                    <a:pt x="475" y="0"/>
                  </a:moveTo>
                  <a:cubicBezTo>
                    <a:pt x="460" y="0"/>
                    <a:pt x="444" y="2"/>
                    <a:pt x="427" y="4"/>
                  </a:cubicBezTo>
                  <a:lnTo>
                    <a:pt x="280" y="17"/>
                  </a:lnTo>
                  <a:cubicBezTo>
                    <a:pt x="120" y="31"/>
                    <a:pt x="1" y="191"/>
                    <a:pt x="13" y="351"/>
                  </a:cubicBezTo>
                  <a:lnTo>
                    <a:pt x="253" y="2497"/>
                  </a:lnTo>
                  <a:cubicBezTo>
                    <a:pt x="267" y="2649"/>
                    <a:pt x="411" y="2765"/>
                    <a:pt x="562" y="2765"/>
                  </a:cubicBezTo>
                  <a:cubicBezTo>
                    <a:pt x="571" y="2765"/>
                    <a:pt x="579" y="2765"/>
                    <a:pt x="587" y="2764"/>
                  </a:cubicBezTo>
                  <a:lnTo>
                    <a:pt x="734" y="2738"/>
                  </a:lnTo>
                  <a:cubicBezTo>
                    <a:pt x="894" y="2725"/>
                    <a:pt x="1014" y="2577"/>
                    <a:pt x="1000" y="2417"/>
                  </a:cubicBezTo>
                  <a:lnTo>
                    <a:pt x="760" y="271"/>
                  </a:lnTo>
                  <a:cubicBezTo>
                    <a:pt x="749" y="113"/>
                    <a:pt x="627" y="0"/>
                    <a:pt x="4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154;p114">
              <a:extLst>
                <a:ext uri="{FF2B5EF4-FFF2-40B4-BE49-F238E27FC236}">
                  <a16:creationId xmlns:a16="http://schemas.microsoft.com/office/drawing/2014/main" id="{AF1357C3-22C5-390B-29EB-83347C3CD7D6}"/>
                </a:ext>
              </a:extLst>
            </p:cNvPr>
            <p:cNvSpPr/>
            <p:nvPr/>
          </p:nvSpPr>
          <p:spPr>
            <a:xfrm>
              <a:off x="4530400" y="3894750"/>
              <a:ext cx="28025" cy="71775"/>
            </a:xfrm>
            <a:custGeom>
              <a:avLst/>
              <a:gdLst/>
              <a:ahLst/>
              <a:cxnLst/>
              <a:rect l="l" t="t" r="r" b="b"/>
              <a:pathLst>
                <a:path w="1121" h="2871" extrusionOk="0">
                  <a:moveTo>
                    <a:pt x="529" y="107"/>
                  </a:moveTo>
                  <a:cubicBezTo>
                    <a:pt x="580" y="107"/>
                    <a:pt x="623" y="131"/>
                    <a:pt x="667" y="164"/>
                  </a:cubicBezTo>
                  <a:cubicBezTo>
                    <a:pt x="720" y="203"/>
                    <a:pt x="760" y="257"/>
                    <a:pt x="760" y="324"/>
                  </a:cubicBezTo>
                  <a:lnTo>
                    <a:pt x="1000" y="2470"/>
                  </a:lnTo>
                  <a:cubicBezTo>
                    <a:pt x="1000" y="2538"/>
                    <a:pt x="987" y="2604"/>
                    <a:pt x="947" y="2657"/>
                  </a:cubicBezTo>
                  <a:cubicBezTo>
                    <a:pt x="907" y="2710"/>
                    <a:pt x="840" y="2737"/>
                    <a:pt x="774" y="2751"/>
                  </a:cubicBezTo>
                  <a:lnTo>
                    <a:pt x="627" y="2764"/>
                  </a:lnTo>
                  <a:cubicBezTo>
                    <a:pt x="573" y="2764"/>
                    <a:pt x="507" y="2751"/>
                    <a:pt x="454" y="2710"/>
                  </a:cubicBezTo>
                  <a:cubicBezTo>
                    <a:pt x="400" y="2671"/>
                    <a:pt x="360" y="2604"/>
                    <a:pt x="360" y="2538"/>
                  </a:cubicBezTo>
                  <a:lnTo>
                    <a:pt x="120" y="404"/>
                  </a:lnTo>
                  <a:cubicBezTo>
                    <a:pt x="107" y="257"/>
                    <a:pt x="200" y="137"/>
                    <a:pt x="347" y="123"/>
                  </a:cubicBezTo>
                  <a:lnTo>
                    <a:pt x="493" y="110"/>
                  </a:lnTo>
                  <a:cubicBezTo>
                    <a:pt x="505" y="108"/>
                    <a:pt x="517" y="107"/>
                    <a:pt x="529" y="107"/>
                  </a:cubicBezTo>
                  <a:close/>
                  <a:moveTo>
                    <a:pt x="528" y="0"/>
                  </a:moveTo>
                  <a:cubicBezTo>
                    <a:pt x="512" y="0"/>
                    <a:pt x="496" y="1"/>
                    <a:pt x="480" y="4"/>
                  </a:cubicBezTo>
                  <a:lnTo>
                    <a:pt x="333" y="17"/>
                  </a:lnTo>
                  <a:cubicBezTo>
                    <a:pt x="134" y="43"/>
                    <a:pt x="0" y="217"/>
                    <a:pt x="13" y="404"/>
                  </a:cubicBezTo>
                  <a:lnTo>
                    <a:pt x="253" y="2550"/>
                  </a:lnTo>
                  <a:cubicBezTo>
                    <a:pt x="267" y="2644"/>
                    <a:pt x="306" y="2737"/>
                    <a:pt x="386" y="2791"/>
                  </a:cubicBezTo>
                  <a:cubicBezTo>
                    <a:pt x="454" y="2844"/>
                    <a:pt x="520" y="2871"/>
                    <a:pt x="600" y="2871"/>
                  </a:cubicBezTo>
                  <a:lnTo>
                    <a:pt x="640" y="2871"/>
                  </a:lnTo>
                  <a:lnTo>
                    <a:pt x="787" y="2844"/>
                  </a:lnTo>
                  <a:cubicBezTo>
                    <a:pt x="880" y="2844"/>
                    <a:pt x="973" y="2791"/>
                    <a:pt x="1027" y="2724"/>
                  </a:cubicBezTo>
                  <a:cubicBezTo>
                    <a:pt x="1080" y="2644"/>
                    <a:pt x="1121" y="2550"/>
                    <a:pt x="1107" y="2458"/>
                  </a:cubicBezTo>
                  <a:lnTo>
                    <a:pt x="867" y="310"/>
                  </a:lnTo>
                  <a:cubicBezTo>
                    <a:pt x="854" y="217"/>
                    <a:pt x="813" y="137"/>
                    <a:pt x="733" y="84"/>
                  </a:cubicBezTo>
                  <a:cubicBezTo>
                    <a:pt x="678" y="28"/>
                    <a:pt x="605" y="0"/>
                    <a:pt x="5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155;p114">
              <a:extLst>
                <a:ext uri="{FF2B5EF4-FFF2-40B4-BE49-F238E27FC236}">
                  <a16:creationId xmlns:a16="http://schemas.microsoft.com/office/drawing/2014/main" id="{B1BB93F6-503B-220F-8A13-1EF833FC9083}"/>
                </a:ext>
              </a:extLst>
            </p:cNvPr>
            <p:cNvSpPr/>
            <p:nvPr/>
          </p:nvSpPr>
          <p:spPr>
            <a:xfrm>
              <a:off x="4529375" y="3940050"/>
              <a:ext cx="46700" cy="135600"/>
            </a:xfrm>
            <a:custGeom>
              <a:avLst/>
              <a:gdLst/>
              <a:ahLst/>
              <a:cxnLst/>
              <a:rect l="l" t="t" r="r" b="b"/>
              <a:pathLst>
                <a:path w="1868" h="5424" extrusionOk="0">
                  <a:moveTo>
                    <a:pt x="860" y="0"/>
                  </a:moveTo>
                  <a:cubicBezTo>
                    <a:pt x="836" y="0"/>
                    <a:pt x="812" y="2"/>
                    <a:pt x="788" y="6"/>
                  </a:cubicBezTo>
                  <a:lnTo>
                    <a:pt x="481" y="32"/>
                  </a:lnTo>
                  <a:cubicBezTo>
                    <a:pt x="201" y="59"/>
                    <a:pt x="1" y="312"/>
                    <a:pt x="27" y="592"/>
                  </a:cubicBezTo>
                  <a:lnTo>
                    <a:pt x="495" y="4833"/>
                  </a:lnTo>
                  <a:cubicBezTo>
                    <a:pt x="532" y="5169"/>
                    <a:pt x="813" y="5424"/>
                    <a:pt x="1144" y="5424"/>
                  </a:cubicBezTo>
                  <a:cubicBezTo>
                    <a:pt x="1167" y="5424"/>
                    <a:pt x="1191" y="5423"/>
                    <a:pt x="1215" y="5420"/>
                  </a:cubicBezTo>
                  <a:lnTo>
                    <a:pt x="1242" y="5420"/>
                  </a:lnTo>
                  <a:cubicBezTo>
                    <a:pt x="1601" y="5379"/>
                    <a:pt x="1868" y="5047"/>
                    <a:pt x="1828" y="4686"/>
                  </a:cubicBezTo>
                  <a:lnTo>
                    <a:pt x="1348" y="445"/>
                  </a:lnTo>
                  <a:cubicBezTo>
                    <a:pt x="1324" y="190"/>
                    <a:pt x="1110" y="0"/>
                    <a:pt x="8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156;p114">
              <a:extLst>
                <a:ext uri="{FF2B5EF4-FFF2-40B4-BE49-F238E27FC236}">
                  <a16:creationId xmlns:a16="http://schemas.microsoft.com/office/drawing/2014/main" id="{FDB584FB-4125-FFAF-CE02-E0D16FE41E07}"/>
                </a:ext>
              </a:extLst>
            </p:cNvPr>
            <p:cNvSpPr/>
            <p:nvPr/>
          </p:nvSpPr>
          <p:spPr>
            <a:xfrm>
              <a:off x="4528400" y="3938725"/>
              <a:ext cx="49025" cy="138175"/>
            </a:xfrm>
            <a:custGeom>
              <a:avLst/>
              <a:gdLst/>
              <a:ahLst/>
              <a:cxnLst/>
              <a:rect l="l" t="t" r="r" b="b"/>
              <a:pathLst>
                <a:path w="1961" h="5527" extrusionOk="0">
                  <a:moveTo>
                    <a:pt x="875" y="95"/>
                  </a:moveTo>
                  <a:cubicBezTo>
                    <a:pt x="1108" y="95"/>
                    <a:pt x="1310" y="274"/>
                    <a:pt x="1347" y="512"/>
                  </a:cubicBezTo>
                  <a:lnTo>
                    <a:pt x="1814" y="4753"/>
                  </a:lnTo>
                  <a:cubicBezTo>
                    <a:pt x="1841" y="5086"/>
                    <a:pt x="1601" y="5379"/>
                    <a:pt x="1281" y="5420"/>
                  </a:cubicBezTo>
                  <a:lnTo>
                    <a:pt x="1254" y="5420"/>
                  </a:lnTo>
                  <a:cubicBezTo>
                    <a:pt x="1235" y="5421"/>
                    <a:pt x="1215" y="5422"/>
                    <a:pt x="1196" y="5422"/>
                  </a:cubicBezTo>
                  <a:cubicBezTo>
                    <a:pt x="1056" y="5422"/>
                    <a:pt x="919" y="5380"/>
                    <a:pt x="813" y="5286"/>
                  </a:cubicBezTo>
                  <a:cubicBezTo>
                    <a:pt x="680" y="5192"/>
                    <a:pt x="600" y="5046"/>
                    <a:pt x="587" y="4886"/>
                  </a:cubicBezTo>
                  <a:lnTo>
                    <a:pt x="120" y="645"/>
                  </a:lnTo>
                  <a:cubicBezTo>
                    <a:pt x="107" y="525"/>
                    <a:pt x="134" y="405"/>
                    <a:pt x="214" y="299"/>
                  </a:cubicBezTo>
                  <a:cubicBezTo>
                    <a:pt x="280" y="219"/>
                    <a:pt x="386" y="151"/>
                    <a:pt x="493" y="139"/>
                  </a:cubicBezTo>
                  <a:lnTo>
                    <a:pt x="520" y="139"/>
                  </a:lnTo>
                  <a:lnTo>
                    <a:pt x="827" y="98"/>
                  </a:lnTo>
                  <a:cubicBezTo>
                    <a:pt x="843" y="96"/>
                    <a:pt x="859" y="95"/>
                    <a:pt x="875" y="95"/>
                  </a:cubicBezTo>
                  <a:close/>
                  <a:moveTo>
                    <a:pt x="898" y="0"/>
                  </a:moveTo>
                  <a:cubicBezTo>
                    <a:pt x="875" y="0"/>
                    <a:pt x="851" y="2"/>
                    <a:pt x="827" y="5"/>
                  </a:cubicBezTo>
                  <a:lnTo>
                    <a:pt x="534" y="32"/>
                  </a:lnTo>
                  <a:lnTo>
                    <a:pt x="507" y="32"/>
                  </a:lnTo>
                  <a:cubicBezTo>
                    <a:pt x="360" y="45"/>
                    <a:pt x="226" y="125"/>
                    <a:pt x="134" y="231"/>
                  </a:cubicBezTo>
                  <a:cubicBezTo>
                    <a:pt x="40" y="352"/>
                    <a:pt x="0" y="498"/>
                    <a:pt x="13" y="658"/>
                  </a:cubicBezTo>
                  <a:lnTo>
                    <a:pt x="480" y="4899"/>
                  </a:lnTo>
                  <a:cubicBezTo>
                    <a:pt x="507" y="5086"/>
                    <a:pt x="600" y="5260"/>
                    <a:pt x="747" y="5366"/>
                  </a:cubicBezTo>
                  <a:cubicBezTo>
                    <a:pt x="867" y="5473"/>
                    <a:pt x="1027" y="5526"/>
                    <a:pt x="1187" y="5526"/>
                  </a:cubicBezTo>
                  <a:lnTo>
                    <a:pt x="1281" y="5526"/>
                  </a:lnTo>
                  <a:cubicBezTo>
                    <a:pt x="1681" y="5473"/>
                    <a:pt x="1960" y="5126"/>
                    <a:pt x="1921" y="4739"/>
                  </a:cubicBezTo>
                  <a:lnTo>
                    <a:pt x="1441" y="498"/>
                  </a:lnTo>
                  <a:cubicBezTo>
                    <a:pt x="1416" y="216"/>
                    <a:pt x="1175" y="0"/>
                    <a:pt x="8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157;p114">
              <a:extLst>
                <a:ext uri="{FF2B5EF4-FFF2-40B4-BE49-F238E27FC236}">
                  <a16:creationId xmlns:a16="http://schemas.microsoft.com/office/drawing/2014/main" id="{543C1D2A-962E-0EBF-FBC6-717C296CBC37}"/>
                </a:ext>
              </a:extLst>
            </p:cNvPr>
            <p:cNvSpPr/>
            <p:nvPr/>
          </p:nvSpPr>
          <p:spPr>
            <a:xfrm>
              <a:off x="4528725" y="4029175"/>
              <a:ext cx="50025" cy="21475"/>
            </a:xfrm>
            <a:custGeom>
              <a:avLst/>
              <a:gdLst/>
              <a:ahLst/>
              <a:cxnLst/>
              <a:rect l="l" t="t" r="r" b="b"/>
              <a:pathLst>
                <a:path w="2001" h="859" extrusionOk="0">
                  <a:moveTo>
                    <a:pt x="960" y="1"/>
                  </a:moveTo>
                  <a:cubicBezTo>
                    <a:pt x="960" y="1"/>
                    <a:pt x="213" y="27"/>
                    <a:pt x="107" y="161"/>
                  </a:cubicBezTo>
                  <a:cubicBezTo>
                    <a:pt x="0" y="281"/>
                    <a:pt x="27" y="735"/>
                    <a:pt x="227" y="788"/>
                  </a:cubicBezTo>
                  <a:cubicBezTo>
                    <a:pt x="420" y="839"/>
                    <a:pt x="697" y="859"/>
                    <a:pt x="970" y="859"/>
                  </a:cubicBezTo>
                  <a:cubicBezTo>
                    <a:pt x="1415" y="859"/>
                    <a:pt x="1848" y="806"/>
                    <a:pt x="1881" y="748"/>
                  </a:cubicBezTo>
                  <a:cubicBezTo>
                    <a:pt x="1920" y="655"/>
                    <a:pt x="2000" y="121"/>
                    <a:pt x="1774" y="68"/>
                  </a:cubicBezTo>
                  <a:cubicBezTo>
                    <a:pt x="1508" y="27"/>
                    <a:pt x="1227" y="1"/>
                    <a:pt x="9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1158;p114">
              <a:extLst>
                <a:ext uri="{FF2B5EF4-FFF2-40B4-BE49-F238E27FC236}">
                  <a16:creationId xmlns:a16="http://schemas.microsoft.com/office/drawing/2014/main" id="{ACB1A76D-3088-0B28-E731-49CB0F6B2D45}"/>
                </a:ext>
              </a:extLst>
            </p:cNvPr>
            <p:cNvSpPr/>
            <p:nvPr/>
          </p:nvSpPr>
          <p:spPr>
            <a:xfrm>
              <a:off x="4528050" y="4027850"/>
              <a:ext cx="51375" cy="24025"/>
            </a:xfrm>
            <a:custGeom>
              <a:avLst/>
              <a:gdLst/>
              <a:ahLst/>
              <a:cxnLst/>
              <a:rect l="l" t="t" r="r" b="b"/>
              <a:pathLst>
                <a:path w="2055" h="961" extrusionOk="0">
                  <a:moveTo>
                    <a:pt x="987" y="107"/>
                  </a:moveTo>
                  <a:cubicBezTo>
                    <a:pt x="1254" y="107"/>
                    <a:pt x="1535" y="134"/>
                    <a:pt x="1787" y="174"/>
                  </a:cubicBezTo>
                  <a:cubicBezTo>
                    <a:pt x="1828" y="174"/>
                    <a:pt x="1855" y="201"/>
                    <a:pt x="1867" y="240"/>
                  </a:cubicBezTo>
                  <a:cubicBezTo>
                    <a:pt x="1935" y="388"/>
                    <a:pt x="1881" y="694"/>
                    <a:pt x="1855" y="774"/>
                  </a:cubicBezTo>
                  <a:cubicBezTo>
                    <a:pt x="1790" y="815"/>
                    <a:pt x="1404" y="860"/>
                    <a:pt x="999" y="860"/>
                  </a:cubicBezTo>
                  <a:cubicBezTo>
                    <a:pt x="735" y="860"/>
                    <a:pt x="462" y="840"/>
                    <a:pt x="267" y="788"/>
                  </a:cubicBezTo>
                  <a:cubicBezTo>
                    <a:pt x="201" y="774"/>
                    <a:pt x="174" y="694"/>
                    <a:pt x="160" y="654"/>
                  </a:cubicBezTo>
                  <a:cubicBezTo>
                    <a:pt x="107" y="494"/>
                    <a:pt x="121" y="308"/>
                    <a:pt x="174" y="240"/>
                  </a:cubicBezTo>
                  <a:cubicBezTo>
                    <a:pt x="228" y="174"/>
                    <a:pt x="628" y="121"/>
                    <a:pt x="987" y="107"/>
                  </a:cubicBezTo>
                  <a:close/>
                  <a:moveTo>
                    <a:pt x="987" y="0"/>
                  </a:moveTo>
                  <a:cubicBezTo>
                    <a:pt x="854" y="0"/>
                    <a:pt x="214" y="41"/>
                    <a:pt x="94" y="174"/>
                  </a:cubicBezTo>
                  <a:cubicBezTo>
                    <a:pt x="14" y="281"/>
                    <a:pt x="0" y="507"/>
                    <a:pt x="54" y="681"/>
                  </a:cubicBezTo>
                  <a:cubicBezTo>
                    <a:pt x="94" y="801"/>
                    <a:pt x="160" y="868"/>
                    <a:pt x="240" y="881"/>
                  </a:cubicBezTo>
                  <a:cubicBezTo>
                    <a:pt x="427" y="934"/>
                    <a:pt x="734" y="961"/>
                    <a:pt x="1028" y="961"/>
                  </a:cubicBezTo>
                  <a:cubicBezTo>
                    <a:pt x="1481" y="961"/>
                    <a:pt x="1908" y="907"/>
                    <a:pt x="1947" y="827"/>
                  </a:cubicBezTo>
                  <a:cubicBezTo>
                    <a:pt x="1988" y="747"/>
                    <a:pt x="2054" y="388"/>
                    <a:pt x="1961" y="187"/>
                  </a:cubicBezTo>
                  <a:cubicBezTo>
                    <a:pt x="1935" y="121"/>
                    <a:pt x="1881" y="80"/>
                    <a:pt x="1814" y="68"/>
                  </a:cubicBezTo>
                  <a:cubicBezTo>
                    <a:pt x="1535" y="27"/>
                    <a:pt x="1268" y="0"/>
                    <a:pt x="9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159;p114">
              <a:extLst>
                <a:ext uri="{FF2B5EF4-FFF2-40B4-BE49-F238E27FC236}">
                  <a16:creationId xmlns:a16="http://schemas.microsoft.com/office/drawing/2014/main" id="{AB8F825C-845B-2F06-B10D-90A8B05BD830}"/>
                </a:ext>
              </a:extLst>
            </p:cNvPr>
            <p:cNvSpPr/>
            <p:nvPr/>
          </p:nvSpPr>
          <p:spPr>
            <a:xfrm>
              <a:off x="4518400" y="4003125"/>
              <a:ext cx="59025" cy="27350"/>
            </a:xfrm>
            <a:custGeom>
              <a:avLst/>
              <a:gdLst/>
              <a:ahLst/>
              <a:cxnLst/>
              <a:rect l="l" t="t" r="r" b="b"/>
              <a:pathLst>
                <a:path w="2361" h="1094" extrusionOk="0">
                  <a:moveTo>
                    <a:pt x="1022" y="1"/>
                  </a:moveTo>
                  <a:cubicBezTo>
                    <a:pt x="773" y="1"/>
                    <a:pt x="260" y="16"/>
                    <a:pt x="160" y="136"/>
                  </a:cubicBezTo>
                  <a:cubicBezTo>
                    <a:pt x="27" y="283"/>
                    <a:pt x="0" y="870"/>
                    <a:pt x="226" y="950"/>
                  </a:cubicBezTo>
                  <a:cubicBezTo>
                    <a:pt x="492" y="1055"/>
                    <a:pt x="914" y="1094"/>
                    <a:pt x="1298" y="1094"/>
                  </a:cubicBezTo>
                  <a:cubicBezTo>
                    <a:pt x="1744" y="1094"/>
                    <a:pt x="2138" y="1041"/>
                    <a:pt x="2173" y="977"/>
                  </a:cubicBezTo>
                  <a:cubicBezTo>
                    <a:pt x="2227" y="856"/>
                    <a:pt x="2360" y="269"/>
                    <a:pt x="2107" y="163"/>
                  </a:cubicBezTo>
                  <a:cubicBezTo>
                    <a:pt x="1853" y="70"/>
                    <a:pt x="1160" y="3"/>
                    <a:pt x="1160" y="3"/>
                  </a:cubicBezTo>
                  <a:cubicBezTo>
                    <a:pt x="1160" y="3"/>
                    <a:pt x="1106" y="1"/>
                    <a:pt x="10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160;p114">
              <a:extLst>
                <a:ext uri="{FF2B5EF4-FFF2-40B4-BE49-F238E27FC236}">
                  <a16:creationId xmlns:a16="http://schemas.microsoft.com/office/drawing/2014/main" id="{C68EB2BE-383E-EA61-467D-50E378D73E4C}"/>
                </a:ext>
              </a:extLst>
            </p:cNvPr>
            <p:cNvSpPr/>
            <p:nvPr/>
          </p:nvSpPr>
          <p:spPr>
            <a:xfrm>
              <a:off x="4517725" y="4001825"/>
              <a:ext cx="59700" cy="30050"/>
            </a:xfrm>
            <a:custGeom>
              <a:avLst/>
              <a:gdLst/>
              <a:ahLst/>
              <a:cxnLst/>
              <a:rect l="l" t="t" r="r" b="b"/>
              <a:pathLst>
                <a:path w="2388" h="1202" extrusionOk="0">
                  <a:moveTo>
                    <a:pt x="1174" y="108"/>
                  </a:moveTo>
                  <a:cubicBezTo>
                    <a:pt x="1214" y="122"/>
                    <a:pt x="1868" y="175"/>
                    <a:pt x="2108" y="268"/>
                  </a:cubicBezTo>
                  <a:cubicBezTo>
                    <a:pt x="2147" y="282"/>
                    <a:pt x="2188" y="321"/>
                    <a:pt x="2200" y="375"/>
                  </a:cubicBezTo>
                  <a:cubicBezTo>
                    <a:pt x="2280" y="561"/>
                    <a:pt x="2188" y="922"/>
                    <a:pt x="2161" y="1002"/>
                  </a:cubicBezTo>
                  <a:cubicBezTo>
                    <a:pt x="2110" y="1045"/>
                    <a:pt x="1726" y="1093"/>
                    <a:pt x="1293" y="1093"/>
                  </a:cubicBezTo>
                  <a:cubicBezTo>
                    <a:pt x="928" y="1093"/>
                    <a:pt x="529" y="1059"/>
                    <a:pt x="267" y="961"/>
                  </a:cubicBezTo>
                  <a:cubicBezTo>
                    <a:pt x="200" y="935"/>
                    <a:pt x="173" y="855"/>
                    <a:pt x="161" y="789"/>
                  </a:cubicBezTo>
                  <a:cubicBezTo>
                    <a:pt x="107" y="575"/>
                    <a:pt x="147" y="308"/>
                    <a:pt x="227" y="215"/>
                  </a:cubicBezTo>
                  <a:cubicBezTo>
                    <a:pt x="294" y="135"/>
                    <a:pt x="667" y="108"/>
                    <a:pt x="1000" y="108"/>
                  </a:cubicBezTo>
                  <a:close/>
                  <a:moveTo>
                    <a:pt x="1095" y="1"/>
                  </a:moveTo>
                  <a:cubicBezTo>
                    <a:pt x="846" y="1"/>
                    <a:pt x="274" y="10"/>
                    <a:pt x="147" y="148"/>
                  </a:cubicBezTo>
                  <a:cubicBezTo>
                    <a:pt x="40" y="268"/>
                    <a:pt x="0" y="588"/>
                    <a:pt x="54" y="815"/>
                  </a:cubicBezTo>
                  <a:cubicBezTo>
                    <a:pt x="81" y="935"/>
                    <a:pt x="147" y="1029"/>
                    <a:pt x="227" y="1055"/>
                  </a:cubicBezTo>
                  <a:cubicBezTo>
                    <a:pt x="493" y="1162"/>
                    <a:pt x="934" y="1201"/>
                    <a:pt x="1334" y="1201"/>
                  </a:cubicBezTo>
                  <a:cubicBezTo>
                    <a:pt x="1788" y="1201"/>
                    <a:pt x="2200" y="1148"/>
                    <a:pt x="2241" y="1055"/>
                  </a:cubicBezTo>
                  <a:cubicBezTo>
                    <a:pt x="2294" y="961"/>
                    <a:pt x="2387" y="561"/>
                    <a:pt x="2294" y="335"/>
                  </a:cubicBezTo>
                  <a:cubicBezTo>
                    <a:pt x="2268" y="255"/>
                    <a:pt x="2214" y="202"/>
                    <a:pt x="2147" y="175"/>
                  </a:cubicBezTo>
                  <a:cubicBezTo>
                    <a:pt x="1894" y="81"/>
                    <a:pt x="1214" y="15"/>
                    <a:pt x="1187" y="1"/>
                  </a:cubicBezTo>
                  <a:cubicBezTo>
                    <a:pt x="1167" y="1"/>
                    <a:pt x="1135"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161;p114">
              <a:extLst>
                <a:ext uri="{FF2B5EF4-FFF2-40B4-BE49-F238E27FC236}">
                  <a16:creationId xmlns:a16="http://schemas.microsoft.com/office/drawing/2014/main" id="{66D85F47-C904-F4F3-F344-13B44857C847}"/>
                </a:ext>
              </a:extLst>
            </p:cNvPr>
            <p:cNvSpPr/>
            <p:nvPr/>
          </p:nvSpPr>
          <p:spPr>
            <a:xfrm>
              <a:off x="4513050" y="3974075"/>
              <a:ext cx="63375" cy="30125"/>
            </a:xfrm>
            <a:custGeom>
              <a:avLst/>
              <a:gdLst/>
              <a:ahLst/>
              <a:cxnLst/>
              <a:rect l="l" t="t" r="r" b="b"/>
              <a:pathLst>
                <a:path w="2535" h="1205" extrusionOk="0">
                  <a:moveTo>
                    <a:pt x="1016" y="1"/>
                  </a:moveTo>
                  <a:cubicBezTo>
                    <a:pt x="734" y="1"/>
                    <a:pt x="274" y="20"/>
                    <a:pt x="174" y="138"/>
                  </a:cubicBezTo>
                  <a:cubicBezTo>
                    <a:pt x="27" y="298"/>
                    <a:pt x="1" y="924"/>
                    <a:pt x="254" y="1018"/>
                  </a:cubicBezTo>
                  <a:cubicBezTo>
                    <a:pt x="617" y="1149"/>
                    <a:pt x="1221" y="1204"/>
                    <a:pt x="1679" y="1204"/>
                  </a:cubicBezTo>
                  <a:cubicBezTo>
                    <a:pt x="2011" y="1204"/>
                    <a:pt x="2266" y="1175"/>
                    <a:pt x="2295" y="1125"/>
                  </a:cubicBezTo>
                  <a:cubicBezTo>
                    <a:pt x="2361" y="1004"/>
                    <a:pt x="2535" y="272"/>
                    <a:pt x="2254" y="178"/>
                  </a:cubicBezTo>
                  <a:cubicBezTo>
                    <a:pt x="1987" y="71"/>
                    <a:pt x="1241" y="5"/>
                    <a:pt x="1241" y="5"/>
                  </a:cubicBezTo>
                  <a:cubicBezTo>
                    <a:pt x="1241" y="5"/>
                    <a:pt x="1148" y="1"/>
                    <a:pt x="10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1162;p114">
              <a:extLst>
                <a:ext uri="{FF2B5EF4-FFF2-40B4-BE49-F238E27FC236}">
                  <a16:creationId xmlns:a16="http://schemas.microsoft.com/office/drawing/2014/main" id="{085A11A6-FB47-3055-D975-9019A2724D3C}"/>
                </a:ext>
              </a:extLst>
            </p:cNvPr>
            <p:cNvSpPr/>
            <p:nvPr/>
          </p:nvSpPr>
          <p:spPr>
            <a:xfrm>
              <a:off x="4512700" y="3972675"/>
              <a:ext cx="63375" cy="32875"/>
            </a:xfrm>
            <a:custGeom>
              <a:avLst/>
              <a:gdLst/>
              <a:ahLst/>
              <a:cxnLst/>
              <a:rect l="l" t="t" r="r" b="b"/>
              <a:pathLst>
                <a:path w="2535" h="1315" extrusionOk="0">
                  <a:moveTo>
                    <a:pt x="1055" y="100"/>
                  </a:moveTo>
                  <a:cubicBezTo>
                    <a:pt x="1121" y="100"/>
                    <a:pt x="1188" y="100"/>
                    <a:pt x="1255" y="114"/>
                  </a:cubicBezTo>
                  <a:cubicBezTo>
                    <a:pt x="1295" y="114"/>
                    <a:pt x="2001" y="180"/>
                    <a:pt x="2255" y="274"/>
                  </a:cubicBezTo>
                  <a:cubicBezTo>
                    <a:pt x="2295" y="287"/>
                    <a:pt x="2321" y="328"/>
                    <a:pt x="2335" y="381"/>
                  </a:cubicBezTo>
                  <a:cubicBezTo>
                    <a:pt x="2428" y="607"/>
                    <a:pt x="2309" y="1074"/>
                    <a:pt x="2268" y="1154"/>
                  </a:cubicBezTo>
                  <a:cubicBezTo>
                    <a:pt x="2225" y="1192"/>
                    <a:pt x="1991" y="1217"/>
                    <a:pt x="1687" y="1217"/>
                  </a:cubicBezTo>
                  <a:cubicBezTo>
                    <a:pt x="1242" y="1217"/>
                    <a:pt x="646" y="1164"/>
                    <a:pt x="282" y="1021"/>
                  </a:cubicBezTo>
                  <a:cubicBezTo>
                    <a:pt x="214" y="994"/>
                    <a:pt x="175" y="900"/>
                    <a:pt x="161" y="834"/>
                  </a:cubicBezTo>
                  <a:cubicBezTo>
                    <a:pt x="108" y="607"/>
                    <a:pt x="148" y="314"/>
                    <a:pt x="228" y="221"/>
                  </a:cubicBezTo>
                  <a:cubicBezTo>
                    <a:pt x="308" y="127"/>
                    <a:pt x="721" y="100"/>
                    <a:pt x="1055" y="100"/>
                  </a:cubicBezTo>
                  <a:close/>
                  <a:moveTo>
                    <a:pt x="1021" y="0"/>
                  </a:moveTo>
                  <a:cubicBezTo>
                    <a:pt x="725" y="0"/>
                    <a:pt x="265" y="27"/>
                    <a:pt x="148" y="154"/>
                  </a:cubicBezTo>
                  <a:cubicBezTo>
                    <a:pt x="41" y="287"/>
                    <a:pt x="1" y="621"/>
                    <a:pt x="54" y="861"/>
                  </a:cubicBezTo>
                  <a:cubicBezTo>
                    <a:pt x="95" y="994"/>
                    <a:pt x="161" y="1087"/>
                    <a:pt x="241" y="1114"/>
                  </a:cubicBezTo>
                  <a:cubicBezTo>
                    <a:pt x="588" y="1247"/>
                    <a:pt x="1228" y="1314"/>
                    <a:pt x="1708" y="1314"/>
                  </a:cubicBezTo>
                  <a:cubicBezTo>
                    <a:pt x="2055" y="1314"/>
                    <a:pt x="2321" y="1288"/>
                    <a:pt x="2362" y="1208"/>
                  </a:cubicBezTo>
                  <a:cubicBezTo>
                    <a:pt x="2415" y="1101"/>
                    <a:pt x="2535" y="594"/>
                    <a:pt x="2442" y="340"/>
                  </a:cubicBezTo>
                  <a:cubicBezTo>
                    <a:pt x="2401" y="260"/>
                    <a:pt x="2362" y="207"/>
                    <a:pt x="2295" y="180"/>
                  </a:cubicBezTo>
                  <a:cubicBezTo>
                    <a:pt x="2015" y="74"/>
                    <a:pt x="1295" y="7"/>
                    <a:pt x="1268" y="7"/>
                  </a:cubicBezTo>
                  <a:lnTo>
                    <a:pt x="1255" y="7"/>
                  </a:lnTo>
                  <a:cubicBezTo>
                    <a:pt x="1215" y="4"/>
                    <a:pt x="1129"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1163;p114">
              <a:extLst>
                <a:ext uri="{FF2B5EF4-FFF2-40B4-BE49-F238E27FC236}">
                  <a16:creationId xmlns:a16="http://schemas.microsoft.com/office/drawing/2014/main" id="{6D043BC9-5F51-E219-D58F-03F9CC5B8878}"/>
                </a:ext>
              </a:extLst>
            </p:cNvPr>
            <p:cNvSpPr/>
            <p:nvPr/>
          </p:nvSpPr>
          <p:spPr>
            <a:xfrm>
              <a:off x="4499725" y="3946725"/>
              <a:ext cx="63375" cy="29225"/>
            </a:xfrm>
            <a:custGeom>
              <a:avLst/>
              <a:gdLst/>
              <a:ahLst/>
              <a:cxnLst/>
              <a:rect l="l" t="t" r="r" b="b"/>
              <a:pathLst>
                <a:path w="2535" h="1169" extrusionOk="0">
                  <a:moveTo>
                    <a:pt x="992" y="1"/>
                  </a:moveTo>
                  <a:cubicBezTo>
                    <a:pt x="709" y="1"/>
                    <a:pt x="271" y="19"/>
                    <a:pt x="173" y="125"/>
                  </a:cubicBezTo>
                  <a:cubicBezTo>
                    <a:pt x="40" y="299"/>
                    <a:pt x="0" y="939"/>
                    <a:pt x="253" y="1019"/>
                  </a:cubicBezTo>
                  <a:cubicBezTo>
                    <a:pt x="431" y="1068"/>
                    <a:pt x="1431" y="1169"/>
                    <a:pt x="1963" y="1169"/>
                  </a:cubicBezTo>
                  <a:cubicBezTo>
                    <a:pt x="2148" y="1169"/>
                    <a:pt x="2277" y="1156"/>
                    <a:pt x="2294" y="1125"/>
                  </a:cubicBezTo>
                  <a:cubicBezTo>
                    <a:pt x="2360" y="1005"/>
                    <a:pt x="2534" y="272"/>
                    <a:pt x="2254" y="178"/>
                  </a:cubicBezTo>
                  <a:cubicBezTo>
                    <a:pt x="1987" y="71"/>
                    <a:pt x="1240" y="5"/>
                    <a:pt x="1240" y="5"/>
                  </a:cubicBezTo>
                  <a:cubicBezTo>
                    <a:pt x="1240" y="5"/>
                    <a:pt x="1136" y="1"/>
                    <a:pt x="9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1164;p114">
              <a:extLst>
                <a:ext uri="{FF2B5EF4-FFF2-40B4-BE49-F238E27FC236}">
                  <a16:creationId xmlns:a16="http://schemas.microsoft.com/office/drawing/2014/main" id="{CDBC9C2E-5BAE-188D-090C-910A775B942F}"/>
                </a:ext>
              </a:extLst>
            </p:cNvPr>
            <p:cNvSpPr/>
            <p:nvPr/>
          </p:nvSpPr>
          <p:spPr>
            <a:xfrm>
              <a:off x="4499050" y="3945325"/>
              <a:ext cx="63700" cy="31875"/>
            </a:xfrm>
            <a:custGeom>
              <a:avLst/>
              <a:gdLst/>
              <a:ahLst/>
              <a:cxnLst/>
              <a:rect l="l" t="t" r="r" b="b"/>
              <a:pathLst>
                <a:path w="2548" h="1275" extrusionOk="0">
                  <a:moveTo>
                    <a:pt x="1068" y="101"/>
                  </a:moveTo>
                  <a:cubicBezTo>
                    <a:pt x="1148" y="101"/>
                    <a:pt x="1214" y="101"/>
                    <a:pt x="1267" y="115"/>
                  </a:cubicBezTo>
                  <a:cubicBezTo>
                    <a:pt x="1308" y="115"/>
                    <a:pt x="2014" y="181"/>
                    <a:pt x="2268" y="275"/>
                  </a:cubicBezTo>
                  <a:cubicBezTo>
                    <a:pt x="2307" y="287"/>
                    <a:pt x="2334" y="328"/>
                    <a:pt x="2348" y="381"/>
                  </a:cubicBezTo>
                  <a:cubicBezTo>
                    <a:pt x="2441" y="595"/>
                    <a:pt x="2321" y="1048"/>
                    <a:pt x="2281" y="1155"/>
                  </a:cubicBezTo>
                  <a:cubicBezTo>
                    <a:pt x="2249" y="1172"/>
                    <a:pt x="2151" y="1179"/>
                    <a:pt x="2015" y="1179"/>
                  </a:cubicBezTo>
                  <a:cubicBezTo>
                    <a:pt x="1522" y="1179"/>
                    <a:pt x="524" y="1084"/>
                    <a:pt x="294" y="1021"/>
                  </a:cubicBezTo>
                  <a:cubicBezTo>
                    <a:pt x="227" y="995"/>
                    <a:pt x="187" y="915"/>
                    <a:pt x="174" y="861"/>
                  </a:cubicBezTo>
                  <a:cubicBezTo>
                    <a:pt x="107" y="648"/>
                    <a:pt x="161" y="314"/>
                    <a:pt x="241" y="221"/>
                  </a:cubicBezTo>
                  <a:cubicBezTo>
                    <a:pt x="321" y="127"/>
                    <a:pt x="734" y="101"/>
                    <a:pt x="1068" y="101"/>
                  </a:cubicBezTo>
                  <a:close/>
                  <a:moveTo>
                    <a:pt x="1038" y="1"/>
                  </a:moveTo>
                  <a:cubicBezTo>
                    <a:pt x="737" y="1"/>
                    <a:pt x="278" y="28"/>
                    <a:pt x="161" y="154"/>
                  </a:cubicBezTo>
                  <a:cubicBezTo>
                    <a:pt x="54" y="287"/>
                    <a:pt x="1" y="648"/>
                    <a:pt x="67" y="888"/>
                  </a:cubicBezTo>
                  <a:cubicBezTo>
                    <a:pt x="107" y="1008"/>
                    <a:pt x="174" y="1088"/>
                    <a:pt x="267" y="1114"/>
                  </a:cubicBezTo>
                  <a:cubicBezTo>
                    <a:pt x="387" y="1155"/>
                    <a:pt x="1361" y="1274"/>
                    <a:pt x="1948" y="1274"/>
                  </a:cubicBezTo>
                  <a:cubicBezTo>
                    <a:pt x="2174" y="1274"/>
                    <a:pt x="2348" y="1261"/>
                    <a:pt x="2375" y="1208"/>
                  </a:cubicBezTo>
                  <a:cubicBezTo>
                    <a:pt x="2428" y="1101"/>
                    <a:pt x="2547" y="607"/>
                    <a:pt x="2455" y="341"/>
                  </a:cubicBezTo>
                  <a:cubicBezTo>
                    <a:pt x="2414" y="261"/>
                    <a:pt x="2375" y="207"/>
                    <a:pt x="2307" y="181"/>
                  </a:cubicBezTo>
                  <a:cubicBezTo>
                    <a:pt x="2028" y="74"/>
                    <a:pt x="1308" y="8"/>
                    <a:pt x="1281" y="8"/>
                  </a:cubicBezTo>
                  <a:cubicBezTo>
                    <a:pt x="1238" y="4"/>
                    <a:pt x="1149" y="1"/>
                    <a:pt x="1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1165;p114">
              <a:extLst>
                <a:ext uri="{FF2B5EF4-FFF2-40B4-BE49-F238E27FC236}">
                  <a16:creationId xmlns:a16="http://schemas.microsoft.com/office/drawing/2014/main" id="{FAACCB5D-2487-2D35-7F09-8E352FC63507}"/>
                </a:ext>
              </a:extLst>
            </p:cNvPr>
            <p:cNvSpPr/>
            <p:nvPr/>
          </p:nvSpPr>
          <p:spPr>
            <a:xfrm>
              <a:off x="4529050" y="3938500"/>
              <a:ext cx="84050" cy="85050"/>
            </a:xfrm>
            <a:custGeom>
              <a:avLst/>
              <a:gdLst/>
              <a:ahLst/>
              <a:cxnLst/>
              <a:rect l="l" t="t" r="r" b="b"/>
              <a:pathLst>
                <a:path w="3362" h="3402" extrusionOk="0">
                  <a:moveTo>
                    <a:pt x="707" y="0"/>
                  </a:moveTo>
                  <a:cubicBezTo>
                    <a:pt x="268" y="68"/>
                    <a:pt x="1" y="361"/>
                    <a:pt x="28" y="521"/>
                  </a:cubicBezTo>
                  <a:cubicBezTo>
                    <a:pt x="54" y="708"/>
                    <a:pt x="428" y="1935"/>
                    <a:pt x="508" y="2241"/>
                  </a:cubicBezTo>
                  <a:cubicBezTo>
                    <a:pt x="565" y="2461"/>
                    <a:pt x="636" y="2510"/>
                    <a:pt x="755" y="2510"/>
                  </a:cubicBezTo>
                  <a:cubicBezTo>
                    <a:pt x="802" y="2510"/>
                    <a:pt x="857" y="2502"/>
                    <a:pt x="921" y="2495"/>
                  </a:cubicBezTo>
                  <a:cubicBezTo>
                    <a:pt x="1201" y="2468"/>
                    <a:pt x="1427" y="2241"/>
                    <a:pt x="1427" y="1961"/>
                  </a:cubicBezTo>
                  <a:cubicBezTo>
                    <a:pt x="1415" y="1707"/>
                    <a:pt x="1388" y="1454"/>
                    <a:pt x="1321" y="1214"/>
                  </a:cubicBezTo>
                  <a:lnTo>
                    <a:pt x="1321" y="1214"/>
                  </a:lnTo>
                  <a:cubicBezTo>
                    <a:pt x="1454" y="1307"/>
                    <a:pt x="1587" y="1387"/>
                    <a:pt x="1735" y="1441"/>
                  </a:cubicBezTo>
                  <a:lnTo>
                    <a:pt x="1907" y="1494"/>
                  </a:lnTo>
                  <a:cubicBezTo>
                    <a:pt x="1907" y="1494"/>
                    <a:pt x="1895" y="2668"/>
                    <a:pt x="2628" y="3188"/>
                  </a:cubicBezTo>
                  <a:cubicBezTo>
                    <a:pt x="2775" y="3281"/>
                    <a:pt x="2935" y="3348"/>
                    <a:pt x="3095" y="3402"/>
                  </a:cubicBezTo>
                  <a:lnTo>
                    <a:pt x="3362" y="480"/>
                  </a:lnTo>
                  <a:cubicBezTo>
                    <a:pt x="3175" y="347"/>
                    <a:pt x="2948" y="267"/>
                    <a:pt x="2708" y="240"/>
                  </a:cubicBezTo>
                  <a:cubicBezTo>
                    <a:pt x="2041" y="240"/>
                    <a:pt x="1374" y="54"/>
                    <a:pt x="7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1166;p114">
              <a:extLst>
                <a:ext uri="{FF2B5EF4-FFF2-40B4-BE49-F238E27FC236}">
                  <a16:creationId xmlns:a16="http://schemas.microsoft.com/office/drawing/2014/main" id="{DD027998-8C2C-1939-6120-EBE32A97DEC8}"/>
                </a:ext>
              </a:extLst>
            </p:cNvPr>
            <p:cNvSpPr/>
            <p:nvPr/>
          </p:nvSpPr>
          <p:spPr>
            <a:xfrm>
              <a:off x="4527375" y="3937150"/>
              <a:ext cx="87375" cy="87725"/>
            </a:xfrm>
            <a:custGeom>
              <a:avLst/>
              <a:gdLst/>
              <a:ahLst/>
              <a:cxnLst/>
              <a:rect l="l" t="t" r="r" b="b"/>
              <a:pathLst>
                <a:path w="3495" h="3509" extrusionOk="0">
                  <a:moveTo>
                    <a:pt x="761" y="1"/>
                  </a:moveTo>
                  <a:cubicBezTo>
                    <a:pt x="321" y="68"/>
                    <a:pt x="1" y="374"/>
                    <a:pt x="41" y="588"/>
                  </a:cubicBezTo>
                  <a:cubicBezTo>
                    <a:pt x="54" y="694"/>
                    <a:pt x="187" y="1148"/>
                    <a:pt x="321" y="1588"/>
                  </a:cubicBezTo>
                  <a:cubicBezTo>
                    <a:pt x="415" y="1895"/>
                    <a:pt x="495" y="2175"/>
                    <a:pt x="521" y="2309"/>
                  </a:cubicBezTo>
                  <a:cubicBezTo>
                    <a:pt x="583" y="2557"/>
                    <a:pt x="678" y="2613"/>
                    <a:pt x="822" y="2613"/>
                  </a:cubicBezTo>
                  <a:cubicBezTo>
                    <a:pt x="864" y="2613"/>
                    <a:pt x="910" y="2608"/>
                    <a:pt x="961" y="2602"/>
                  </a:cubicBezTo>
                  <a:lnTo>
                    <a:pt x="988" y="2602"/>
                  </a:lnTo>
                  <a:cubicBezTo>
                    <a:pt x="1308" y="2575"/>
                    <a:pt x="1548" y="2321"/>
                    <a:pt x="1548" y="2001"/>
                  </a:cubicBezTo>
                  <a:cubicBezTo>
                    <a:pt x="1535" y="1802"/>
                    <a:pt x="1521" y="1588"/>
                    <a:pt x="1468" y="1388"/>
                  </a:cubicBezTo>
                  <a:lnTo>
                    <a:pt x="1468" y="1388"/>
                  </a:lnTo>
                  <a:cubicBezTo>
                    <a:pt x="1574" y="1455"/>
                    <a:pt x="1681" y="1508"/>
                    <a:pt x="1788" y="1548"/>
                  </a:cubicBezTo>
                  <a:lnTo>
                    <a:pt x="1935" y="1588"/>
                  </a:lnTo>
                  <a:cubicBezTo>
                    <a:pt x="1935" y="1802"/>
                    <a:pt x="1974" y="2802"/>
                    <a:pt x="2668" y="3282"/>
                  </a:cubicBezTo>
                  <a:cubicBezTo>
                    <a:pt x="2815" y="3388"/>
                    <a:pt x="2975" y="3456"/>
                    <a:pt x="3148" y="3509"/>
                  </a:cubicBezTo>
                  <a:lnTo>
                    <a:pt x="3162" y="3509"/>
                  </a:lnTo>
                  <a:cubicBezTo>
                    <a:pt x="3189" y="3509"/>
                    <a:pt x="3201" y="3495"/>
                    <a:pt x="3215" y="3468"/>
                  </a:cubicBezTo>
                  <a:cubicBezTo>
                    <a:pt x="3215" y="3442"/>
                    <a:pt x="3201" y="3415"/>
                    <a:pt x="3175" y="3402"/>
                  </a:cubicBezTo>
                  <a:cubicBezTo>
                    <a:pt x="3015" y="3362"/>
                    <a:pt x="2869" y="3296"/>
                    <a:pt x="2721" y="3202"/>
                  </a:cubicBezTo>
                  <a:cubicBezTo>
                    <a:pt x="2015" y="2709"/>
                    <a:pt x="2028" y="1562"/>
                    <a:pt x="2028" y="1548"/>
                  </a:cubicBezTo>
                  <a:cubicBezTo>
                    <a:pt x="2028" y="1521"/>
                    <a:pt x="2015" y="1508"/>
                    <a:pt x="2001" y="1495"/>
                  </a:cubicBezTo>
                  <a:lnTo>
                    <a:pt x="1814" y="1441"/>
                  </a:lnTo>
                  <a:cubicBezTo>
                    <a:pt x="1681" y="1388"/>
                    <a:pt x="1548" y="1322"/>
                    <a:pt x="1428" y="1228"/>
                  </a:cubicBezTo>
                  <a:cubicBezTo>
                    <a:pt x="1415" y="1221"/>
                    <a:pt x="1405" y="1218"/>
                    <a:pt x="1395" y="1218"/>
                  </a:cubicBezTo>
                  <a:cubicBezTo>
                    <a:pt x="1384" y="1218"/>
                    <a:pt x="1374" y="1221"/>
                    <a:pt x="1361" y="1228"/>
                  </a:cubicBezTo>
                  <a:cubicBezTo>
                    <a:pt x="1348" y="1228"/>
                    <a:pt x="1334" y="1255"/>
                    <a:pt x="1334" y="1281"/>
                  </a:cubicBezTo>
                  <a:cubicBezTo>
                    <a:pt x="1402" y="1521"/>
                    <a:pt x="1428" y="1761"/>
                    <a:pt x="1441" y="2001"/>
                  </a:cubicBezTo>
                  <a:cubicBezTo>
                    <a:pt x="1441" y="2268"/>
                    <a:pt x="1242" y="2481"/>
                    <a:pt x="975" y="2495"/>
                  </a:cubicBezTo>
                  <a:lnTo>
                    <a:pt x="948" y="2508"/>
                  </a:lnTo>
                  <a:cubicBezTo>
                    <a:pt x="903" y="2511"/>
                    <a:pt x="865" y="2514"/>
                    <a:pt x="833" y="2514"/>
                  </a:cubicBezTo>
                  <a:cubicBezTo>
                    <a:pt x="723" y="2514"/>
                    <a:pt x="679" y="2478"/>
                    <a:pt x="628" y="2282"/>
                  </a:cubicBezTo>
                  <a:cubicBezTo>
                    <a:pt x="588" y="2149"/>
                    <a:pt x="507" y="1868"/>
                    <a:pt x="415" y="1562"/>
                  </a:cubicBezTo>
                  <a:cubicBezTo>
                    <a:pt x="294" y="1148"/>
                    <a:pt x="161" y="668"/>
                    <a:pt x="134" y="575"/>
                  </a:cubicBezTo>
                  <a:cubicBezTo>
                    <a:pt x="121" y="454"/>
                    <a:pt x="361" y="175"/>
                    <a:pt x="774" y="108"/>
                  </a:cubicBezTo>
                  <a:cubicBezTo>
                    <a:pt x="1055" y="134"/>
                    <a:pt x="1322" y="175"/>
                    <a:pt x="1601" y="214"/>
                  </a:cubicBezTo>
                  <a:cubicBezTo>
                    <a:pt x="1974" y="282"/>
                    <a:pt x="2375" y="348"/>
                    <a:pt x="2775" y="348"/>
                  </a:cubicBezTo>
                  <a:cubicBezTo>
                    <a:pt x="3002" y="374"/>
                    <a:pt x="3215" y="454"/>
                    <a:pt x="3402" y="575"/>
                  </a:cubicBezTo>
                  <a:cubicBezTo>
                    <a:pt x="3412" y="585"/>
                    <a:pt x="3422" y="589"/>
                    <a:pt x="3431" y="589"/>
                  </a:cubicBezTo>
                  <a:cubicBezTo>
                    <a:pt x="3447" y="589"/>
                    <a:pt x="3460" y="578"/>
                    <a:pt x="3468" y="561"/>
                  </a:cubicBezTo>
                  <a:cubicBezTo>
                    <a:pt x="3495" y="548"/>
                    <a:pt x="3482" y="508"/>
                    <a:pt x="3455" y="495"/>
                  </a:cubicBezTo>
                  <a:cubicBezTo>
                    <a:pt x="3255" y="348"/>
                    <a:pt x="3029" y="268"/>
                    <a:pt x="2775" y="241"/>
                  </a:cubicBezTo>
                  <a:cubicBezTo>
                    <a:pt x="2388" y="241"/>
                    <a:pt x="1988" y="175"/>
                    <a:pt x="1615" y="122"/>
                  </a:cubicBezTo>
                  <a:cubicBezTo>
                    <a:pt x="1334" y="68"/>
                    <a:pt x="1055" y="28"/>
                    <a:pt x="7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1167;p114">
              <a:extLst>
                <a:ext uri="{FF2B5EF4-FFF2-40B4-BE49-F238E27FC236}">
                  <a16:creationId xmlns:a16="http://schemas.microsoft.com/office/drawing/2014/main" id="{1BDC3D57-B61E-BAA6-7409-32FCD906DC76}"/>
                </a:ext>
              </a:extLst>
            </p:cNvPr>
            <p:cNvSpPr/>
            <p:nvPr/>
          </p:nvSpPr>
          <p:spPr>
            <a:xfrm>
              <a:off x="4618075" y="4025175"/>
              <a:ext cx="6025" cy="25"/>
            </a:xfrm>
            <a:custGeom>
              <a:avLst/>
              <a:gdLst/>
              <a:ahLst/>
              <a:cxnLst/>
              <a:rect l="l" t="t" r="r" b="b"/>
              <a:pathLst>
                <a:path w="241" h="1" extrusionOk="0">
                  <a:moveTo>
                    <a:pt x="240" y="1"/>
                  </a:move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1168;p114">
              <a:extLst>
                <a:ext uri="{FF2B5EF4-FFF2-40B4-BE49-F238E27FC236}">
                  <a16:creationId xmlns:a16="http://schemas.microsoft.com/office/drawing/2014/main" id="{0FFF1B6A-9B6F-2849-895B-F254C67E0FB1}"/>
                </a:ext>
              </a:extLst>
            </p:cNvPr>
            <p:cNvSpPr/>
            <p:nvPr/>
          </p:nvSpPr>
          <p:spPr>
            <a:xfrm>
              <a:off x="4616725" y="4023850"/>
              <a:ext cx="8700" cy="2700"/>
            </a:xfrm>
            <a:custGeom>
              <a:avLst/>
              <a:gdLst/>
              <a:ahLst/>
              <a:cxnLst/>
              <a:rect l="l" t="t" r="r" b="b"/>
              <a:pathLst>
                <a:path w="348" h="108" extrusionOk="0">
                  <a:moveTo>
                    <a:pt x="54" y="0"/>
                  </a:moveTo>
                  <a:cubicBezTo>
                    <a:pt x="27" y="0"/>
                    <a:pt x="1" y="14"/>
                    <a:pt x="1" y="54"/>
                  </a:cubicBezTo>
                  <a:cubicBezTo>
                    <a:pt x="1" y="80"/>
                    <a:pt x="15" y="107"/>
                    <a:pt x="41" y="107"/>
                  </a:cubicBezTo>
                  <a:lnTo>
                    <a:pt x="294" y="107"/>
                  </a:lnTo>
                  <a:cubicBezTo>
                    <a:pt x="321" y="107"/>
                    <a:pt x="348" y="80"/>
                    <a:pt x="348" y="54"/>
                  </a:cubicBezTo>
                  <a:cubicBezTo>
                    <a:pt x="348" y="14"/>
                    <a:pt x="321" y="0"/>
                    <a:pt x="2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1169;p114">
              <a:extLst>
                <a:ext uri="{FF2B5EF4-FFF2-40B4-BE49-F238E27FC236}">
                  <a16:creationId xmlns:a16="http://schemas.microsoft.com/office/drawing/2014/main" id="{7128685C-0347-7431-6E1D-C9337C515DDB}"/>
                </a:ext>
              </a:extLst>
            </p:cNvPr>
            <p:cNvSpPr/>
            <p:nvPr/>
          </p:nvSpPr>
          <p:spPr>
            <a:xfrm>
              <a:off x="4624075" y="4022525"/>
              <a:ext cx="13700" cy="2675"/>
            </a:xfrm>
            <a:custGeom>
              <a:avLst/>
              <a:gdLst/>
              <a:ahLst/>
              <a:cxnLst/>
              <a:rect l="l" t="t" r="r" b="b"/>
              <a:pathLst>
                <a:path w="548" h="107" extrusionOk="0">
                  <a:moveTo>
                    <a:pt x="548" y="0"/>
                  </a:moveTo>
                  <a:lnTo>
                    <a:pt x="0" y="107"/>
                  </a:lnTo>
                  <a:cubicBezTo>
                    <a:pt x="187" y="94"/>
                    <a:pt x="374" y="53"/>
                    <a:pt x="5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1170;p114">
              <a:extLst>
                <a:ext uri="{FF2B5EF4-FFF2-40B4-BE49-F238E27FC236}">
                  <a16:creationId xmlns:a16="http://schemas.microsoft.com/office/drawing/2014/main" id="{D94D1D64-6A92-FA06-8B56-83D963CD46E0}"/>
                </a:ext>
              </a:extLst>
            </p:cNvPr>
            <p:cNvSpPr/>
            <p:nvPr/>
          </p:nvSpPr>
          <p:spPr>
            <a:xfrm>
              <a:off x="4622725" y="4021175"/>
              <a:ext cx="16375" cy="5375"/>
            </a:xfrm>
            <a:custGeom>
              <a:avLst/>
              <a:gdLst/>
              <a:ahLst/>
              <a:cxnLst/>
              <a:rect l="l" t="t" r="r" b="b"/>
              <a:pathLst>
                <a:path w="655" h="215" extrusionOk="0">
                  <a:moveTo>
                    <a:pt x="588" y="1"/>
                  </a:moveTo>
                  <a:cubicBezTo>
                    <a:pt x="415" y="68"/>
                    <a:pt x="228" y="95"/>
                    <a:pt x="54" y="107"/>
                  </a:cubicBezTo>
                  <a:cubicBezTo>
                    <a:pt x="28" y="107"/>
                    <a:pt x="1" y="134"/>
                    <a:pt x="1" y="161"/>
                  </a:cubicBezTo>
                  <a:cubicBezTo>
                    <a:pt x="1" y="187"/>
                    <a:pt x="28" y="214"/>
                    <a:pt x="54" y="214"/>
                  </a:cubicBezTo>
                  <a:cubicBezTo>
                    <a:pt x="241" y="201"/>
                    <a:pt x="441" y="161"/>
                    <a:pt x="614" y="107"/>
                  </a:cubicBezTo>
                  <a:cubicBezTo>
                    <a:pt x="641" y="95"/>
                    <a:pt x="655" y="68"/>
                    <a:pt x="655" y="41"/>
                  </a:cubicBezTo>
                  <a:cubicBezTo>
                    <a:pt x="641" y="15"/>
                    <a:pt x="614" y="1"/>
                    <a:pt x="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1171;p114">
              <a:extLst>
                <a:ext uri="{FF2B5EF4-FFF2-40B4-BE49-F238E27FC236}">
                  <a16:creationId xmlns:a16="http://schemas.microsoft.com/office/drawing/2014/main" id="{B770ADB8-EC2E-5CEA-FF5C-A279BC97E92D}"/>
                </a:ext>
              </a:extLst>
            </p:cNvPr>
            <p:cNvSpPr/>
            <p:nvPr/>
          </p:nvSpPr>
          <p:spPr>
            <a:xfrm>
              <a:off x="4659400" y="4012850"/>
              <a:ext cx="25725" cy="2700"/>
            </a:xfrm>
            <a:custGeom>
              <a:avLst/>
              <a:gdLst/>
              <a:ahLst/>
              <a:cxnLst/>
              <a:rect l="l" t="t" r="r" b="b"/>
              <a:pathLst>
                <a:path w="1029" h="108" extrusionOk="0">
                  <a:moveTo>
                    <a:pt x="54" y="1"/>
                  </a:moveTo>
                  <a:cubicBezTo>
                    <a:pt x="28" y="1"/>
                    <a:pt x="1" y="27"/>
                    <a:pt x="1" y="54"/>
                  </a:cubicBezTo>
                  <a:cubicBezTo>
                    <a:pt x="1" y="81"/>
                    <a:pt x="28" y="107"/>
                    <a:pt x="54" y="107"/>
                  </a:cubicBezTo>
                  <a:lnTo>
                    <a:pt x="975" y="107"/>
                  </a:lnTo>
                  <a:cubicBezTo>
                    <a:pt x="1002" y="107"/>
                    <a:pt x="1028" y="81"/>
                    <a:pt x="1028" y="54"/>
                  </a:cubicBezTo>
                  <a:cubicBezTo>
                    <a:pt x="1028" y="27"/>
                    <a:pt x="1002" y="1"/>
                    <a:pt x="9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1172;p114">
              <a:extLst>
                <a:ext uri="{FF2B5EF4-FFF2-40B4-BE49-F238E27FC236}">
                  <a16:creationId xmlns:a16="http://schemas.microsoft.com/office/drawing/2014/main" id="{05304E2B-3456-27C3-7439-3A6B51F7728D}"/>
                </a:ext>
              </a:extLst>
            </p:cNvPr>
            <p:cNvSpPr/>
            <p:nvPr/>
          </p:nvSpPr>
          <p:spPr>
            <a:xfrm>
              <a:off x="4661400" y="4019525"/>
              <a:ext cx="12375" cy="2350"/>
            </a:xfrm>
            <a:custGeom>
              <a:avLst/>
              <a:gdLst/>
              <a:ahLst/>
              <a:cxnLst/>
              <a:rect l="l" t="t" r="r" b="b"/>
              <a:pathLst>
                <a:path w="495" h="94" extrusionOk="0">
                  <a:moveTo>
                    <a:pt x="54" y="1"/>
                  </a:moveTo>
                  <a:cubicBezTo>
                    <a:pt x="28" y="1"/>
                    <a:pt x="1" y="13"/>
                    <a:pt x="1" y="40"/>
                  </a:cubicBezTo>
                  <a:cubicBezTo>
                    <a:pt x="1" y="81"/>
                    <a:pt x="28" y="93"/>
                    <a:pt x="54" y="93"/>
                  </a:cubicBezTo>
                  <a:lnTo>
                    <a:pt x="441" y="93"/>
                  </a:lnTo>
                  <a:cubicBezTo>
                    <a:pt x="468" y="93"/>
                    <a:pt x="495" y="81"/>
                    <a:pt x="495" y="40"/>
                  </a:cubicBezTo>
                  <a:cubicBezTo>
                    <a:pt x="495" y="13"/>
                    <a:pt x="468" y="1"/>
                    <a:pt x="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1173;p114">
              <a:extLst>
                <a:ext uri="{FF2B5EF4-FFF2-40B4-BE49-F238E27FC236}">
                  <a16:creationId xmlns:a16="http://schemas.microsoft.com/office/drawing/2014/main" id="{23607AF5-D215-DC5E-D862-1C9D0E91698C}"/>
                </a:ext>
              </a:extLst>
            </p:cNvPr>
            <p:cNvSpPr/>
            <p:nvPr/>
          </p:nvSpPr>
          <p:spPr>
            <a:xfrm>
              <a:off x="4575725" y="3966950"/>
              <a:ext cx="23700" cy="10250"/>
            </a:xfrm>
            <a:custGeom>
              <a:avLst/>
              <a:gdLst/>
              <a:ahLst/>
              <a:cxnLst/>
              <a:rect l="l" t="t" r="r" b="b"/>
              <a:pathLst>
                <a:path w="948" h="410" extrusionOk="0">
                  <a:moveTo>
                    <a:pt x="887" y="1"/>
                  </a:moveTo>
                  <a:cubicBezTo>
                    <a:pt x="876" y="1"/>
                    <a:pt x="865" y="4"/>
                    <a:pt x="855" y="9"/>
                  </a:cubicBezTo>
                  <a:cubicBezTo>
                    <a:pt x="534" y="303"/>
                    <a:pt x="54" y="303"/>
                    <a:pt x="40" y="303"/>
                  </a:cubicBezTo>
                  <a:cubicBezTo>
                    <a:pt x="14" y="303"/>
                    <a:pt x="1" y="329"/>
                    <a:pt x="1" y="356"/>
                  </a:cubicBezTo>
                  <a:cubicBezTo>
                    <a:pt x="1" y="383"/>
                    <a:pt x="14" y="409"/>
                    <a:pt x="40" y="409"/>
                  </a:cubicBezTo>
                  <a:cubicBezTo>
                    <a:pt x="67" y="409"/>
                    <a:pt x="574" y="409"/>
                    <a:pt x="921" y="89"/>
                  </a:cubicBezTo>
                  <a:cubicBezTo>
                    <a:pt x="947" y="76"/>
                    <a:pt x="947" y="36"/>
                    <a:pt x="935" y="23"/>
                  </a:cubicBezTo>
                  <a:cubicBezTo>
                    <a:pt x="919" y="7"/>
                    <a:pt x="903"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1174;p114">
              <a:extLst>
                <a:ext uri="{FF2B5EF4-FFF2-40B4-BE49-F238E27FC236}">
                  <a16:creationId xmlns:a16="http://schemas.microsoft.com/office/drawing/2014/main" id="{0C0C391F-C1CD-EF5F-D827-CE1044DFC6D0}"/>
                </a:ext>
              </a:extLst>
            </p:cNvPr>
            <p:cNvSpPr/>
            <p:nvPr/>
          </p:nvSpPr>
          <p:spPr>
            <a:xfrm>
              <a:off x="4558400" y="3956375"/>
              <a:ext cx="5025" cy="12825"/>
            </a:xfrm>
            <a:custGeom>
              <a:avLst/>
              <a:gdLst/>
              <a:ahLst/>
              <a:cxnLst/>
              <a:rect l="l" t="t" r="r" b="b"/>
              <a:pathLst>
                <a:path w="201" h="513" extrusionOk="0">
                  <a:moveTo>
                    <a:pt x="61" y="0"/>
                  </a:moveTo>
                  <a:cubicBezTo>
                    <a:pt x="54" y="0"/>
                    <a:pt x="47" y="2"/>
                    <a:pt x="40" y="5"/>
                  </a:cubicBezTo>
                  <a:cubicBezTo>
                    <a:pt x="13" y="19"/>
                    <a:pt x="1" y="46"/>
                    <a:pt x="1" y="73"/>
                  </a:cubicBezTo>
                  <a:cubicBezTo>
                    <a:pt x="40" y="206"/>
                    <a:pt x="67" y="339"/>
                    <a:pt x="93" y="473"/>
                  </a:cubicBezTo>
                  <a:cubicBezTo>
                    <a:pt x="93" y="499"/>
                    <a:pt x="107" y="512"/>
                    <a:pt x="134" y="512"/>
                  </a:cubicBezTo>
                  <a:lnTo>
                    <a:pt x="147" y="512"/>
                  </a:lnTo>
                  <a:cubicBezTo>
                    <a:pt x="173" y="512"/>
                    <a:pt x="200" y="486"/>
                    <a:pt x="187" y="459"/>
                  </a:cubicBezTo>
                  <a:cubicBezTo>
                    <a:pt x="173" y="313"/>
                    <a:pt x="147" y="179"/>
                    <a:pt x="107" y="32"/>
                  </a:cubicBezTo>
                  <a:cubicBezTo>
                    <a:pt x="97" y="13"/>
                    <a:pt x="80" y="0"/>
                    <a:pt x="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1175;p114">
              <a:extLst>
                <a:ext uri="{FF2B5EF4-FFF2-40B4-BE49-F238E27FC236}">
                  <a16:creationId xmlns:a16="http://schemas.microsoft.com/office/drawing/2014/main" id="{F162C1D9-5119-5888-D9E2-1174856E1188}"/>
                </a:ext>
              </a:extLst>
            </p:cNvPr>
            <p:cNvSpPr/>
            <p:nvPr/>
          </p:nvSpPr>
          <p:spPr>
            <a:xfrm>
              <a:off x="4538400" y="3977075"/>
              <a:ext cx="21000" cy="22125"/>
            </a:xfrm>
            <a:custGeom>
              <a:avLst/>
              <a:gdLst/>
              <a:ahLst/>
              <a:cxnLst/>
              <a:rect l="l" t="t" r="r" b="b"/>
              <a:pathLst>
                <a:path w="840" h="885" extrusionOk="0">
                  <a:moveTo>
                    <a:pt x="549" y="1"/>
                  </a:moveTo>
                  <a:cubicBezTo>
                    <a:pt x="424" y="1"/>
                    <a:pt x="230" y="106"/>
                    <a:pt x="134" y="178"/>
                  </a:cubicBezTo>
                  <a:cubicBezTo>
                    <a:pt x="0" y="285"/>
                    <a:pt x="93" y="564"/>
                    <a:pt x="107" y="578"/>
                  </a:cubicBezTo>
                  <a:cubicBezTo>
                    <a:pt x="107" y="591"/>
                    <a:pt x="120" y="591"/>
                    <a:pt x="134" y="591"/>
                  </a:cubicBezTo>
                  <a:cubicBezTo>
                    <a:pt x="147" y="578"/>
                    <a:pt x="160" y="564"/>
                    <a:pt x="147" y="552"/>
                  </a:cubicBezTo>
                  <a:cubicBezTo>
                    <a:pt x="120" y="484"/>
                    <a:pt x="80" y="285"/>
                    <a:pt x="160" y="218"/>
                  </a:cubicBezTo>
                  <a:cubicBezTo>
                    <a:pt x="243" y="146"/>
                    <a:pt x="433" y="53"/>
                    <a:pt x="539" y="53"/>
                  </a:cubicBezTo>
                  <a:cubicBezTo>
                    <a:pt x="552" y="53"/>
                    <a:pt x="563" y="55"/>
                    <a:pt x="573" y="58"/>
                  </a:cubicBezTo>
                  <a:cubicBezTo>
                    <a:pt x="600" y="58"/>
                    <a:pt x="614" y="72"/>
                    <a:pt x="614" y="84"/>
                  </a:cubicBezTo>
                  <a:cubicBezTo>
                    <a:pt x="667" y="178"/>
                    <a:pt x="774" y="671"/>
                    <a:pt x="747" y="765"/>
                  </a:cubicBezTo>
                  <a:lnTo>
                    <a:pt x="720" y="858"/>
                  </a:lnTo>
                  <a:cubicBezTo>
                    <a:pt x="707" y="872"/>
                    <a:pt x="720" y="884"/>
                    <a:pt x="733" y="884"/>
                  </a:cubicBezTo>
                  <a:lnTo>
                    <a:pt x="747" y="884"/>
                  </a:lnTo>
                  <a:cubicBezTo>
                    <a:pt x="747" y="884"/>
                    <a:pt x="760" y="884"/>
                    <a:pt x="760" y="872"/>
                  </a:cubicBezTo>
                  <a:lnTo>
                    <a:pt x="801" y="778"/>
                  </a:lnTo>
                  <a:cubicBezTo>
                    <a:pt x="840" y="671"/>
                    <a:pt x="707" y="164"/>
                    <a:pt x="653" y="58"/>
                  </a:cubicBezTo>
                  <a:cubicBezTo>
                    <a:pt x="653" y="31"/>
                    <a:pt x="627" y="18"/>
                    <a:pt x="587" y="4"/>
                  </a:cubicBezTo>
                  <a:cubicBezTo>
                    <a:pt x="575" y="2"/>
                    <a:pt x="563" y="1"/>
                    <a:pt x="5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1176;p114">
              <a:extLst>
                <a:ext uri="{FF2B5EF4-FFF2-40B4-BE49-F238E27FC236}">
                  <a16:creationId xmlns:a16="http://schemas.microsoft.com/office/drawing/2014/main" id="{5F992B50-F113-4F02-39EF-1CA31CA2B0BD}"/>
                </a:ext>
              </a:extLst>
            </p:cNvPr>
            <p:cNvSpPr/>
            <p:nvPr/>
          </p:nvSpPr>
          <p:spPr>
            <a:xfrm>
              <a:off x="4674750" y="3964175"/>
              <a:ext cx="220725" cy="108725"/>
            </a:xfrm>
            <a:custGeom>
              <a:avLst/>
              <a:gdLst/>
              <a:ahLst/>
              <a:cxnLst/>
              <a:rect l="l" t="t" r="r" b="b"/>
              <a:pathLst>
                <a:path w="8829" h="4349" extrusionOk="0">
                  <a:moveTo>
                    <a:pt x="0" y="1"/>
                  </a:moveTo>
                  <a:lnTo>
                    <a:pt x="0" y="4348"/>
                  </a:lnTo>
                  <a:lnTo>
                    <a:pt x="8829" y="4348"/>
                  </a:lnTo>
                  <a:lnTo>
                    <a:pt x="88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1177;p114">
              <a:extLst>
                <a:ext uri="{FF2B5EF4-FFF2-40B4-BE49-F238E27FC236}">
                  <a16:creationId xmlns:a16="http://schemas.microsoft.com/office/drawing/2014/main" id="{885DAB2A-39E7-54DA-CED8-F7DC02CA85E5}"/>
                </a:ext>
              </a:extLst>
            </p:cNvPr>
            <p:cNvSpPr/>
            <p:nvPr/>
          </p:nvSpPr>
          <p:spPr>
            <a:xfrm>
              <a:off x="4673400" y="3963175"/>
              <a:ext cx="223425" cy="111050"/>
            </a:xfrm>
            <a:custGeom>
              <a:avLst/>
              <a:gdLst/>
              <a:ahLst/>
              <a:cxnLst/>
              <a:rect l="l" t="t" r="r" b="b"/>
              <a:pathLst>
                <a:path w="8937" h="4442" extrusionOk="0">
                  <a:moveTo>
                    <a:pt x="54" y="0"/>
                  </a:moveTo>
                  <a:cubicBezTo>
                    <a:pt x="28" y="0"/>
                    <a:pt x="1" y="14"/>
                    <a:pt x="1" y="41"/>
                  </a:cubicBezTo>
                  <a:lnTo>
                    <a:pt x="1" y="4388"/>
                  </a:lnTo>
                  <a:cubicBezTo>
                    <a:pt x="1" y="4415"/>
                    <a:pt x="28" y="4442"/>
                    <a:pt x="54" y="4442"/>
                  </a:cubicBezTo>
                  <a:lnTo>
                    <a:pt x="8883" y="4442"/>
                  </a:lnTo>
                  <a:cubicBezTo>
                    <a:pt x="8910" y="4442"/>
                    <a:pt x="8936" y="4415"/>
                    <a:pt x="8936" y="4388"/>
                  </a:cubicBezTo>
                  <a:cubicBezTo>
                    <a:pt x="8936" y="4362"/>
                    <a:pt x="8910" y="4335"/>
                    <a:pt x="8883" y="4335"/>
                  </a:cubicBezTo>
                  <a:lnTo>
                    <a:pt x="108" y="4335"/>
                  </a:lnTo>
                  <a:lnTo>
                    <a:pt x="108" y="94"/>
                  </a:lnTo>
                  <a:lnTo>
                    <a:pt x="8883" y="94"/>
                  </a:lnTo>
                  <a:cubicBezTo>
                    <a:pt x="8910" y="94"/>
                    <a:pt x="8936" y="80"/>
                    <a:pt x="8936" y="41"/>
                  </a:cubicBezTo>
                  <a:cubicBezTo>
                    <a:pt x="8936" y="14"/>
                    <a:pt x="8910" y="0"/>
                    <a:pt x="88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1178;p114">
              <a:extLst>
                <a:ext uri="{FF2B5EF4-FFF2-40B4-BE49-F238E27FC236}">
                  <a16:creationId xmlns:a16="http://schemas.microsoft.com/office/drawing/2014/main" id="{A78E630F-03B6-ECBD-AF7C-9AD002083BD3}"/>
                </a:ext>
              </a:extLst>
            </p:cNvPr>
            <p:cNvSpPr/>
            <p:nvPr/>
          </p:nvSpPr>
          <p:spPr>
            <a:xfrm>
              <a:off x="4686075" y="4055525"/>
              <a:ext cx="9725" cy="10025"/>
            </a:xfrm>
            <a:custGeom>
              <a:avLst/>
              <a:gdLst/>
              <a:ahLst/>
              <a:cxnLst/>
              <a:rect l="l" t="t" r="r" b="b"/>
              <a:pathLst>
                <a:path w="389" h="401" extrusionOk="0">
                  <a:moveTo>
                    <a:pt x="187" y="1"/>
                  </a:moveTo>
                  <a:cubicBezTo>
                    <a:pt x="81" y="1"/>
                    <a:pt x="1" y="94"/>
                    <a:pt x="1" y="200"/>
                  </a:cubicBezTo>
                  <a:cubicBezTo>
                    <a:pt x="1" y="307"/>
                    <a:pt x="81" y="401"/>
                    <a:pt x="187" y="401"/>
                  </a:cubicBezTo>
                  <a:cubicBezTo>
                    <a:pt x="308" y="401"/>
                    <a:pt x="388" y="307"/>
                    <a:pt x="388" y="200"/>
                  </a:cubicBezTo>
                  <a:cubicBezTo>
                    <a:pt x="388" y="94"/>
                    <a:pt x="308" y="1"/>
                    <a:pt x="1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1179;p114">
              <a:extLst>
                <a:ext uri="{FF2B5EF4-FFF2-40B4-BE49-F238E27FC236}">
                  <a16:creationId xmlns:a16="http://schemas.microsoft.com/office/drawing/2014/main" id="{00878D51-B8F4-4BF6-5796-9F3F19F9C615}"/>
                </a:ext>
              </a:extLst>
            </p:cNvPr>
            <p:cNvSpPr/>
            <p:nvPr/>
          </p:nvSpPr>
          <p:spPr>
            <a:xfrm>
              <a:off x="4684750" y="4054200"/>
              <a:ext cx="12375" cy="12700"/>
            </a:xfrm>
            <a:custGeom>
              <a:avLst/>
              <a:gdLst/>
              <a:ahLst/>
              <a:cxnLst/>
              <a:rect l="l" t="t" r="r" b="b"/>
              <a:pathLst>
                <a:path w="495" h="508" extrusionOk="0">
                  <a:moveTo>
                    <a:pt x="240" y="107"/>
                  </a:moveTo>
                  <a:cubicBezTo>
                    <a:pt x="320" y="107"/>
                    <a:pt x="388" y="173"/>
                    <a:pt x="388" y="253"/>
                  </a:cubicBezTo>
                  <a:cubicBezTo>
                    <a:pt x="388" y="333"/>
                    <a:pt x="320" y="401"/>
                    <a:pt x="240" y="401"/>
                  </a:cubicBezTo>
                  <a:cubicBezTo>
                    <a:pt x="160" y="401"/>
                    <a:pt x="94" y="333"/>
                    <a:pt x="94" y="253"/>
                  </a:cubicBezTo>
                  <a:cubicBezTo>
                    <a:pt x="94" y="173"/>
                    <a:pt x="160" y="107"/>
                    <a:pt x="240" y="107"/>
                  </a:cubicBezTo>
                  <a:close/>
                  <a:moveTo>
                    <a:pt x="240" y="0"/>
                  </a:moveTo>
                  <a:cubicBezTo>
                    <a:pt x="107" y="0"/>
                    <a:pt x="0" y="120"/>
                    <a:pt x="0" y="253"/>
                  </a:cubicBezTo>
                  <a:cubicBezTo>
                    <a:pt x="0" y="401"/>
                    <a:pt x="107" y="507"/>
                    <a:pt x="240" y="507"/>
                  </a:cubicBezTo>
                  <a:cubicBezTo>
                    <a:pt x="388" y="507"/>
                    <a:pt x="494" y="401"/>
                    <a:pt x="494" y="253"/>
                  </a:cubicBezTo>
                  <a:cubicBezTo>
                    <a:pt x="494" y="120"/>
                    <a:pt x="388" y="0"/>
                    <a:pt x="2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1180;p114">
              <a:extLst>
                <a:ext uri="{FF2B5EF4-FFF2-40B4-BE49-F238E27FC236}">
                  <a16:creationId xmlns:a16="http://schemas.microsoft.com/office/drawing/2014/main" id="{234710A8-30A5-D9C3-313D-6F2EBB0763B9}"/>
                </a:ext>
              </a:extLst>
            </p:cNvPr>
            <p:cNvSpPr/>
            <p:nvPr/>
          </p:nvSpPr>
          <p:spPr>
            <a:xfrm>
              <a:off x="4243975" y="3669450"/>
              <a:ext cx="113750" cy="214075"/>
            </a:xfrm>
            <a:custGeom>
              <a:avLst/>
              <a:gdLst/>
              <a:ahLst/>
              <a:cxnLst/>
              <a:rect l="l" t="t" r="r" b="b"/>
              <a:pathLst>
                <a:path w="4550" h="8563" extrusionOk="0">
                  <a:moveTo>
                    <a:pt x="922" y="1"/>
                  </a:moveTo>
                  <a:cubicBezTo>
                    <a:pt x="922" y="1"/>
                    <a:pt x="1041" y="3081"/>
                    <a:pt x="788" y="3747"/>
                  </a:cubicBezTo>
                  <a:cubicBezTo>
                    <a:pt x="534" y="4414"/>
                    <a:pt x="1" y="5148"/>
                    <a:pt x="15" y="5481"/>
                  </a:cubicBezTo>
                  <a:cubicBezTo>
                    <a:pt x="41" y="5815"/>
                    <a:pt x="362" y="8562"/>
                    <a:pt x="362" y="8562"/>
                  </a:cubicBezTo>
                  <a:lnTo>
                    <a:pt x="3842" y="7668"/>
                  </a:lnTo>
                  <a:cubicBezTo>
                    <a:pt x="4002" y="7602"/>
                    <a:pt x="4122" y="7482"/>
                    <a:pt x="4176" y="7322"/>
                  </a:cubicBezTo>
                  <a:cubicBezTo>
                    <a:pt x="4229" y="7215"/>
                    <a:pt x="4215" y="7055"/>
                    <a:pt x="4322" y="6868"/>
                  </a:cubicBezTo>
                  <a:cubicBezTo>
                    <a:pt x="4549" y="6455"/>
                    <a:pt x="4349" y="5442"/>
                    <a:pt x="4429" y="4695"/>
                  </a:cubicBezTo>
                  <a:cubicBezTo>
                    <a:pt x="4509" y="3948"/>
                    <a:pt x="3682" y="2947"/>
                    <a:pt x="3682" y="2947"/>
                  </a:cubicBezTo>
                  <a:lnTo>
                    <a:pt x="38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1181;p114">
              <a:extLst>
                <a:ext uri="{FF2B5EF4-FFF2-40B4-BE49-F238E27FC236}">
                  <a16:creationId xmlns:a16="http://schemas.microsoft.com/office/drawing/2014/main" id="{5E1BCABA-5C84-47E6-B4B6-5653ACBB1581}"/>
                </a:ext>
              </a:extLst>
            </p:cNvPr>
            <p:cNvSpPr/>
            <p:nvPr/>
          </p:nvSpPr>
          <p:spPr>
            <a:xfrm>
              <a:off x="4242650" y="3668125"/>
              <a:ext cx="115075" cy="216725"/>
            </a:xfrm>
            <a:custGeom>
              <a:avLst/>
              <a:gdLst/>
              <a:ahLst/>
              <a:cxnLst/>
              <a:rect l="l" t="t" r="r" b="b"/>
              <a:pathLst>
                <a:path w="4603" h="8669" extrusionOk="0">
                  <a:moveTo>
                    <a:pt x="3841" y="107"/>
                  </a:moveTo>
                  <a:lnTo>
                    <a:pt x="3681" y="3000"/>
                  </a:lnTo>
                  <a:cubicBezTo>
                    <a:pt x="3681" y="3014"/>
                    <a:pt x="3681" y="3027"/>
                    <a:pt x="3695" y="3041"/>
                  </a:cubicBezTo>
                  <a:cubicBezTo>
                    <a:pt x="3708" y="3041"/>
                    <a:pt x="4508" y="4028"/>
                    <a:pt x="4428" y="4734"/>
                  </a:cubicBezTo>
                  <a:cubicBezTo>
                    <a:pt x="4389" y="5041"/>
                    <a:pt x="4402" y="5388"/>
                    <a:pt x="4415" y="5721"/>
                  </a:cubicBezTo>
                  <a:cubicBezTo>
                    <a:pt x="4442" y="6201"/>
                    <a:pt x="4455" y="6668"/>
                    <a:pt x="4335" y="6894"/>
                  </a:cubicBezTo>
                  <a:cubicBezTo>
                    <a:pt x="4255" y="7015"/>
                    <a:pt x="4242" y="7135"/>
                    <a:pt x="4215" y="7215"/>
                  </a:cubicBezTo>
                  <a:cubicBezTo>
                    <a:pt x="4215" y="7268"/>
                    <a:pt x="4202" y="7321"/>
                    <a:pt x="4188" y="7362"/>
                  </a:cubicBezTo>
                  <a:cubicBezTo>
                    <a:pt x="4135" y="7495"/>
                    <a:pt x="4028" y="7602"/>
                    <a:pt x="3882" y="7668"/>
                  </a:cubicBezTo>
                  <a:lnTo>
                    <a:pt x="454" y="8548"/>
                  </a:lnTo>
                  <a:cubicBezTo>
                    <a:pt x="415" y="8148"/>
                    <a:pt x="148" y="5841"/>
                    <a:pt x="121" y="5534"/>
                  </a:cubicBezTo>
                  <a:cubicBezTo>
                    <a:pt x="107" y="5361"/>
                    <a:pt x="294" y="5015"/>
                    <a:pt x="495" y="4654"/>
                  </a:cubicBezTo>
                  <a:cubicBezTo>
                    <a:pt x="641" y="4374"/>
                    <a:pt x="788" y="4094"/>
                    <a:pt x="895" y="3814"/>
                  </a:cubicBezTo>
                  <a:cubicBezTo>
                    <a:pt x="1135" y="3187"/>
                    <a:pt x="1041" y="534"/>
                    <a:pt x="1028" y="107"/>
                  </a:cubicBezTo>
                  <a:close/>
                  <a:moveTo>
                    <a:pt x="975" y="0"/>
                  </a:moveTo>
                  <a:cubicBezTo>
                    <a:pt x="961" y="0"/>
                    <a:pt x="948" y="13"/>
                    <a:pt x="934" y="27"/>
                  </a:cubicBezTo>
                  <a:cubicBezTo>
                    <a:pt x="921" y="27"/>
                    <a:pt x="921" y="40"/>
                    <a:pt x="921" y="54"/>
                  </a:cubicBezTo>
                  <a:cubicBezTo>
                    <a:pt x="921" y="93"/>
                    <a:pt x="1041" y="3134"/>
                    <a:pt x="788" y="3774"/>
                  </a:cubicBezTo>
                  <a:cubicBezTo>
                    <a:pt x="694" y="4054"/>
                    <a:pt x="534" y="4334"/>
                    <a:pt x="401" y="4601"/>
                  </a:cubicBezTo>
                  <a:cubicBezTo>
                    <a:pt x="187" y="4988"/>
                    <a:pt x="1" y="5335"/>
                    <a:pt x="27" y="5548"/>
                  </a:cubicBezTo>
                  <a:cubicBezTo>
                    <a:pt x="41" y="5868"/>
                    <a:pt x="347" y="8589"/>
                    <a:pt x="361" y="8615"/>
                  </a:cubicBezTo>
                  <a:cubicBezTo>
                    <a:pt x="361" y="8628"/>
                    <a:pt x="361" y="8642"/>
                    <a:pt x="374" y="8655"/>
                  </a:cubicBezTo>
                  <a:cubicBezTo>
                    <a:pt x="388" y="8655"/>
                    <a:pt x="401" y="8669"/>
                    <a:pt x="415" y="8669"/>
                  </a:cubicBezTo>
                  <a:lnTo>
                    <a:pt x="427" y="8669"/>
                  </a:lnTo>
                  <a:lnTo>
                    <a:pt x="3895" y="7762"/>
                  </a:lnTo>
                  <a:lnTo>
                    <a:pt x="3921" y="7762"/>
                  </a:lnTo>
                  <a:cubicBezTo>
                    <a:pt x="4081" y="7695"/>
                    <a:pt x="4215" y="7561"/>
                    <a:pt x="4282" y="7401"/>
                  </a:cubicBezTo>
                  <a:cubicBezTo>
                    <a:pt x="4309" y="7348"/>
                    <a:pt x="4309" y="7295"/>
                    <a:pt x="4322" y="7241"/>
                  </a:cubicBezTo>
                  <a:cubicBezTo>
                    <a:pt x="4335" y="7148"/>
                    <a:pt x="4362" y="7054"/>
                    <a:pt x="4415" y="6948"/>
                  </a:cubicBezTo>
                  <a:cubicBezTo>
                    <a:pt x="4562" y="6695"/>
                    <a:pt x="4549" y="6215"/>
                    <a:pt x="4522" y="5708"/>
                  </a:cubicBezTo>
                  <a:cubicBezTo>
                    <a:pt x="4508" y="5388"/>
                    <a:pt x="4495" y="5041"/>
                    <a:pt x="4535" y="4748"/>
                  </a:cubicBezTo>
                  <a:cubicBezTo>
                    <a:pt x="4602" y="4041"/>
                    <a:pt x="3895" y="3121"/>
                    <a:pt x="3788" y="2987"/>
                  </a:cubicBezTo>
                  <a:lnTo>
                    <a:pt x="3948" y="66"/>
                  </a:lnTo>
                  <a:cubicBezTo>
                    <a:pt x="3948" y="40"/>
                    <a:pt x="3948" y="27"/>
                    <a:pt x="3935" y="27"/>
                  </a:cubicBezTo>
                  <a:cubicBezTo>
                    <a:pt x="3921" y="13"/>
                    <a:pt x="3909" y="0"/>
                    <a:pt x="38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1182;p114">
              <a:extLst>
                <a:ext uri="{FF2B5EF4-FFF2-40B4-BE49-F238E27FC236}">
                  <a16:creationId xmlns:a16="http://schemas.microsoft.com/office/drawing/2014/main" id="{CDFB154A-ADEB-1E90-2D07-8FB2B307497A}"/>
                </a:ext>
              </a:extLst>
            </p:cNvPr>
            <p:cNvSpPr/>
            <p:nvPr/>
          </p:nvSpPr>
          <p:spPr>
            <a:xfrm>
              <a:off x="4040950" y="3794325"/>
              <a:ext cx="163050" cy="154675"/>
            </a:xfrm>
            <a:custGeom>
              <a:avLst/>
              <a:gdLst/>
              <a:ahLst/>
              <a:cxnLst/>
              <a:rect l="l" t="t" r="r" b="b"/>
              <a:pathLst>
                <a:path w="6522" h="6187" extrusionOk="0">
                  <a:moveTo>
                    <a:pt x="3245" y="605"/>
                  </a:moveTo>
                  <a:cubicBezTo>
                    <a:pt x="4494" y="605"/>
                    <a:pt x="5572" y="1537"/>
                    <a:pt x="5721" y="2807"/>
                  </a:cubicBezTo>
                  <a:cubicBezTo>
                    <a:pt x="5869" y="4181"/>
                    <a:pt x="4882" y="5408"/>
                    <a:pt x="3521" y="5554"/>
                  </a:cubicBezTo>
                  <a:cubicBezTo>
                    <a:pt x="3430" y="5564"/>
                    <a:pt x="3339" y="5569"/>
                    <a:pt x="3250" y="5569"/>
                  </a:cubicBezTo>
                  <a:cubicBezTo>
                    <a:pt x="2001" y="5569"/>
                    <a:pt x="924" y="4636"/>
                    <a:pt x="787" y="3367"/>
                  </a:cubicBezTo>
                  <a:cubicBezTo>
                    <a:pt x="627" y="1994"/>
                    <a:pt x="1614" y="767"/>
                    <a:pt x="2974" y="620"/>
                  </a:cubicBezTo>
                  <a:cubicBezTo>
                    <a:pt x="3065" y="610"/>
                    <a:pt x="3155" y="605"/>
                    <a:pt x="3245" y="605"/>
                  </a:cubicBezTo>
                  <a:close/>
                  <a:moveTo>
                    <a:pt x="3265" y="1"/>
                  </a:moveTo>
                  <a:cubicBezTo>
                    <a:pt x="3151" y="1"/>
                    <a:pt x="3036" y="7"/>
                    <a:pt x="2921" y="20"/>
                  </a:cubicBezTo>
                  <a:lnTo>
                    <a:pt x="2908" y="20"/>
                  </a:lnTo>
                  <a:cubicBezTo>
                    <a:pt x="1214" y="207"/>
                    <a:pt x="1" y="1727"/>
                    <a:pt x="187" y="3434"/>
                  </a:cubicBezTo>
                  <a:cubicBezTo>
                    <a:pt x="362" y="5013"/>
                    <a:pt x="1695" y="6186"/>
                    <a:pt x="3258" y="6186"/>
                  </a:cubicBezTo>
                  <a:cubicBezTo>
                    <a:pt x="3372" y="6186"/>
                    <a:pt x="3486" y="6180"/>
                    <a:pt x="3602" y="6167"/>
                  </a:cubicBezTo>
                  <a:cubicBezTo>
                    <a:pt x="5295" y="5981"/>
                    <a:pt x="6522" y="4448"/>
                    <a:pt x="6335" y="2753"/>
                  </a:cubicBezTo>
                  <a:cubicBezTo>
                    <a:pt x="6161" y="1163"/>
                    <a:pt x="4818" y="1"/>
                    <a:pt x="32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1183;p114">
              <a:extLst>
                <a:ext uri="{FF2B5EF4-FFF2-40B4-BE49-F238E27FC236}">
                  <a16:creationId xmlns:a16="http://schemas.microsoft.com/office/drawing/2014/main" id="{D2DCAAE7-34A8-5169-0D3C-F900D5BC375C}"/>
                </a:ext>
              </a:extLst>
            </p:cNvPr>
            <p:cNvSpPr/>
            <p:nvPr/>
          </p:nvSpPr>
          <p:spPr>
            <a:xfrm>
              <a:off x="4039625" y="3792975"/>
              <a:ext cx="163400" cy="157225"/>
            </a:xfrm>
            <a:custGeom>
              <a:avLst/>
              <a:gdLst/>
              <a:ahLst/>
              <a:cxnLst/>
              <a:rect l="l" t="t" r="r" b="b"/>
              <a:pathLst>
                <a:path w="6536" h="6289" extrusionOk="0">
                  <a:moveTo>
                    <a:pt x="3308" y="714"/>
                  </a:moveTo>
                  <a:cubicBezTo>
                    <a:pt x="4521" y="714"/>
                    <a:pt x="5575" y="1634"/>
                    <a:pt x="5721" y="2875"/>
                  </a:cubicBezTo>
                  <a:cubicBezTo>
                    <a:pt x="5788" y="3515"/>
                    <a:pt x="5602" y="4155"/>
                    <a:pt x="5202" y="4662"/>
                  </a:cubicBezTo>
                  <a:cubicBezTo>
                    <a:pt x="4801" y="5168"/>
                    <a:pt x="4215" y="5488"/>
                    <a:pt x="3574" y="5555"/>
                  </a:cubicBezTo>
                  <a:cubicBezTo>
                    <a:pt x="3484" y="5565"/>
                    <a:pt x="3394" y="5569"/>
                    <a:pt x="3305" y="5569"/>
                  </a:cubicBezTo>
                  <a:cubicBezTo>
                    <a:pt x="2082" y="5569"/>
                    <a:pt x="1030" y="4651"/>
                    <a:pt x="881" y="3408"/>
                  </a:cubicBezTo>
                  <a:cubicBezTo>
                    <a:pt x="733" y="2074"/>
                    <a:pt x="1707" y="874"/>
                    <a:pt x="3027" y="727"/>
                  </a:cubicBezTo>
                  <a:cubicBezTo>
                    <a:pt x="3121" y="714"/>
                    <a:pt x="3214" y="714"/>
                    <a:pt x="3308" y="714"/>
                  </a:cubicBezTo>
                  <a:close/>
                  <a:moveTo>
                    <a:pt x="3316" y="604"/>
                  </a:moveTo>
                  <a:cubicBezTo>
                    <a:pt x="3220" y="604"/>
                    <a:pt x="3124" y="609"/>
                    <a:pt x="3027" y="620"/>
                  </a:cubicBezTo>
                  <a:cubicBezTo>
                    <a:pt x="1627" y="780"/>
                    <a:pt x="627" y="2034"/>
                    <a:pt x="787" y="3421"/>
                  </a:cubicBezTo>
                  <a:cubicBezTo>
                    <a:pt x="934" y="4715"/>
                    <a:pt x="2027" y="5675"/>
                    <a:pt x="3308" y="5675"/>
                  </a:cubicBezTo>
                  <a:cubicBezTo>
                    <a:pt x="3401" y="5675"/>
                    <a:pt x="3494" y="5675"/>
                    <a:pt x="3587" y="5661"/>
                  </a:cubicBezTo>
                  <a:cubicBezTo>
                    <a:pt x="4254" y="5581"/>
                    <a:pt x="4855" y="5248"/>
                    <a:pt x="5282" y="4728"/>
                  </a:cubicBezTo>
                  <a:cubicBezTo>
                    <a:pt x="5708" y="4194"/>
                    <a:pt x="5895" y="3527"/>
                    <a:pt x="5828" y="2861"/>
                  </a:cubicBezTo>
                  <a:cubicBezTo>
                    <a:pt x="5679" y="1571"/>
                    <a:pt x="4584" y="604"/>
                    <a:pt x="3316" y="604"/>
                  </a:cubicBezTo>
                  <a:close/>
                  <a:moveTo>
                    <a:pt x="3321" y="101"/>
                  </a:moveTo>
                  <a:cubicBezTo>
                    <a:pt x="4001" y="101"/>
                    <a:pt x="4668" y="327"/>
                    <a:pt x="5214" y="767"/>
                  </a:cubicBezTo>
                  <a:cubicBezTo>
                    <a:pt x="5854" y="1274"/>
                    <a:pt x="6242" y="2007"/>
                    <a:pt x="6335" y="2807"/>
                  </a:cubicBezTo>
                  <a:cubicBezTo>
                    <a:pt x="6428" y="3621"/>
                    <a:pt x="6188" y="4408"/>
                    <a:pt x="5682" y="5048"/>
                  </a:cubicBezTo>
                  <a:cubicBezTo>
                    <a:pt x="5175" y="5675"/>
                    <a:pt x="4455" y="6075"/>
                    <a:pt x="3641" y="6168"/>
                  </a:cubicBezTo>
                  <a:cubicBezTo>
                    <a:pt x="3527" y="6181"/>
                    <a:pt x="3412" y="6188"/>
                    <a:pt x="3299" y="6188"/>
                  </a:cubicBezTo>
                  <a:cubicBezTo>
                    <a:pt x="2616" y="6188"/>
                    <a:pt x="1951" y="5950"/>
                    <a:pt x="1414" y="5515"/>
                  </a:cubicBezTo>
                  <a:cubicBezTo>
                    <a:pt x="774" y="5008"/>
                    <a:pt x="374" y="4288"/>
                    <a:pt x="294" y="3474"/>
                  </a:cubicBezTo>
                  <a:cubicBezTo>
                    <a:pt x="107" y="1808"/>
                    <a:pt x="1307" y="300"/>
                    <a:pt x="2961" y="113"/>
                  </a:cubicBezTo>
                  <a:lnTo>
                    <a:pt x="2974" y="113"/>
                  </a:lnTo>
                  <a:cubicBezTo>
                    <a:pt x="3094" y="113"/>
                    <a:pt x="3201" y="101"/>
                    <a:pt x="3321" y="101"/>
                  </a:cubicBezTo>
                  <a:close/>
                  <a:moveTo>
                    <a:pt x="3326" y="1"/>
                  </a:moveTo>
                  <a:cubicBezTo>
                    <a:pt x="3209" y="1"/>
                    <a:pt x="3091" y="7"/>
                    <a:pt x="2974" y="21"/>
                  </a:cubicBezTo>
                  <a:lnTo>
                    <a:pt x="2961" y="21"/>
                  </a:lnTo>
                  <a:cubicBezTo>
                    <a:pt x="1240" y="207"/>
                    <a:pt x="0" y="1767"/>
                    <a:pt x="187" y="3488"/>
                  </a:cubicBezTo>
                  <a:cubicBezTo>
                    <a:pt x="280" y="4328"/>
                    <a:pt x="694" y="5074"/>
                    <a:pt x="1347" y="5595"/>
                  </a:cubicBezTo>
                  <a:cubicBezTo>
                    <a:pt x="1907" y="6049"/>
                    <a:pt x="2588" y="6289"/>
                    <a:pt x="3308" y="6289"/>
                  </a:cubicBezTo>
                  <a:cubicBezTo>
                    <a:pt x="3427" y="6289"/>
                    <a:pt x="3534" y="6289"/>
                    <a:pt x="3655" y="6275"/>
                  </a:cubicBezTo>
                  <a:cubicBezTo>
                    <a:pt x="4494" y="6182"/>
                    <a:pt x="5241" y="5768"/>
                    <a:pt x="5762" y="5115"/>
                  </a:cubicBezTo>
                  <a:cubicBezTo>
                    <a:pt x="6295" y="4461"/>
                    <a:pt x="6535" y="3634"/>
                    <a:pt x="6441" y="2795"/>
                  </a:cubicBezTo>
                  <a:cubicBezTo>
                    <a:pt x="6348" y="1968"/>
                    <a:pt x="5934" y="1221"/>
                    <a:pt x="5282" y="687"/>
                  </a:cubicBezTo>
                  <a:cubicBezTo>
                    <a:pt x="4721" y="241"/>
                    <a:pt x="4032" y="1"/>
                    <a:pt x="33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1184;p114">
              <a:extLst>
                <a:ext uri="{FF2B5EF4-FFF2-40B4-BE49-F238E27FC236}">
                  <a16:creationId xmlns:a16="http://schemas.microsoft.com/office/drawing/2014/main" id="{9DCD0BF8-D72A-7914-DA6D-D99A3156833E}"/>
                </a:ext>
              </a:extLst>
            </p:cNvPr>
            <p:cNvSpPr/>
            <p:nvPr/>
          </p:nvSpPr>
          <p:spPr>
            <a:xfrm>
              <a:off x="4036300" y="3794650"/>
              <a:ext cx="163025" cy="154700"/>
            </a:xfrm>
            <a:custGeom>
              <a:avLst/>
              <a:gdLst/>
              <a:ahLst/>
              <a:cxnLst/>
              <a:rect l="l" t="t" r="r" b="b"/>
              <a:pathLst>
                <a:path w="6521" h="6188" extrusionOk="0">
                  <a:moveTo>
                    <a:pt x="3277" y="616"/>
                  </a:moveTo>
                  <a:cubicBezTo>
                    <a:pt x="4518" y="616"/>
                    <a:pt x="5586" y="1557"/>
                    <a:pt x="5735" y="2820"/>
                  </a:cubicBezTo>
                  <a:cubicBezTo>
                    <a:pt x="5881" y="4181"/>
                    <a:pt x="4908" y="5408"/>
                    <a:pt x="3534" y="5568"/>
                  </a:cubicBezTo>
                  <a:cubicBezTo>
                    <a:pt x="3443" y="5577"/>
                    <a:pt x="3354" y="5582"/>
                    <a:pt x="3265" y="5582"/>
                  </a:cubicBezTo>
                  <a:cubicBezTo>
                    <a:pt x="2015" y="5582"/>
                    <a:pt x="937" y="4638"/>
                    <a:pt x="800" y="3368"/>
                  </a:cubicBezTo>
                  <a:cubicBezTo>
                    <a:pt x="640" y="2007"/>
                    <a:pt x="1627" y="780"/>
                    <a:pt x="2987" y="633"/>
                  </a:cubicBezTo>
                  <a:cubicBezTo>
                    <a:pt x="3085" y="622"/>
                    <a:pt x="3181" y="616"/>
                    <a:pt x="3277" y="616"/>
                  </a:cubicBezTo>
                  <a:close/>
                  <a:moveTo>
                    <a:pt x="3266" y="1"/>
                  </a:moveTo>
                  <a:cubicBezTo>
                    <a:pt x="3152" y="1"/>
                    <a:pt x="3036" y="7"/>
                    <a:pt x="2920" y="20"/>
                  </a:cubicBezTo>
                  <a:cubicBezTo>
                    <a:pt x="1227" y="206"/>
                    <a:pt x="0" y="1727"/>
                    <a:pt x="187" y="3434"/>
                  </a:cubicBezTo>
                  <a:cubicBezTo>
                    <a:pt x="361" y="5014"/>
                    <a:pt x="1706" y="6187"/>
                    <a:pt x="3260" y="6187"/>
                  </a:cubicBezTo>
                  <a:cubicBezTo>
                    <a:pt x="3373" y="6187"/>
                    <a:pt x="3486" y="6181"/>
                    <a:pt x="3601" y="6168"/>
                  </a:cubicBezTo>
                  <a:cubicBezTo>
                    <a:pt x="5308" y="5982"/>
                    <a:pt x="6521" y="4447"/>
                    <a:pt x="6334" y="2754"/>
                  </a:cubicBezTo>
                  <a:cubicBezTo>
                    <a:pt x="6160" y="1163"/>
                    <a:pt x="4828" y="1"/>
                    <a:pt x="32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1185;p114">
              <a:extLst>
                <a:ext uri="{FF2B5EF4-FFF2-40B4-BE49-F238E27FC236}">
                  <a16:creationId xmlns:a16="http://schemas.microsoft.com/office/drawing/2014/main" id="{F426AB69-01B8-E5FB-7EEA-E8C2A4217D2E}"/>
                </a:ext>
              </a:extLst>
            </p:cNvPr>
            <p:cNvSpPr/>
            <p:nvPr/>
          </p:nvSpPr>
          <p:spPr>
            <a:xfrm>
              <a:off x="4037275" y="3793325"/>
              <a:ext cx="161075" cy="157200"/>
            </a:xfrm>
            <a:custGeom>
              <a:avLst/>
              <a:gdLst/>
              <a:ahLst/>
              <a:cxnLst/>
              <a:rect l="l" t="t" r="r" b="b"/>
              <a:pathLst>
                <a:path w="6443" h="6288" extrusionOk="0">
                  <a:moveTo>
                    <a:pt x="3228" y="713"/>
                  </a:moveTo>
                  <a:cubicBezTo>
                    <a:pt x="4442" y="713"/>
                    <a:pt x="5509" y="1634"/>
                    <a:pt x="5642" y="2873"/>
                  </a:cubicBezTo>
                  <a:cubicBezTo>
                    <a:pt x="5708" y="3527"/>
                    <a:pt x="5536" y="4154"/>
                    <a:pt x="5122" y="4660"/>
                  </a:cubicBezTo>
                  <a:cubicBezTo>
                    <a:pt x="4722" y="5167"/>
                    <a:pt x="4135" y="5487"/>
                    <a:pt x="3495" y="5567"/>
                  </a:cubicBezTo>
                  <a:cubicBezTo>
                    <a:pt x="3404" y="5577"/>
                    <a:pt x="3314" y="5582"/>
                    <a:pt x="3225" y="5582"/>
                  </a:cubicBezTo>
                  <a:cubicBezTo>
                    <a:pt x="2003" y="5582"/>
                    <a:pt x="951" y="4664"/>
                    <a:pt x="815" y="3421"/>
                  </a:cubicBezTo>
                  <a:cubicBezTo>
                    <a:pt x="667" y="2087"/>
                    <a:pt x="1628" y="887"/>
                    <a:pt x="2961" y="727"/>
                  </a:cubicBezTo>
                  <a:cubicBezTo>
                    <a:pt x="3041" y="727"/>
                    <a:pt x="3135" y="713"/>
                    <a:pt x="3228" y="713"/>
                  </a:cubicBezTo>
                  <a:close/>
                  <a:moveTo>
                    <a:pt x="3250" y="615"/>
                  </a:moveTo>
                  <a:cubicBezTo>
                    <a:pt x="3150" y="615"/>
                    <a:pt x="3049" y="621"/>
                    <a:pt x="2948" y="633"/>
                  </a:cubicBezTo>
                  <a:cubicBezTo>
                    <a:pt x="1561" y="780"/>
                    <a:pt x="548" y="2034"/>
                    <a:pt x="708" y="3433"/>
                  </a:cubicBezTo>
                  <a:cubicBezTo>
                    <a:pt x="854" y="4728"/>
                    <a:pt x="1948" y="5688"/>
                    <a:pt x="3228" y="5688"/>
                  </a:cubicBezTo>
                  <a:cubicBezTo>
                    <a:pt x="3322" y="5688"/>
                    <a:pt x="3415" y="5674"/>
                    <a:pt x="3508" y="5661"/>
                  </a:cubicBezTo>
                  <a:cubicBezTo>
                    <a:pt x="4895" y="5514"/>
                    <a:pt x="5895" y="4260"/>
                    <a:pt x="5749" y="2873"/>
                  </a:cubicBezTo>
                  <a:cubicBezTo>
                    <a:pt x="5669" y="2194"/>
                    <a:pt x="5335" y="1593"/>
                    <a:pt x="4815" y="1166"/>
                  </a:cubicBezTo>
                  <a:cubicBezTo>
                    <a:pt x="4363" y="804"/>
                    <a:pt x="3814" y="615"/>
                    <a:pt x="3250" y="615"/>
                  </a:cubicBezTo>
                  <a:close/>
                  <a:moveTo>
                    <a:pt x="3237" y="107"/>
                  </a:moveTo>
                  <a:cubicBezTo>
                    <a:pt x="4761" y="107"/>
                    <a:pt x="6068" y="1254"/>
                    <a:pt x="6242" y="2807"/>
                  </a:cubicBezTo>
                  <a:cubicBezTo>
                    <a:pt x="6336" y="3620"/>
                    <a:pt x="6108" y="4408"/>
                    <a:pt x="5602" y="5048"/>
                  </a:cubicBezTo>
                  <a:cubicBezTo>
                    <a:pt x="5095" y="5674"/>
                    <a:pt x="4362" y="6074"/>
                    <a:pt x="3562" y="6168"/>
                  </a:cubicBezTo>
                  <a:cubicBezTo>
                    <a:pt x="3447" y="6181"/>
                    <a:pt x="3332" y="6187"/>
                    <a:pt x="3218" y="6187"/>
                  </a:cubicBezTo>
                  <a:cubicBezTo>
                    <a:pt x="2528" y="6187"/>
                    <a:pt x="1871" y="5949"/>
                    <a:pt x="1321" y="5514"/>
                  </a:cubicBezTo>
                  <a:cubicBezTo>
                    <a:pt x="694" y="5007"/>
                    <a:pt x="294" y="4287"/>
                    <a:pt x="201" y="3487"/>
                  </a:cubicBezTo>
                  <a:lnTo>
                    <a:pt x="148" y="3487"/>
                  </a:lnTo>
                  <a:lnTo>
                    <a:pt x="201" y="3474"/>
                  </a:lnTo>
                  <a:cubicBezTo>
                    <a:pt x="107" y="2674"/>
                    <a:pt x="347" y="1874"/>
                    <a:pt x="854" y="1246"/>
                  </a:cubicBezTo>
                  <a:cubicBezTo>
                    <a:pt x="1361" y="606"/>
                    <a:pt x="2081" y="206"/>
                    <a:pt x="2895" y="126"/>
                  </a:cubicBezTo>
                  <a:cubicBezTo>
                    <a:pt x="3010" y="113"/>
                    <a:pt x="3124" y="107"/>
                    <a:pt x="3237" y="107"/>
                  </a:cubicBezTo>
                  <a:close/>
                  <a:moveTo>
                    <a:pt x="3224" y="1"/>
                  </a:moveTo>
                  <a:cubicBezTo>
                    <a:pt x="3111" y="1"/>
                    <a:pt x="2996" y="7"/>
                    <a:pt x="2881" y="19"/>
                  </a:cubicBezTo>
                  <a:cubicBezTo>
                    <a:pt x="2041" y="113"/>
                    <a:pt x="1295" y="526"/>
                    <a:pt x="774" y="1180"/>
                  </a:cubicBezTo>
                  <a:cubicBezTo>
                    <a:pt x="241" y="1833"/>
                    <a:pt x="0" y="2660"/>
                    <a:pt x="94" y="3487"/>
                  </a:cubicBezTo>
                  <a:cubicBezTo>
                    <a:pt x="187" y="4328"/>
                    <a:pt x="601" y="5074"/>
                    <a:pt x="1254" y="5608"/>
                  </a:cubicBezTo>
                  <a:cubicBezTo>
                    <a:pt x="1828" y="6047"/>
                    <a:pt x="2508" y="6287"/>
                    <a:pt x="3215" y="6287"/>
                  </a:cubicBezTo>
                  <a:cubicBezTo>
                    <a:pt x="3335" y="6287"/>
                    <a:pt x="3455" y="6287"/>
                    <a:pt x="3575" y="6275"/>
                  </a:cubicBezTo>
                  <a:cubicBezTo>
                    <a:pt x="4401" y="6181"/>
                    <a:pt x="5148" y="5768"/>
                    <a:pt x="5682" y="5114"/>
                  </a:cubicBezTo>
                  <a:cubicBezTo>
                    <a:pt x="6202" y="4461"/>
                    <a:pt x="6442" y="3634"/>
                    <a:pt x="6349" y="2793"/>
                  </a:cubicBezTo>
                  <a:cubicBezTo>
                    <a:pt x="6174" y="1189"/>
                    <a:pt x="4805" y="1"/>
                    <a:pt x="32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1186;p114">
              <a:extLst>
                <a:ext uri="{FF2B5EF4-FFF2-40B4-BE49-F238E27FC236}">
                  <a16:creationId xmlns:a16="http://schemas.microsoft.com/office/drawing/2014/main" id="{1AAE0508-B34A-2C60-F76B-B7A03FEB9255}"/>
                </a:ext>
              </a:extLst>
            </p:cNvPr>
            <p:cNvSpPr/>
            <p:nvPr/>
          </p:nvSpPr>
          <p:spPr>
            <a:xfrm>
              <a:off x="4195650" y="3846725"/>
              <a:ext cx="70050" cy="24550"/>
            </a:xfrm>
            <a:custGeom>
              <a:avLst/>
              <a:gdLst/>
              <a:ahLst/>
              <a:cxnLst/>
              <a:rect l="l" t="t" r="r" b="b"/>
              <a:pathLst>
                <a:path w="2802" h="982" extrusionOk="0">
                  <a:moveTo>
                    <a:pt x="2476" y="1"/>
                  </a:moveTo>
                  <a:cubicBezTo>
                    <a:pt x="2460" y="1"/>
                    <a:pt x="2444" y="2"/>
                    <a:pt x="2428" y="4"/>
                  </a:cubicBezTo>
                  <a:lnTo>
                    <a:pt x="294" y="231"/>
                  </a:lnTo>
                  <a:cubicBezTo>
                    <a:pt x="120" y="257"/>
                    <a:pt x="1" y="404"/>
                    <a:pt x="27" y="564"/>
                  </a:cubicBezTo>
                  <a:lnTo>
                    <a:pt x="40" y="711"/>
                  </a:lnTo>
                  <a:cubicBezTo>
                    <a:pt x="53" y="868"/>
                    <a:pt x="174" y="981"/>
                    <a:pt x="326" y="981"/>
                  </a:cubicBezTo>
                  <a:cubicBezTo>
                    <a:pt x="342" y="981"/>
                    <a:pt x="358" y="980"/>
                    <a:pt x="374" y="977"/>
                  </a:cubicBezTo>
                  <a:lnTo>
                    <a:pt x="2521" y="737"/>
                  </a:lnTo>
                  <a:cubicBezTo>
                    <a:pt x="2681" y="725"/>
                    <a:pt x="2801" y="577"/>
                    <a:pt x="2787" y="417"/>
                  </a:cubicBezTo>
                  <a:lnTo>
                    <a:pt x="2761" y="271"/>
                  </a:lnTo>
                  <a:cubicBezTo>
                    <a:pt x="2749" y="114"/>
                    <a:pt x="2627" y="1"/>
                    <a:pt x="2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1187;p114">
              <a:extLst>
                <a:ext uri="{FF2B5EF4-FFF2-40B4-BE49-F238E27FC236}">
                  <a16:creationId xmlns:a16="http://schemas.microsoft.com/office/drawing/2014/main" id="{F4F30267-6ADE-E611-8445-C87DA27DE60A}"/>
                </a:ext>
              </a:extLst>
            </p:cNvPr>
            <p:cNvSpPr/>
            <p:nvPr/>
          </p:nvSpPr>
          <p:spPr>
            <a:xfrm>
              <a:off x="4194650" y="3845400"/>
              <a:ext cx="72375" cy="27100"/>
            </a:xfrm>
            <a:custGeom>
              <a:avLst/>
              <a:gdLst/>
              <a:ahLst/>
              <a:cxnLst/>
              <a:rect l="l" t="t" r="r" b="b"/>
              <a:pathLst>
                <a:path w="2895" h="1084" extrusionOk="0">
                  <a:moveTo>
                    <a:pt x="2507" y="97"/>
                  </a:moveTo>
                  <a:cubicBezTo>
                    <a:pt x="2561" y="97"/>
                    <a:pt x="2614" y="124"/>
                    <a:pt x="2667" y="164"/>
                  </a:cubicBezTo>
                  <a:cubicBezTo>
                    <a:pt x="2708" y="204"/>
                    <a:pt x="2747" y="257"/>
                    <a:pt x="2747" y="324"/>
                  </a:cubicBezTo>
                  <a:lnTo>
                    <a:pt x="2774" y="470"/>
                  </a:lnTo>
                  <a:cubicBezTo>
                    <a:pt x="2788" y="604"/>
                    <a:pt x="2681" y="724"/>
                    <a:pt x="2548" y="751"/>
                  </a:cubicBezTo>
                  <a:lnTo>
                    <a:pt x="400" y="977"/>
                  </a:lnTo>
                  <a:cubicBezTo>
                    <a:pt x="392" y="978"/>
                    <a:pt x="383" y="978"/>
                    <a:pt x="374" y="978"/>
                  </a:cubicBezTo>
                  <a:cubicBezTo>
                    <a:pt x="252" y="978"/>
                    <a:pt x="147" y="888"/>
                    <a:pt x="134" y="764"/>
                  </a:cubicBezTo>
                  <a:lnTo>
                    <a:pt x="121" y="617"/>
                  </a:lnTo>
                  <a:cubicBezTo>
                    <a:pt x="107" y="550"/>
                    <a:pt x="121" y="484"/>
                    <a:pt x="174" y="431"/>
                  </a:cubicBezTo>
                  <a:cubicBezTo>
                    <a:pt x="214" y="377"/>
                    <a:pt x="267" y="351"/>
                    <a:pt x="334" y="337"/>
                  </a:cubicBezTo>
                  <a:lnTo>
                    <a:pt x="2481" y="111"/>
                  </a:lnTo>
                  <a:cubicBezTo>
                    <a:pt x="2495" y="97"/>
                    <a:pt x="2495" y="97"/>
                    <a:pt x="2507" y="97"/>
                  </a:cubicBezTo>
                  <a:close/>
                  <a:moveTo>
                    <a:pt x="2517" y="0"/>
                  </a:moveTo>
                  <a:cubicBezTo>
                    <a:pt x="2501" y="0"/>
                    <a:pt x="2484" y="2"/>
                    <a:pt x="2468" y="4"/>
                  </a:cubicBezTo>
                  <a:lnTo>
                    <a:pt x="320" y="244"/>
                  </a:lnTo>
                  <a:cubicBezTo>
                    <a:pt x="227" y="244"/>
                    <a:pt x="147" y="297"/>
                    <a:pt x="80" y="364"/>
                  </a:cubicBezTo>
                  <a:cubicBezTo>
                    <a:pt x="27" y="444"/>
                    <a:pt x="0" y="537"/>
                    <a:pt x="14" y="630"/>
                  </a:cubicBezTo>
                  <a:lnTo>
                    <a:pt x="27" y="778"/>
                  </a:lnTo>
                  <a:cubicBezTo>
                    <a:pt x="54" y="950"/>
                    <a:pt x="201" y="1084"/>
                    <a:pt x="374" y="1084"/>
                  </a:cubicBezTo>
                  <a:lnTo>
                    <a:pt x="414" y="1084"/>
                  </a:lnTo>
                  <a:lnTo>
                    <a:pt x="2561" y="844"/>
                  </a:lnTo>
                  <a:cubicBezTo>
                    <a:pt x="2761" y="831"/>
                    <a:pt x="2895" y="657"/>
                    <a:pt x="2868" y="457"/>
                  </a:cubicBezTo>
                  <a:lnTo>
                    <a:pt x="2854" y="310"/>
                  </a:lnTo>
                  <a:cubicBezTo>
                    <a:pt x="2841" y="217"/>
                    <a:pt x="2801" y="137"/>
                    <a:pt x="2721" y="70"/>
                  </a:cubicBezTo>
                  <a:cubicBezTo>
                    <a:pt x="2666" y="26"/>
                    <a:pt x="2593" y="0"/>
                    <a:pt x="25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1188;p114">
              <a:extLst>
                <a:ext uri="{FF2B5EF4-FFF2-40B4-BE49-F238E27FC236}">
                  <a16:creationId xmlns:a16="http://schemas.microsoft.com/office/drawing/2014/main" id="{CEA33035-F6C1-B045-C62D-6EA2E202919E}"/>
                </a:ext>
              </a:extLst>
            </p:cNvPr>
            <p:cNvSpPr/>
            <p:nvPr/>
          </p:nvSpPr>
          <p:spPr>
            <a:xfrm>
              <a:off x="4239325" y="3828300"/>
              <a:ext cx="137375" cy="45275"/>
            </a:xfrm>
            <a:custGeom>
              <a:avLst/>
              <a:gdLst/>
              <a:ahLst/>
              <a:cxnLst/>
              <a:rect l="l" t="t" r="r" b="b"/>
              <a:pathLst>
                <a:path w="5495" h="1811" extrusionOk="0">
                  <a:moveTo>
                    <a:pt x="4813" y="1"/>
                  </a:moveTo>
                  <a:cubicBezTo>
                    <a:pt x="4783" y="1"/>
                    <a:pt x="4752" y="3"/>
                    <a:pt x="4721" y="7"/>
                  </a:cubicBezTo>
                  <a:lnTo>
                    <a:pt x="480" y="475"/>
                  </a:lnTo>
                  <a:cubicBezTo>
                    <a:pt x="201" y="501"/>
                    <a:pt x="0" y="754"/>
                    <a:pt x="27" y="1035"/>
                  </a:cubicBezTo>
                  <a:lnTo>
                    <a:pt x="67" y="1355"/>
                  </a:lnTo>
                  <a:cubicBezTo>
                    <a:pt x="93" y="1618"/>
                    <a:pt x="330" y="1811"/>
                    <a:pt x="590" y="1811"/>
                  </a:cubicBezTo>
                  <a:cubicBezTo>
                    <a:pt x="607" y="1811"/>
                    <a:pt x="624" y="1810"/>
                    <a:pt x="640" y="1808"/>
                  </a:cubicBezTo>
                  <a:lnTo>
                    <a:pt x="4881" y="1341"/>
                  </a:lnTo>
                  <a:cubicBezTo>
                    <a:pt x="5242" y="1288"/>
                    <a:pt x="5495" y="968"/>
                    <a:pt x="5455" y="608"/>
                  </a:cubicBezTo>
                  <a:lnTo>
                    <a:pt x="5455" y="581"/>
                  </a:lnTo>
                  <a:cubicBezTo>
                    <a:pt x="5418" y="252"/>
                    <a:pt x="5137" y="1"/>
                    <a:pt x="48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1189;p114">
              <a:extLst>
                <a:ext uri="{FF2B5EF4-FFF2-40B4-BE49-F238E27FC236}">
                  <a16:creationId xmlns:a16="http://schemas.microsoft.com/office/drawing/2014/main" id="{103365E4-F23A-007A-30AC-78B861ED9258}"/>
                </a:ext>
              </a:extLst>
            </p:cNvPr>
            <p:cNvSpPr/>
            <p:nvPr/>
          </p:nvSpPr>
          <p:spPr>
            <a:xfrm>
              <a:off x="4237975" y="3826975"/>
              <a:ext cx="140075" cy="47875"/>
            </a:xfrm>
            <a:custGeom>
              <a:avLst/>
              <a:gdLst/>
              <a:ahLst/>
              <a:cxnLst/>
              <a:rect l="l" t="t" r="r" b="b"/>
              <a:pathLst>
                <a:path w="5603" h="1915" extrusionOk="0">
                  <a:moveTo>
                    <a:pt x="4861" y="109"/>
                  </a:moveTo>
                  <a:cubicBezTo>
                    <a:pt x="5163" y="109"/>
                    <a:pt x="5418" y="337"/>
                    <a:pt x="5456" y="634"/>
                  </a:cubicBezTo>
                  <a:lnTo>
                    <a:pt x="5456" y="661"/>
                  </a:lnTo>
                  <a:cubicBezTo>
                    <a:pt x="5495" y="994"/>
                    <a:pt x="5255" y="1301"/>
                    <a:pt x="4922" y="1341"/>
                  </a:cubicBezTo>
                  <a:lnTo>
                    <a:pt x="682" y="1808"/>
                  </a:lnTo>
                  <a:cubicBezTo>
                    <a:pt x="665" y="1810"/>
                    <a:pt x="649" y="1810"/>
                    <a:pt x="633" y="1810"/>
                  </a:cubicBezTo>
                  <a:cubicBezTo>
                    <a:pt x="400" y="1810"/>
                    <a:pt x="200" y="1632"/>
                    <a:pt x="175" y="1394"/>
                  </a:cubicBezTo>
                  <a:lnTo>
                    <a:pt x="134" y="1088"/>
                  </a:lnTo>
                  <a:cubicBezTo>
                    <a:pt x="108" y="834"/>
                    <a:pt x="294" y="608"/>
                    <a:pt x="548" y="581"/>
                  </a:cubicBezTo>
                  <a:lnTo>
                    <a:pt x="4789" y="114"/>
                  </a:lnTo>
                  <a:cubicBezTo>
                    <a:pt x="4813" y="111"/>
                    <a:pt x="4837" y="109"/>
                    <a:pt x="4861" y="109"/>
                  </a:cubicBezTo>
                  <a:close/>
                  <a:moveTo>
                    <a:pt x="4870" y="0"/>
                  </a:moveTo>
                  <a:cubicBezTo>
                    <a:pt x="4839" y="0"/>
                    <a:pt x="4807" y="3"/>
                    <a:pt x="4775" y="7"/>
                  </a:cubicBezTo>
                  <a:lnTo>
                    <a:pt x="534" y="474"/>
                  </a:lnTo>
                  <a:cubicBezTo>
                    <a:pt x="228" y="501"/>
                    <a:pt x="1" y="794"/>
                    <a:pt x="28" y="1101"/>
                  </a:cubicBezTo>
                  <a:lnTo>
                    <a:pt x="68" y="1408"/>
                  </a:lnTo>
                  <a:cubicBezTo>
                    <a:pt x="108" y="1701"/>
                    <a:pt x="348" y="1915"/>
                    <a:pt x="628" y="1915"/>
                  </a:cubicBezTo>
                  <a:lnTo>
                    <a:pt x="694" y="1915"/>
                  </a:lnTo>
                  <a:lnTo>
                    <a:pt x="4935" y="1435"/>
                  </a:lnTo>
                  <a:cubicBezTo>
                    <a:pt x="5323" y="1394"/>
                    <a:pt x="5602" y="1047"/>
                    <a:pt x="5563" y="661"/>
                  </a:cubicBezTo>
                  <a:lnTo>
                    <a:pt x="5563" y="634"/>
                  </a:lnTo>
                  <a:cubicBezTo>
                    <a:pt x="5525" y="267"/>
                    <a:pt x="5219" y="0"/>
                    <a:pt x="4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190;p114">
              <a:extLst>
                <a:ext uri="{FF2B5EF4-FFF2-40B4-BE49-F238E27FC236}">
                  <a16:creationId xmlns:a16="http://schemas.microsoft.com/office/drawing/2014/main" id="{A9916E18-93A3-C737-FD22-7971D4634E4F}"/>
                </a:ext>
              </a:extLst>
            </p:cNvPr>
            <p:cNvSpPr/>
            <p:nvPr/>
          </p:nvSpPr>
          <p:spPr>
            <a:xfrm>
              <a:off x="4329350" y="3826475"/>
              <a:ext cx="23025" cy="47000"/>
            </a:xfrm>
            <a:custGeom>
              <a:avLst/>
              <a:gdLst/>
              <a:ahLst/>
              <a:cxnLst/>
              <a:rect l="l" t="t" r="r" b="b"/>
              <a:pathLst>
                <a:path w="921" h="1880" extrusionOk="0">
                  <a:moveTo>
                    <a:pt x="392" y="1"/>
                  </a:moveTo>
                  <a:cubicBezTo>
                    <a:pt x="241" y="1"/>
                    <a:pt x="94" y="34"/>
                    <a:pt x="67" y="148"/>
                  </a:cubicBezTo>
                  <a:cubicBezTo>
                    <a:pt x="14" y="414"/>
                    <a:pt x="0" y="694"/>
                    <a:pt x="0" y="974"/>
                  </a:cubicBezTo>
                  <a:cubicBezTo>
                    <a:pt x="0" y="974"/>
                    <a:pt x="27" y="1707"/>
                    <a:pt x="147" y="1814"/>
                  </a:cubicBezTo>
                  <a:cubicBezTo>
                    <a:pt x="200" y="1856"/>
                    <a:pt x="302" y="1880"/>
                    <a:pt x="409" y="1880"/>
                  </a:cubicBezTo>
                  <a:cubicBezTo>
                    <a:pt x="574" y="1880"/>
                    <a:pt x="750" y="1824"/>
                    <a:pt x="774" y="1695"/>
                  </a:cubicBezTo>
                  <a:cubicBezTo>
                    <a:pt x="921" y="1188"/>
                    <a:pt x="841" y="94"/>
                    <a:pt x="747" y="54"/>
                  </a:cubicBezTo>
                  <a:cubicBezTo>
                    <a:pt x="700" y="34"/>
                    <a:pt x="544" y="1"/>
                    <a:pt x="3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191;p114">
              <a:extLst>
                <a:ext uri="{FF2B5EF4-FFF2-40B4-BE49-F238E27FC236}">
                  <a16:creationId xmlns:a16="http://schemas.microsoft.com/office/drawing/2014/main" id="{15C3801E-09A8-860F-79C7-1DE11C736571}"/>
                </a:ext>
              </a:extLst>
            </p:cNvPr>
            <p:cNvSpPr/>
            <p:nvPr/>
          </p:nvSpPr>
          <p:spPr>
            <a:xfrm>
              <a:off x="4328000" y="3825175"/>
              <a:ext cx="25050" cy="49675"/>
            </a:xfrm>
            <a:custGeom>
              <a:avLst/>
              <a:gdLst/>
              <a:ahLst/>
              <a:cxnLst/>
              <a:rect l="l" t="t" r="r" b="b"/>
              <a:pathLst>
                <a:path w="1002" h="1987" extrusionOk="0">
                  <a:moveTo>
                    <a:pt x="461" y="104"/>
                  </a:moveTo>
                  <a:cubicBezTo>
                    <a:pt x="593" y="104"/>
                    <a:pt x="726" y="130"/>
                    <a:pt x="774" y="146"/>
                  </a:cubicBezTo>
                  <a:cubicBezTo>
                    <a:pt x="841" y="253"/>
                    <a:pt x="921" y="1240"/>
                    <a:pt x="788" y="1747"/>
                  </a:cubicBezTo>
                  <a:cubicBezTo>
                    <a:pt x="761" y="1800"/>
                    <a:pt x="694" y="1839"/>
                    <a:pt x="641" y="1853"/>
                  </a:cubicBezTo>
                  <a:cubicBezTo>
                    <a:pt x="585" y="1874"/>
                    <a:pt x="523" y="1882"/>
                    <a:pt x="464" y="1882"/>
                  </a:cubicBezTo>
                  <a:cubicBezTo>
                    <a:pt x="369" y="1882"/>
                    <a:pt x="282" y="1860"/>
                    <a:pt x="241" y="1827"/>
                  </a:cubicBezTo>
                  <a:cubicBezTo>
                    <a:pt x="175" y="1773"/>
                    <a:pt x="121" y="1373"/>
                    <a:pt x="107" y="1026"/>
                  </a:cubicBezTo>
                  <a:cubicBezTo>
                    <a:pt x="107" y="746"/>
                    <a:pt x="121" y="479"/>
                    <a:pt x="161" y="212"/>
                  </a:cubicBezTo>
                  <a:cubicBezTo>
                    <a:pt x="175" y="186"/>
                    <a:pt x="201" y="159"/>
                    <a:pt x="228" y="146"/>
                  </a:cubicBezTo>
                  <a:cubicBezTo>
                    <a:pt x="291" y="115"/>
                    <a:pt x="376" y="104"/>
                    <a:pt x="461" y="104"/>
                  </a:cubicBezTo>
                  <a:close/>
                  <a:moveTo>
                    <a:pt x="473" y="1"/>
                  </a:moveTo>
                  <a:cubicBezTo>
                    <a:pt x="369" y="1"/>
                    <a:pt x="264" y="14"/>
                    <a:pt x="187" y="52"/>
                  </a:cubicBezTo>
                  <a:cubicBezTo>
                    <a:pt x="121" y="79"/>
                    <a:pt x="81" y="132"/>
                    <a:pt x="68" y="186"/>
                  </a:cubicBezTo>
                  <a:cubicBezTo>
                    <a:pt x="27" y="466"/>
                    <a:pt x="1" y="746"/>
                    <a:pt x="1" y="1026"/>
                  </a:cubicBezTo>
                  <a:cubicBezTo>
                    <a:pt x="1" y="1146"/>
                    <a:pt x="41" y="1800"/>
                    <a:pt x="175" y="1907"/>
                  </a:cubicBezTo>
                  <a:cubicBezTo>
                    <a:pt x="228" y="1960"/>
                    <a:pt x="347" y="1987"/>
                    <a:pt x="454" y="1987"/>
                  </a:cubicBezTo>
                  <a:cubicBezTo>
                    <a:pt x="534" y="1987"/>
                    <a:pt x="614" y="1973"/>
                    <a:pt x="681" y="1946"/>
                  </a:cubicBezTo>
                  <a:cubicBezTo>
                    <a:pt x="788" y="1907"/>
                    <a:pt x="868" y="1853"/>
                    <a:pt x="881" y="1759"/>
                  </a:cubicBezTo>
                  <a:cubicBezTo>
                    <a:pt x="1001" y="1333"/>
                    <a:pt x="975" y="132"/>
                    <a:pt x="815" y="52"/>
                  </a:cubicBezTo>
                  <a:cubicBezTo>
                    <a:pt x="767" y="29"/>
                    <a:pt x="622" y="1"/>
                    <a:pt x="4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192;p114">
              <a:extLst>
                <a:ext uri="{FF2B5EF4-FFF2-40B4-BE49-F238E27FC236}">
                  <a16:creationId xmlns:a16="http://schemas.microsoft.com/office/drawing/2014/main" id="{617C330E-0421-7821-6D2A-1BC6DBBA443E}"/>
                </a:ext>
              </a:extLst>
            </p:cNvPr>
            <p:cNvSpPr/>
            <p:nvPr/>
          </p:nvSpPr>
          <p:spPr>
            <a:xfrm>
              <a:off x="4302675" y="3828625"/>
              <a:ext cx="30025" cy="55100"/>
            </a:xfrm>
            <a:custGeom>
              <a:avLst/>
              <a:gdLst/>
              <a:ahLst/>
              <a:cxnLst/>
              <a:rect l="l" t="t" r="r" b="b"/>
              <a:pathLst>
                <a:path w="1201" h="2204" extrusionOk="0">
                  <a:moveTo>
                    <a:pt x="542" y="0"/>
                  </a:moveTo>
                  <a:cubicBezTo>
                    <a:pt x="380" y="0"/>
                    <a:pt x="230" y="38"/>
                    <a:pt x="187" y="154"/>
                  </a:cubicBezTo>
                  <a:cubicBezTo>
                    <a:pt x="94" y="408"/>
                    <a:pt x="27" y="1102"/>
                    <a:pt x="27" y="1102"/>
                  </a:cubicBezTo>
                  <a:cubicBezTo>
                    <a:pt x="27" y="1102"/>
                    <a:pt x="0" y="1955"/>
                    <a:pt x="147" y="2101"/>
                  </a:cubicBezTo>
                  <a:cubicBezTo>
                    <a:pt x="223" y="2164"/>
                    <a:pt x="394" y="2204"/>
                    <a:pt x="561" y="2204"/>
                  </a:cubicBezTo>
                  <a:cubicBezTo>
                    <a:pt x="749" y="2204"/>
                    <a:pt x="932" y="2155"/>
                    <a:pt x="974" y="2035"/>
                  </a:cubicBezTo>
                  <a:cubicBezTo>
                    <a:pt x="1200" y="1449"/>
                    <a:pt x="1108" y="142"/>
                    <a:pt x="1001" y="88"/>
                  </a:cubicBezTo>
                  <a:cubicBezTo>
                    <a:pt x="936" y="52"/>
                    <a:pt x="731" y="0"/>
                    <a:pt x="5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193;p114">
              <a:extLst>
                <a:ext uri="{FF2B5EF4-FFF2-40B4-BE49-F238E27FC236}">
                  <a16:creationId xmlns:a16="http://schemas.microsoft.com/office/drawing/2014/main" id="{02130D76-5865-BA6C-C7B5-D32DDF9E85C8}"/>
                </a:ext>
              </a:extLst>
            </p:cNvPr>
            <p:cNvSpPr/>
            <p:nvPr/>
          </p:nvSpPr>
          <p:spPr>
            <a:xfrm>
              <a:off x="4301325" y="3827200"/>
              <a:ext cx="32375" cy="57650"/>
            </a:xfrm>
            <a:custGeom>
              <a:avLst/>
              <a:gdLst/>
              <a:ahLst/>
              <a:cxnLst/>
              <a:rect l="l" t="t" r="r" b="b"/>
              <a:pathLst>
                <a:path w="1295" h="2306" extrusionOk="0">
                  <a:moveTo>
                    <a:pt x="580" y="106"/>
                  </a:moveTo>
                  <a:cubicBezTo>
                    <a:pt x="764" y="106"/>
                    <a:pt x="970" y="156"/>
                    <a:pt x="1028" y="185"/>
                  </a:cubicBezTo>
                  <a:cubicBezTo>
                    <a:pt x="1108" y="279"/>
                    <a:pt x="1201" y="1492"/>
                    <a:pt x="988" y="2066"/>
                  </a:cubicBezTo>
                  <a:cubicBezTo>
                    <a:pt x="961" y="2132"/>
                    <a:pt x="868" y="2172"/>
                    <a:pt x="801" y="2185"/>
                  </a:cubicBezTo>
                  <a:cubicBezTo>
                    <a:pt x="744" y="2200"/>
                    <a:pt x="680" y="2207"/>
                    <a:pt x="616" y="2207"/>
                  </a:cubicBezTo>
                  <a:cubicBezTo>
                    <a:pt x="457" y="2207"/>
                    <a:pt x="298" y="2166"/>
                    <a:pt x="241" y="2119"/>
                  </a:cubicBezTo>
                  <a:cubicBezTo>
                    <a:pt x="148" y="2039"/>
                    <a:pt x="121" y="1506"/>
                    <a:pt x="134" y="1159"/>
                  </a:cubicBezTo>
                  <a:cubicBezTo>
                    <a:pt x="134" y="1118"/>
                    <a:pt x="201" y="465"/>
                    <a:pt x="294" y="225"/>
                  </a:cubicBezTo>
                  <a:cubicBezTo>
                    <a:pt x="308" y="185"/>
                    <a:pt x="335" y="158"/>
                    <a:pt x="388" y="131"/>
                  </a:cubicBezTo>
                  <a:cubicBezTo>
                    <a:pt x="443" y="113"/>
                    <a:pt x="510" y="106"/>
                    <a:pt x="580" y="106"/>
                  </a:cubicBezTo>
                  <a:close/>
                  <a:moveTo>
                    <a:pt x="588" y="1"/>
                  </a:moveTo>
                  <a:cubicBezTo>
                    <a:pt x="506" y="1"/>
                    <a:pt x="427" y="11"/>
                    <a:pt x="361" y="39"/>
                  </a:cubicBezTo>
                  <a:cubicBezTo>
                    <a:pt x="281" y="65"/>
                    <a:pt x="228" y="119"/>
                    <a:pt x="201" y="185"/>
                  </a:cubicBezTo>
                  <a:cubicBezTo>
                    <a:pt x="95" y="451"/>
                    <a:pt x="41" y="1118"/>
                    <a:pt x="27" y="1145"/>
                  </a:cubicBezTo>
                  <a:lnTo>
                    <a:pt x="27" y="1159"/>
                  </a:lnTo>
                  <a:cubicBezTo>
                    <a:pt x="27" y="1305"/>
                    <a:pt x="1" y="2052"/>
                    <a:pt x="175" y="2199"/>
                  </a:cubicBezTo>
                  <a:cubicBezTo>
                    <a:pt x="255" y="2265"/>
                    <a:pt x="441" y="2306"/>
                    <a:pt x="614" y="2306"/>
                  </a:cubicBezTo>
                  <a:cubicBezTo>
                    <a:pt x="694" y="2306"/>
                    <a:pt x="761" y="2306"/>
                    <a:pt x="828" y="2279"/>
                  </a:cubicBezTo>
                  <a:cubicBezTo>
                    <a:pt x="961" y="2252"/>
                    <a:pt x="1041" y="2185"/>
                    <a:pt x="1082" y="2105"/>
                  </a:cubicBezTo>
                  <a:cubicBezTo>
                    <a:pt x="1295" y="1559"/>
                    <a:pt x="1254" y="185"/>
                    <a:pt x="1082" y="92"/>
                  </a:cubicBezTo>
                  <a:cubicBezTo>
                    <a:pt x="1006" y="63"/>
                    <a:pt x="789" y="1"/>
                    <a:pt x="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194;p114">
              <a:extLst>
                <a:ext uri="{FF2B5EF4-FFF2-40B4-BE49-F238E27FC236}">
                  <a16:creationId xmlns:a16="http://schemas.microsoft.com/office/drawing/2014/main" id="{71225E44-6549-2630-2C4B-55DF886108FF}"/>
                </a:ext>
              </a:extLst>
            </p:cNvPr>
            <p:cNvSpPr/>
            <p:nvPr/>
          </p:nvSpPr>
          <p:spPr>
            <a:xfrm>
              <a:off x="4273325" y="3830200"/>
              <a:ext cx="32025" cy="58450"/>
            </a:xfrm>
            <a:custGeom>
              <a:avLst/>
              <a:gdLst/>
              <a:ahLst/>
              <a:cxnLst/>
              <a:rect l="l" t="t" r="r" b="b"/>
              <a:pathLst>
                <a:path w="1281" h="2338" extrusionOk="0">
                  <a:moveTo>
                    <a:pt x="562" y="0"/>
                  </a:moveTo>
                  <a:cubicBezTo>
                    <a:pt x="393" y="0"/>
                    <a:pt x="245" y="36"/>
                    <a:pt x="201" y="145"/>
                  </a:cubicBezTo>
                  <a:cubicBezTo>
                    <a:pt x="107" y="425"/>
                    <a:pt x="41" y="1158"/>
                    <a:pt x="41" y="1158"/>
                  </a:cubicBezTo>
                  <a:cubicBezTo>
                    <a:pt x="41" y="1158"/>
                    <a:pt x="1" y="2079"/>
                    <a:pt x="161" y="2225"/>
                  </a:cubicBezTo>
                  <a:cubicBezTo>
                    <a:pt x="243" y="2295"/>
                    <a:pt x="424" y="2338"/>
                    <a:pt x="602" y="2338"/>
                  </a:cubicBezTo>
                  <a:cubicBezTo>
                    <a:pt x="799" y="2338"/>
                    <a:pt x="992" y="2285"/>
                    <a:pt x="1041" y="2159"/>
                  </a:cubicBezTo>
                  <a:cubicBezTo>
                    <a:pt x="1281" y="1532"/>
                    <a:pt x="1281" y="171"/>
                    <a:pt x="1161" y="105"/>
                  </a:cubicBezTo>
                  <a:cubicBezTo>
                    <a:pt x="1090" y="74"/>
                    <a:pt x="805" y="0"/>
                    <a:pt x="5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195;p114">
              <a:extLst>
                <a:ext uri="{FF2B5EF4-FFF2-40B4-BE49-F238E27FC236}">
                  <a16:creationId xmlns:a16="http://schemas.microsoft.com/office/drawing/2014/main" id="{B4D7D92A-0CE2-C0E7-F5BF-F6FAB2ABB731}"/>
                </a:ext>
              </a:extLst>
            </p:cNvPr>
            <p:cNvSpPr/>
            <p:nvPr/>
          </p:nvSpPr>
          <p:spPr>
            <a:xfrm>
              <a:off x="4272350" y="3828800"/>
              <a:ext cx="35350" cy="61050"/>
            </a:xfrm>
            <a:custGeom>
              <a:avLst/>
              <a:gdLst/>
              <a:ahLst/>
              <a:cxnLst/>
              <a:rect l="l" t="t" r="r" b="b"/>
              <a:pathLst>
                <a:path w="1414" h="2442" extrusionOk="0">
                  <a:moveTo>
                    <a:pt x="600" y="106"/>
                  </a:moveTo>
                  <a:cubicBezTo>
                    <a:pt x="834" y="106"/>
                    <a:pt x="1114" y="175"/>
                    <a:pt x="1174" y="215"/>
                  </a:cubicBezTo>
                  <a:cubicBezTo>
                    <a:pt x="1254" y="307"/>
                    <a:pt x="1280" y="1575"/>
                    <a:pt x="1040" y="2188"/>
                  </a:cubicBezTo>
                  <a:cubicBezTo>
                    <a:pt x="1014" y="2268"/>
                    <a:pt x="920" y="2295"/>
                    <a:pt x="854" y="2322"/>
                  </a:cubicBezTo>
                  <a:cubicBezTo>
                    <a:pt x="790" y="2337"/>
                    <a:pt x="721" y="2343"/>
                    <a:pt x="654" y="2343"/>
                  </a:cubicBezTo>
                  <a:cubicBezTo>
                    <a:pt x="478" y="2343"/>
                    <a:pt x="307" y="2299"/>
                    <a:pt x="240" y="2242"/>
                  </a:cubicBezTo>
                  <a:cubicBezTo>
                    <a:pt x="133" y="2148"/>
                    <a:pt x="107" y="1575"/>
                    <a:pt x="120" y="1214"/>
                  </a:cubicBezTo>
                  <a:cubicBezTo>
                    <a:pt x="133" y="1188"/>
                    <a:pt x="200" y="481"/>
                    <a:pt x="293" y="227"/>
                  </a:cubicBezTo>
                  <a:cubicBezTo>
                    <a:pt x="306" y="188"/>
                    <a:pt x="333" y="161"/>
                    <a:pt x="386" y="135"/>
                  </a:cubicBezTo>
                  <a:cubicBezTo>
                    <a:pt x="445" y="114"/>
                    <a:pt x="520" y="106"/>
                    <a:pt x="600" y="106"/>
                  </a:cubicBezTo>
                  <a:close/>
                  <a:moveTo>
                    <a:pt x="602" y="0"/>
                  </a:moveTo>
                  <a:cubicBezTo>
                    <a:pt x="508" y="0"/>
                    <a:pt x="419" y="12"/>
                    <a:pt x="347" y="41"/>
                  </a:cubicBezTo>
                  <a:cubicBezTo>
                    <a:pt x="280" y="67"/>
                    <a:pt x="226" y="121"/>
                    <a:pt x="200" y="188"/>
                  </a:cubicBezTo>
                  <a:cubicBezTo>
                    <a:pt x="93" y="467"/>
                    <a:pt x="27" y="1188"/>
                    <a:pt x="27" y="1214"/>
                  </a:cubicBezTo>
                  <a:cubicBezTo>
                    <a:pt x="13" y="1374"/>
                    <a:pt x="0" y="2174"/>
                    <a:pt x="173" y="2322"/>
                  </a:cubicBezTo>
                  <a:cubicBezTo>
                    <a:pt x="253" y="2402"/>
                    <a:pt x="453" y="2441"/>
                    <a:pt x="640" y="2441"/>
                  </a:cubicBezTo>
                  <a:cubicBezTo>
                    <a:pt x="720" y="2441"/>
                    <a:pt x="800" y="2441"/>
                    <a:pt x="866" y="2415"/>
                  </a:cubicBezTo>
                  <a:cubicBezTo>
                    <a:pt x="1014" y="2388"/>
                    <a:pt x="1106" y="2322"/>
                    <a:pt x="1133" y="2228"/>
                  </a:cubicBezTo>
                  <a:cubicBezTo>
                    <a:pt x="1346" y="1668"/>
                    <a:pt x="1414" y="215"/>
                    <a:pt x="1227" y="121"/>
                  </a:cubicBezTo>
                  <a:cubicBezTo>
                    <a:pt x="1139" y="82"/>
                    <a:pt x="854" y="0"/>
                    <a:pt x="6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196;p114">
              <a:extLst>
                <a:ext uri="{FF2B5EF4-FFF2-40B4-BE49-F238E27FC236}">
                  <a16:creationId xmlns:a16="http://schemas.microsoft.com/office/drawing/2014/main" id="{F8BC0DEF-D4C4-1A48-A870-CDCA304CC7FE}"/>
                </a:ext>
              </a:extLst>
            </p:cNvPr>
            <p:cNvSpPr/>
            <p:nvPr/>
          </p:nvSpPr>
          <p:spPr>
            <a:xfrm>
              <a:off x="4245975" y="3843425"/>
              <a:ext cx="32050" cy="58575"/>
            </a:xfrm>
            <a:custGeom>
              <a:avLst/>
              <a:gdLst/>
              <a:ahLst/>
              <a:cxnLst/>
              <a:rect l="l" t="t" r="r" b="b"/>
              <a:pathLst>
                <a:path w="1282" h="2343" extrusionOk="0">
                  <a:moveTo>
                    <a:pt x="575" y="0"/>
                  </a:moveTo>
                  <a:cubicBezTo>
                    <a:pt x="401" y="0"/>
                    <a:pt x="246" y="37"/>
                    <a:pt x="202" y="149"/>
                  </a:cubicBezTo>
                  <a:cubicBezTo>
                    <a:pt x="108" y="430"/>
                    <a:pt x="28" y="1163"/>
                    <a:pt x="28" y="1163"/>
                  </a:cubicBezTo>
                  <a:cubicBezTo>
                    <a:pt x="28" y="1163"/>
                    <a:pt x="1" y="2083"/>
                    <a:pt x="161" y="2230"/>
                  </a:cubicBezTo>
                  <a:cubicBezTo>
                    <a:pt x="243" y="2299"/>
                    <a:pt x="431" y="2342"/>
                    <a:pt x="612" y="2342"/>
                  </a:cubicBezTo>
                  <a:cubicBezTo>
                    <a:pt x="813" y="2342"/>
                    <a:pt x="1006" y="2290"/>
                    <a:pt x="1041" y="2163"/>
                  </a:cubicBezTo>
                  <a:cubicBezTo>
                    <a:pt x="1121" y="1910"/>
                    <a:pt x="1281" y="176"/>
                    <a:pt x="1162" y="110"/>
                  </a:cubicBezTo>
                  <a:cubicBezTo>
                    <a:pt x="1092" y="71"/>
                    <a:pt x="816" y="0"/>
                    <a:pt x="5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197;p114">
              <a:extLst>
                <a:ext uri="{FF2B5EF4-FFF2-40B4-BE49-F238E27FC236}">
                  <a16:creationId xmlns:a16="http://schemas.microsoft.com/office/drawing/2014/main" id="{8D03E2D8-3323-08E0-8431-7BA3DCC8FD6B}"/>
                </a:ext>
              </a:extLst>
            </p:cNvPr>
            <p:cNvSpPr/>
            <p:nvPr/>
          </p:nvSpPr>
          <p:spPr>
            <a:xfrm>
              <a:off x="4244650" y="3842075"/>
              <a:ext cx="35725" cy="61100"/>
            </a:xfrm>
            <a:custGeom>
              <a:avLst/>
              <a:gdLst/>
              <a:ahLst/>
              <a:cxnLst/>
              <a:rect l="l" t="t" r="r" b="b"/>
              <a:pathLst>
                <a:path w="1429" h="2444" extrusionOk="0">
                  <a:moveTo>
                    <a:pt x="614" y="108"/>
                  </a:moveTo>
                  <a:cubicBezTo>
                    <a:pt x="841" y="108"/>
                    <a:pt x="1109" y="174"/>
                    <a:pt x="1188" y="203"/>
                  </a:cubicBezTo>
                  <a:cubicBezTo>
                    <a:pt x="1254" y="363"/>
                    <a:pt x="1135" y="1910"/>
                    <a:pt x="1055" y="2204"/>
                  </a:cubicBezTo>
                  <a:cubicBezTo>
                    <a:pt x="1028" y="2257"/>
                    <a:pt x="948" y="2297"/>
                    <a:pt x="895" y="2310"/>
                  </a:cubicBezTo>
                  <a:cubicBezTo>
                    <a:pt x="827" y="2332"/>
                    <a:pt x="747" y="2341"/>
                    <a:pt x="666" y="2341"/>
                  </a:cubicBezTo>
                  <a:cubicBezTo>
                    <a:pt x="493" y="2341"/>
                    <a:pt x="318" y="2299"/>
                    <a:pt x="255" y="2244"/>
                  </a:cubicBezTo>
                  <a:cubicBezTo>
                    <a:pt x="148" y="2150"/>
                    <a:pt x="121" y="1563"/>
                    <a:pt x="134" y="1217"/>
                  </a:cubicBezTo>
                  <a:cubicBezTo>
                    <a:pt x="148" y="1190"/>
                    <a:pt x="214" y="484"/>
                    <a:pt x="308" y="217"/>
                  </a:cubicBezTo>
                  <a:cubicBezTo>
                    <a:pt x="321" y="190"/>
                    <a:pt x="361" y="164"/>
                    <a:pt x="401" y="137"/>
                  </a:cubicBezTo>
                  <a:cubicBezTo>
                    <a:pt x="460" y="116"/>
                    <a:pt x="534" y="108"/>
                    <a:pt x="614" y="108"/>
                  </a:cubicBezTo>
                  <a:close/>
                  <a:moveTo>
                    <a:pt x="638" y="1"/>
                  </a:moveTo>
                  <a:cubicBezTo>
                    <a:pt x="539" y="1"/>
                    <a:pt x="446" y="13"/>
                    <a:pt x="374" y="43"/>
                  </a:cubicBezTo>
                  <a:cubicBezTo>
                    <a:pt x="294" y="70"/>
                    <a:pt x="241" y="123"/>
                    <a:pt x="214" y="190"/>
                  </a:cubicBezTo>
                  <a:cubicBezTo>
                    <a:pt x="107" y="457"/>
                    <a:pt x="41" y="1177"/>
                    <a:pt x="41" y="1217"/>
                  </a:cubicBezTo>
                  <a:cubicBezTo>
                    <a:pt x="27" y="1377"/>
                    <a:pt x="1" y="2177"/>
                    <a:pt x="187" y="2324"/>
                  </a:cubicBezTo>
                  <a:cubicBezTo>
                    <a:pt x="281" y="2404"/>
                    <a:pt x="468" y="2444"/>
                    <a:pt x="667" y="2444"/>
                  </a:cubicBezTo>
                  <a:cubicBezTo>
                    <a:pt x="761" y="2444"/>
                    <a:pt x="841" y="2444"/>
                    <a:pt x="921" y="2417"/>
                  </a:cubicBezTo>
                  <a:cubicBezTo>
                    <a:pt x="1041" y="2378"/>
                    <a:pt x="1121" y="2310"/>
                    <a:pt x="1148" y="2230"/>
                  </a:cubicBezTo>
                  <a:cubicBezTo>
                    <a:pt x="1201" y="2057"/>
                    <a:pt x="1428" y="217"/>
                    <a:pt x="1241" y="123"/>
                  </a:cubicBezTo>
                  <a:cubicBezTo>
                    <a:pt x="1165" y="76"/>
                    <a:pt x="884" y="1"/>
                    <a:pt x="6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198;p114">
              <a:extLst>
                <a:ext uri="{FF2B5EF4-FFF2-40B4-BE49-F238E27FC236}">
                  <a16:creationId xmlns:a16="http://schemas.microsoft.com/office/drawing/2014/main" id="{C229DA53-05A1-7010-E799-1ECABF429908}"/>
                </a:ext>
              </a:extLst>
            </p:cNvPr>
            <p:cNvSpPr/>
            <p:nvPr/>
          </p:nvSpPr>
          <p:spPr>
            <a:xfrm>
              <a:off x="4238650" y="3779125"/>
              <a:ext cx="87725" cy="94750"/>
            </a:xfrm>
            <a:custGeom>
              <a:avLst/>
              <a:gdLst/>
              <a:ahLst/>
              <a:cxnLst/>
              <a:rect l="l" t="t" r="r" b="b"/>
              <a:pathLst>
                <a:path w="3509" h="3790" extrusionOk="0">
                  <a:moveTo>
                    <a:pt x="3468" y="1"/>
                  </a:moveTo>
                  <a:lnTo>
                    <a:pt x="481" y="441"/>
                  </a:lnTo>
                  <a:cubicBezTo>
                    <a:pt x="347" y="641"/>
                    <a:pt x="254" y="868"/>
                    <a:pt x="241" y="1094"/>
                  </a:cubicBezTo>
                  <a:cubicBezTo>
                    <a:pt x="241" y="1775"/>
                    <a:pt x="54" y="2428"/>
                    <a:pt x="1" y="3108"/>
                  </a:cubicBezTo>
                  <a:cubicBezTo>
                    <a:pt x="65" y="3516"/>
                    <a:pt x="336" y="3790"/>
                    <a:pt x="499" y="3790"/>
                  </a:cubicBezTo>
                  <a:cubicBezTo>
                    <a:pt x="507" y="3790"/>
                    <a:pt x="514" y="3789"/>
                    <a:pt x="521" y="3788"/>
                  </a:cubicBezTo>
                  <a:cubicBezTo>
                    <a:pt x="694" y="3761"/>
                    <a:pt x="1921" y="3375"/>
                    <a:pt x="2241" y="3295"/>
                  </a:cubicBezTo>
                  <a:cubicBezTo>
                    <a:pt x="2548" y="3228"/>
                    <a:pt x="2522" y="3121"/>
                    <a:pt x="2495" y="2895"/>
                  </a:cubicBezTo>
                  <a:cubicBezTo>
                    <a:pt x="2468" y="2602"/>
                    <a:pt x="2241" y="2388"/>
                    <a:pt x="1948" y="2374"/>
                  </a:cubicBezTo>
                  <a:cubicBezTo>
                    <a:pt x="1708" y="2388"/>
                    <a:pt x="1455" y="2428"/>
                    <a:pt x="1215" y="2481"/>
                  </a:cubicBezTo>
                  <a:cubicBezTo>
                    <a:pt x="1308" y="2362"/>
                    <a:pt x="1388" y="2214"/>
                    <a:pt x="1441" y="2068"/>
                  </a:cubicBezTo>
                  <a:lnTo>
                    <a:pt x="1494" y="1894"/>
                  </a:lnTo>
                  <a:cubicBezTo>
                    <a:pt x="1494" y="1894"/>
                    <a:pt x="1499" y="1894"/>
                    <a:pt x="1509" y="1894"/>
                  </a:cubicBezTo>
                  <a:cubicBezTo>
                    <a:pt x="1648" y="1894"/>
                    <a:pt x="2703" y="1871"/>
                    <a:pt x="3188" y="1174"/>
                  </a:cubicBezTo>
                  <a:cubicBezTo>
                    <a:pt x="3402" y="827"/>
                    <a:pt x="3509" y="415"/>
                    <a:pt x="34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199;p114">
              <a:extLst>
                <a:ext uri="{FF2B5EF4-FFF2-40B4-BE49-F238E27FC236}">
                  <a16:creationId xmlns:a16="http://schemas.microsoft.com/office/drawing/2014/main" id="{CF74B6DA-8D0D-4B40-B582-FC8C8928FBE5}"/>
                </a:ext>
              </a:extLst>
            </p:cNvPr>
            <p:cNvSpPr/>
            <p:nvPr/>
          </p:nvSpPr>
          <p:spPr>
            <a:xfrm>
              <a:off x="4237325" y="3777800"/>
              <a:ext cx="90375" cy="97375"/>
            </a:xfrm>
            <a:custGeom>
              <a:avLst/>
              <a:gdLst/>
              <a:ahLst/>
              <a:cxnLst/>
              <a:rect l="l" t="t" r="r" b="b"/>
              <a:pathLst>
                <a:path w="3615" h="3895" extrusionOk="0">
                  <a:moveTo>
                    <a:pt x="3508" y="0"/>
                  </a:moveTo>
                  <a:cubicBezTo>
                    <a:pt x="3481" y="14"/>
                    <a:pt x="3455" y="27"/>
                    <a:pt x="3468" y="67"/>
                  </a:cubicBezTo>
                  <a:cubicBezTo>
                    <a:pt x="3508" y="454"/>
                    <a:pt x="3401" y="868"/>
                    <a:pt x="3188" y="1201"/>
                  </a:cubicBezTo>
                  <a:cubicBezTo>
                    <a:pt x="2726" y="1881"/>
                    <a:pt x="1647" y="1894"/>
                    <a:pt x="1554" y="1894"/>
                  </a:cubicBezTo>
                  <a:cubicBezTo>
                    <a:pt x="1550" y="1894"/>
                    <a:pt x="1548" y="1894"/>
                    <a:pt x="1547" y="1894"/>
                  </a:cubicBezTo>
                  <a:cubicBezTo>
                    <a:pt x="1521" y="1894"/>
                    <a:pt x="1494" y="1908"/>
                    <a:pt x="1494" y="1935"/>
                  </a:cubicBezTo>
                  <a:lnTo>
                    <a:pt x="1441" y="2107"/>
                  </a:lnTo>
                  <a:cubicBezTo>
                    <a:pt x="1387" y="2255"/>
                    <a:pt x="1321" y="2388"/>
                    <a:pt x="1227" y="2507"/>
                  </a:cubicBezTo>
                  <a:cubicBezTo>
                    <a:pt x="1200" y="2521"/>
                    <a:pt x="1200" y="2548"/>
                    <a:pt x="1214" y="2561"/>
                  </a:cubicBezTo>
                  <a:cubicBezTo>
                    <a:pt x="1227" y="2587"/>
                    <a:pt x="1254" y="2587"/>
                    <a:pt x="1280" y="2587"/>
                  </a:cubicBezTo>
                  <a:cubicBezTo>
                    <a:pt x="1521" y="2521"/>
                    <a:pt x="1761" y="2495"/>
                    <a:pt x="2001" y="2481"/>
                  </a:cubicBezTo>
                  <a:cubicBezTo>
                    <a:pt x="2267" y="2495"/>
                    <a:pt x="2468" y="2694"/>
                    <a:pt x="2495" y="2948"/>
                  </a:cubicBezTo>
                  <a:lnTo>
                    <a:pt x="2495" y="2975"/>
                  </a:lnTo>
                  <a:cubicBezTo>
                    <a:pt x="2521" y="3188"/>
                    <a:pt x="2521" y="3241"/>
                    <a:pt x="2281" y="3308"/>
                  </a:cubicBezTo>
                  <a:cubicBezTo>
                    <a:pt x="2148" y="3334"/>
                    <a:pt x="1841" y="3428"/>
                    <a:pt x="1534" y="3521"/>
                  </a:cubicBezTo>
                  <a:cubicBezTo>
                    <a:pt x="1120" y="3642"/>
                    <a:pt x="667" y="3775"/>
                    <a:pt x="560" y="3788"/>
                  </a:cubicBezTo>
                  <a:cubicBezTo>
                    <a:pt x="557" y="3788"/>
                    <a:pt x="553" y="3788"/>
                    <a:pt x="550" y="3788"/>
                  </a:cubicBezTo>
                  <a:cubicBezTo>
                    <a:pt x="426" y="3788"/>
                    <a:pt x="172" y="3562"/>
                    <a:pt x="107" y="3148"/>
                  </a:cubicBezTo>
                  <a:cubicBezTo>
                    <a:pt x="121" y="2881"/>
                    <a:pt x="174" y="2601"/>
                    <a:pt x="214" y="2335"/>
                  </a:cubicBezTo>
                  <a:cubicBezTo>
                    <a:pt x="281" y="1947"/>
                    <a:pt x="347" y="1547"/>
                    <a:pt x="347" y="1161"/>
                  </a:cubicBezTo>
                  <a:cubicBezTo>
                    <a:pt x="361" y="934"/>
                    <a:pt x="441" y="708"/>
                    <a:pt x="574" y="521"/>
                  </a:cubicBezTo>
                  <a:cubicBezTo>
                    <a:pt x="587" y="507"/>
                    <a:pt x="587" y="468"/>
                    <a:pt x="560" y="454"/>
                  </a:cubicBezTo>
                  <a:cubicBezTo>
                    <a:pt x="549" y="448"/>
                    <a:pt x="539" y="445"/>
                    <a:pt x="529" y="445"/>
                  </a:cubicBezTo>
                  <a:cubicBezTo>
                    <a:pt x="514" y="445"/>
                    <a:pt x="502" y="452"/>
                    <a:pt x="494" y="468"/>
                  </a:cubicBezTo>
                  <a:cubicBezTo>
                    <a:pt x="347" y="667"/>
                    <a:pt x="267" y="907"/>
                    <a:pt x="240" y="1147"/>
                  </a:cubicBezTo>
                  <a:cubicBezTo>
                    <a:pt x="240" y="1547"/>
                    <a:pt x="174" y="1935"/>
                    <a:pt x="107" y="2321"/>
                  </a:cubicBezTo>
                  <a:cubicBezTo>
                    <a:pt x="67" y="2587"/>
                    <a:pt x="14" y="2868"/>
                    <a:pt x="0" y="3148"/>
                  </a:cubicBezTo>
                  <a:lnTo>
                    <a:pt x="0" y="3161"/>
                  </a:lnTo>
                  <a:cubicBezTo>
                    <a:pt x="67" y="3588"/>
                    <a:pt x="347" y="3894"/>
                    <a:pt x="548" y="3894"/>
                  </a:cubicBezTo>
                  <a:lnTo>
                    <a:pt x="574" y="3894"/>
                  </a:lnTo>
                  <a:cubicBezTo>
                    <a:pt x="681" y="3882"/>
                    <a:pt x="1134" y="3748"/>
                    <a:pt x="1561" y="3615"/>
                  </a:cubicBezTo>
                  <a:cubicBezTo>
                    <a:pt x="1881" y="3521"/>
                    <a:pt x="2175" y="3441"/>
                    <a:pt x="2294" y="3402"/>
                  </a:cubicBezTo>
                  <a:cubicBezTo>
                    <a:pt x="2628" y="3321"/>
                    <a:pt x="2628" y="3201"/>
                    <a:pt x="2601" y="2961"/>
                  </a:cubicBezTo>
                  <a:lnTo>
                    <a:pt x="2601" y="2934"/>
                  </a:lnTo>
                  <a:cubicBezTo>
                    <a:pt x="2575" y="2628"/>
                    <a:pt x="2321" y="2388"/>
                    <a:pt x="2001" y="2374"/>
                  </a:cubicBezTo>
                  <a:cubicBezTo>
                    <a:pt x="1801" y="2388"/>
                    <a:pt x="1588" y="2415"/>
                    <a:pt x="1387" y="2454"/>
                  </a:cubicBezTo>
                  <a:cubicBezTo>
                    <a:pt x="1454" y="2361"/>
                    <a:pt x="1508" y="2255"/>
                    <a:pt x="1547" y="2134"/>
                  </a:cubicBezTo>
                  <a:lnTo>
                    <a:pt x="1588" y="2001"/>
                  </a:lnTo>
                  <a:cubicBezTo>
                    <a:pt x="1801" y="2001"/>
                    <a:pt x="2801" y="1947"/>
                    <a:pt x="3281" y="1254"/>
                  </a:cubicBezTo>
                  <a:cubicBezTo>
                    <a:pt x="3508" y="907"/>
                    <a:pt x="3615" y="468"/>
                    <a:pt x="3562" y="54"/>
                  </a:cubicBezTo>
                  <a:cubicBezTo>
                    <a:pt x="3562" y="27"/>
                    <a:pt x="3535" y="0"/>
                    <a:pt x="35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200;p114">
              <a:extLst>
                <a:ext uri="{FF2B5EF4-FFF2-40B4-BE49-F238E27FC236}">
                  <a16:creationId xmlns:a16="http://schemas.microsoft.com/office/drawing/2014/main" id="{4776E6FD-59B7-1CE4-B8AA-1046CDB57C2C}"/>
                </a:ext>
              </a:extLst>
            </p:cNvPr>
            <p:cNvSpPr/>
            <p:nvPr/>
          </p:nvSpPr>
          <p:spPr>
            <a:xfrm>
              <a:off x="4322675" y="3765475"/>
              <a:ext cx="1700" cy="7675"/>
            </a:xfrm>
            <a:custGeom>
              <a:avLst/>
              <a:gdLst/>
              <a:ahLst/>
              <a:cxnLst/>
              <a:rect l="l" t="t" r="r" b="b"/>
              <a:pathLst>
                <a:path w="68" h="307" extrusionOk="0">
                  <a:moveTo>
                    <a:pt x="0" y="0"/>
                  </a:moveTo>
                  <a:lnTo>
                    <a:pt x="67" y="307"/>
                  </a:lnTo>
                  <a:cubicBezTo>
                    <a:pt x="54" y="200"/>
                    <a:pt x="27" y="107"/>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201;p114">
              <a:extLst>
                <a:ext uri="{FF2B5EF4-FFF2-40B4-BE49-F238E27FC236}">
                  <a16:creationId xmlns:a16="http://schemas.microsoft.com/office/drawing/2014/main" id="{92CF9B18-FE92-0366-FB76-B0D110024E6A}"/>
                </a:ext>
              </a:extLst>
            </p:cNvPr>
            <p:cNvSpPr/>
            <p:nvPr/>
          </p:nvSpPr>
          <p:spPr>
            <a:xfrm>
              <a:off x="4321325" y="3764325"/>
              <a:ext cx="4700" cy="10150"/>
            </a:xfrm>
            <a:custGeom>
              <a:avLst/>
              <a:gdLst/>
              <a:ahLst/>
              <a:cxnLst/>
              <a:rect l="l" t="t" r="r" b="b"/>
              <a:pathLst>
                <a:path w="188" h="406" extrusionOk="0">
                  <a:moveTo>
                    <a:pt x="63" y="1"/>
                  </a:moveTo>
                  <a:cubicBezTo>
                    <a:pt x="56" y="1"/>
                    <a:pt x="49" y="2"/>
                    <a:pt x="41" y="6"/>
                  </a:cubicBezTo>
                  <a:cubicBezTo>
                    <a:pt x="15" y="6"/>
                    <a:pt x="1" y="46"/>
                    <a:pt x="1" y="73"/>
                  </a:cubicBezTo>
                  <a:cubicBezTo>
                    <a:pt x="41" y="166"/>
                    <a:pt x="54" y="260"/>
                    <a:pt x="68" y="353"/>
                  </a:cubicBezTo>
                  <a:cubicBezTo>
                    <a:pt x="81" y="379"/>
                    <a:pt x="95" y="406"/>
                    <a:pt x="121" y="406"/>
                  </a:cubicBezTo>
                  <a:lnTo>
                    <a:pt x="134" y="406"/>
                  </a:lnTo>
                  <a:cubicBezTo>
                    <a:pt x="161" y="393"/>
                    <a:pt x="188" y="366"/>
                    <a:pt x="175" y="340"/>
                  </a:cubicBezTo>
                  <a:cubicBezTo>
                    <a:pt x="161" y="233"/>
                    <a:pt x="134" y="139"/>
                    <a:pt x="108" y="32"/>
                  </a:cubicBezTo>
                  <a:cubicBezTo>
                    <a:pt x="98" y="13"/>
                    <a:pt x="81" y="1"/>
                    <a:pt x="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202;p114">
              <a:extLst>
                <a:ext uri="{FF2B5EF4-FFF2-40B4-BE49-F238E27FC236}">
                  <a16:creationId xmlns:a16="http://schemas.microsoft.com/office/drawing/2014/main" id="{23111343-852D-ABF6-2EC1-99098D971A09}"/>
                </a:ext>
              </a:extLst>
            </p:cNvPr>
            <p:cNvSpPr/>
            <p:nvPr/>
          </p:nvSpPr>
          <p:spPr>
            <a:xfrm>
              <a:off x="4313025" y="3718125"/>
              <a:ext cx="2675" cy="25675"/>
            </a:xfrm>
            <a:custGeom>
              <a:avLst/>
              <a:gdLst/>
              <a:ahLst/>
              <a:cxnLst/>
              <a:rect l="l" t="t" r="r" b="b"/>
              <a:pathLst>
                <a:path w="107" h="1027" extrusionOk="0">
                  <a:moveTo>
                    <a:pt x="53" y="1"/>
                  </a:moveTo>
                  <a:cubicBezTo>
                    <a:pt x="27" y="1"/>
                    <a:pt x="0" y="27"/>
                    <a:pt x="0" y="54"/>
                  </a:cubicBezTo>
                  <a:lnTo>
                    <a:pt x="0" y="974"/>
                  </a:lnTo>
                  <a:cubicBezTo>
                    <a:pt x="0" y="1000"/>
                    <a:pt x="27" y="1027"/>
                    <a:pt x="53" y="1027"/>
                  </a:cubicBezTo>
                  <a:cubicBezTo>
                    <a:pt x="80" y="1027"/>
                    <a:pt x="107" y="1000"/>
                    <a:pt x="107" y="974"/>
                  </a:cubicBezTo>
                  <a:lnTo>
                    <a:pt x="107" y="54"/>
                  </a:lnTo>
                  <a:cubicBezTo>
                    <a:pt x="107" y="27"/>
                    <a:pt x="80" y="1"/>
                    <a:pt x="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203;p114">
              <a:extLst>
                <a:ext uri="{FF2B5EF4-FFF2-40B4-BE49-F238E27FC236}">
                  <a16:creationId xmlns:a16="http://schemas.microsoft.com/office/drawing/2014/main" id="{8384FB50-2DE3-B408-4767-27BB7656C063}"/>
                </a:ext>
              </a:extLst>
            </p:cNvPr>
            <p:cNvSpPr/>
            <p:nvPr/>
          </p:nvSpPr>
          <p:spPr>
            <a:xfrm>
              <a:off x="4319325" y="3729775"/>
              <a:ext cx="2700" cy="12025"/>
            </a:xfrm>
            <a:custGeom>
              <a:avLst/>
              <a:gdLst/>
              <a:ahLst/>
              <a:cxnLst/>
              <a:rect l="l" t="t" r="r" b="b"/>
              <a:pathLst>
                <a:path w="108" h="481" extrusionOk="0">
                  <a:moveTo>
                    <a:pt x="54" y="1"/>
                  </a:moveTo>
                  <a:cubicBezTo>
                    <a:pt x="28" y="1"/>
                    <a:pt x="1" y="28"/>
                    <a:pt x="1" y="54"/>
                  </a:cubicBezTo>
                  <a:lnTo>
                    <a:pt x="1" y="441"/>
                  </a:lnTo>
                  <a:cubicBezTo>
                    <a:pt x="1" y="468"/>
                    <a:pt x="28" y="481"/>
                    <a:pt x="54" y="481"/>
                  </a:cubicBezTo>
                  <a:cubicBezTo>
                    <a:pt x="81" y="481"/>
                    <a:pt x="108" y="468"/>
                    <a:pt x="108" y="441"/>
                  </a:cubicBezTo>
                  <a:lnTo>
                    <a:pt x="108" y="54"/>
                  </a:lnTo>
                  <a:cubicBezTo>
                    <a:pt x="108" y="28"/>
                    <a:pt x="81" y="1"/>
                    <a:pt x="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204;p114">
              <a:extLst>
                <a:ext uri="{FF2B5EF4-FFF2-40B4-BE49-F238E27FC236}">
                  <a16:creationId xmlns:a16="http://schemas.microsoft.com/office/drawing/2014/main" id="{A1D2588F-CFE1-8EB4-49A9-3E2C66754D7D}"/>
                </a:ext>
              </a:extLst>
            </p:cNvPr>
            <p:cNvSpPr/>
            <p:nvPr/>
          </p:nvSpPr>
          <p:spPr>
            <a:xfrm>
              <a:off x="4267000" y="3803975"/>
              <a:ext cx="10350" cy="23850"/>
            </a:xfrm>
            <a:custGeom>
              <a:avLst/>
              <a:gdLst/>
              <a:ahLst/>
              <a:cxnLst/>
              <a:rect l="l" t="t" r="r" b="b"/>
              <a:pathLst>
                <a:path w="414" h="954" extrusionOk="0">
                  <a:moveTo>
                    <a:pt x="53" y="0"/>
                  </a:moveTo>
                  <a:cubicBezTo>
                    <a:pt x="40" y="0"/>
                    <a:pt x="27" y="7"/>
                    <a:pt x="13" y="20"/>
                  </a:cubicBezTo>
                  <a:cubicBezTo>
                    <a:pt x="1" y="34"/>
                    <a:pt x="1" y="73"/>
                    <a:pt x="13" y="87"/>
                  </a:cubicBezTo>
                  <a:cubicBezTo>
                    <a:pt x="307" y="407"/>
                    <a:pt x="307" y="900"/>
                    <a:pt x="307" y="900"/>
                  </a:cubicBezTo>
                  <a:cubicBezTo>
                    <a:pt x="307" y="927"/>
                    <a:pt x="334" y="954"/>
                    <a:pt x="360" y="954"/>
                  </a:cubicBezTo>
                  <a:cubicBezTo>
                    <a:pt x="387" y="954"/>
                    <a:pt x="414" y="927"/>
                    <a:pt x="414" y="900"/>
                  </a:cubicBezTo>
                  <a:cubicBezTo>
                    <a:pt x="414" y="874"/>
                    <a:pt x="401" y="367"/>
                    <a:pt x="93" y="20"/>
                  </a:cubicBezTo>
                  <a:cubicBezTo>
                    <a:pt x="80" y="7"/>
                    <a:pt x="67" y="0"/>
                    <a:pt x="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05;p114">
              <a:extLst>
                <a:ext uri="{FF2B5EF4-FFF2-40B4-BE49-F238E27FC236}">
                  <a16:creationId xmlns:a16="http://schemas.microsoft.com/office/drawing/2014/main" id="{90BA18D5-D8A4-7534-9E36-3920A7F20BA7}"/>
                </a:ext>
              </a:extLst>
            </p:cNvPr>
            <p:cNvSpPr/>
            <p:nvPr/>
          </p:nvSpPr>
          <p:spPr>
            <a:xfrm>
              <a:off x="4256325" y="3840150"/>
              <a:ext cx="13025" cy="4700"/>
            </a:xfrm>
            <a:custGeom>
              <a:avLst/>
              <a:gdLst/>
              <a:ahLst/>
              <a:cxnLst/>
              <a:rect l="l" t="t" r="r" b="b"/>
              <a:pathLst>
                <a:path w="521" h="188" extrusionOk="0">
                  <a:moveTo>
                    <a:pt x="467" y="1"/>
                  </a:moveTo>
                  <a:cubicBezTo>
                    <a:pt x="321" y="13"/>
                    <a:pt x="188" y="40"/>
                    <a:pt x="40" y="93"/>
                  </a:cubicBezTo>
                  <a:cubicBezTo>
                    <a:pt x="14" y="93"/>
                    <a:pt x="1" y="134"/>
                    <a:pt x="14" y="161"/>
                  </a:cubicBezTo>
                  <a:cubicBezTo>
                    <a:pt x="14" y="173"/>
                    <a:pt x="40" y="187"/>
                    <a:pt x="54" y="187"/>
                  </a:cubicBezTo>
                  <a:lnTo>
                    <a:pt x="81" y="187"/>
                  </a:lnTo>
                  <a:cubicBezTo>
                    <a:pt x="200" y="147"/>
                    <a:pt x="334" y="120"/>
                    <a:pt x="481" y="107"/>
                  </a:cubicBezTo>
                  <a:cubicBezTo>
                    <a:pt x="508" y="107"/>
                    <a:pt x="520" y="81"/>
                    <a:pt x="520" y="54"/>
                  </a:cubicBezTo>
                  <a:cubicBezTo>
                    <a:pt x="520" y="13"/>
                    <a:pt x="494" y="1"/>
                    <a:pt x="4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206;p114">
              <a:extLst>
                <a:ext uri="{FF2B5EF4-FFF2-40B4-BE49-F238E27FC236}">
                  <a16:creationId xmlns:a16="http://schemas.microsoft.com/office/drawing/2014/main" id="{14C8E13E-E737-AA76-40D9-985A4D9E3922}"/>
                </a:ext>
              </a:extLst>
            </p:cNvPr>
            <p:cNvSpPr/>
            <p:nvPr/>
          </p:nvSpPr>
          <p:spPr>
            <a:xfrm>
              <a:off x="4276650" y="3844725"/>
              <a:ext cx="23050" cy="18450"/>
            </a:xfrm>
            <a:custGeom>
              <a:avLst/>
              <a:gdLst/>
              <a:ahLst/>
              <a:cxnLst/>
              <a:rect l="l" t="t" r="r" b="b"/>
              <a:pathLst>
                <a:path w="922" h="738" extrusionOk="0">
                  <a:moveTo>
                    <a:pt x="759" y="1"/>
                  </a:moveTo>
                  <a:cubicBezTo>
                    <a:pt x="599" y="1"/>
                    <a:pt x="177" y="102"/>
                    <a:pt x="81" y="151"/>
                  </a:cubicBezTo>
                  <a:cubicBezTo>
                    <a:pt x="54" y="164"/>
                    <a:pt x="41" y="177"/>
                    <a:pt x="28" y="218"/>
                  </a:cubicBezTo>
                  <a:cubicBezTo>
                    <a:pt x="1" y="337"/>
                    <a:pt x="108" y="564"/>
                    <a:pt x="201" y="671"/>
                  </a:cubicBezTo>
                  <a:cubicBezTo>
                    <a:pt x="241" y="725"/>
                    <a:pt x="308" y="737"/>
                    <a:pt x="374" y="737"/>
                  </a:cubicBezTo>
                  <a:cubicBezTo>
                    <a:pt x="481" y="737"/>
                    <a:pt x="588" y="711"/>
                    <a:pt x="588" y="698"/>
                  </a:cubicBezTo>
                  <a:cubicBezTo>
                    <a:pt x="602" y="698"/>
                    <a:pt x="614" y="684"/>
                    <a:pt x="614" y="671"/>
                  </a:cubicBezTo>
                  <a:cubicBezTo>
                    <a:pt x="605" y="661"/>
                    <a:pt x="596" y="652"/>
                    <a:pt x="586" y="652"/>
                  </a:cubicBezTo>
                  <a:cubicBezTo>
                    <a:pt x="582" y="652"/>
                    <a:pt x="579" y="654"/>
                    <a:pt x="575" y="657"/>
                  </a:cubicBezTo>
                  <a:cubicBezTo>
                    <a:pt x="537" y="672"/>
                    <a:pt x="458" y="692"/>
                    <a:pt x="384" y="692"/>
                  </a:cubicBezTo>
                  <a:cubicBezTo>
                    <a:pt x="326" y="692"/>
                    <a:pt x="270" y="680"/>
                    <a:pt x="241" y="644"/>
                  </a:cubicBezTo>
                  <a:cubicBezTo>
                    <a:pt x="161" y="551"/>
                    <a:pt x="54" y="324"/>
                    <a:pt x="81" y="231"/>
                  </a:cubicBezTo>
                  <a:cubicBezTo>
                    <a:pt x="81" y="204"/>
                    <a:pt x="95" y="204"/>
                    <a:pt x="95" y="191"/>
                  </a:cubicBezTo>
                  <a:cubicBezTo>
                    <a:pt x="201" y="143"/>
                    <a:pt x="595" y="53"/>
                    <a:pt x="735" y="53"/>
                  </a:cubicBezTo>
                  <a:cubicBezTo>
                    <a:pt x="752" y="53"/>
                    <a:pt x="766" y="55"/>
                    <a:pt x="774" y="58"/>
                  </a:cubicBezTo>
                  <a:lnTo>
                    <a:pt x="881" y="84"/>
                  </a:lnTo>
                  <a:cubicBezTo>
                    <a:pt x="885" y="88"/>
                    <a:pt x="889" y="90"/>
                    <a:pt x="893" y="90"/>
                  </a:cubicBezTo>
                  <a:cubicBezTo>
                    <a:pt x="901" y="90"/>
                    <a:pt x="908" y="80"/>
                    <a:pt x="908" y="71"/>
                  </a:cubicBezTo>
                  <a:cubicBezTo>
                    <a:pt x="922" y="58"/>
                    <a:pt x="908" y="44"/>
                    <a:pt x="895" y="44"/>
                  </a:cubicBezTo>
                  <a:lnTo>
                    <a:pt x="801" y="4"/>
                  </a:lnTo>
                  <a:cubicBezTo>
                    <a:pt x="791" y="2"/>
                    <a:pt x="776" y="1"/>
                    <a:pt x="7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207;p114">
              <a:extLst>
                <a:ext uri="{FF2B5EF4-FFF2-40B4-BE49-F238E27FC236}">
                  <a16:creationId xmlns:a16="http://schemas.microsoft.com/office/drawing/2014/main" id="{71C77A59-3543-EF86-F390-1F841FA287FA}"/>
                </a:ext>
              </a:extLst>
            </p:cNvPr>
            <p:cNvSpPr/>
            <p:nvPr/>
          </p:nvSpPr>
          <p:spPr>
            <a:xfrm>
              <a:off x="4264325" y="3507725"/>
              <a:ext cx="108725" cy="221100"/>
            </a:xfrm>
            <a:custGeom>
              <a:avLst/>
              <a:gdLst/>
              <a:ahLst/>
              <a:cxnLst/>
              <a:rect l="l" t="t" r="r" b="b"/>
              <a:pathLst>
                <a:path w="4349" h="8844" extrusionOk="0">
                  <a:moveTo>
                    <a:pt x="1" y="1"/>
                  </a:moveTo>
                  <a:lnTo>
                    <a:pt x="1" y="8843"/>
                  </a:lnTo>
                  <a:lnTo>
                    <a:pt x="4349" y="8843"/>
                  </a:lnTo>
                  <a:lnTo>
                    <a:pt x="43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208;p114">
              <a:extLst>
                <a:ext uri="{FF2B5EF4-FFF2-40B4-BE49-F238E27FC236}">
                  <a16:creationId xmlns:a16="http://schemas.microsoft.com/office/drawing/2014/main" id="{F8BE1982-A782-9DEB-50E4-71ED8818EAF0}"/>
                </a:ext>
              </a:extLst>
            </p:cNvPr>
            <p:cNvSpPr/>
            <p:nvPr/>
          </p:nvSpPr>
          <p:spPr>
            <a:xfrm>
              <a:off x="4263000" y="3506750"/>
              <a:ext cx="111375" cy="223050"/>
            </a:xfrm>
            <a:custGeom>
              <a:avLst/>
              <a:gdLst/>
              <a:ahLst/>
              <a:cxnLst/>
              <a:rect l="l" t="t" r="r" b="b"/>
              <a:pathLst>
                <a:path w="4455" h="8922" extrusionOk="0">
                  <a:moveTo>
                    <a:pt x="54" y="0"/>
                  </a:moveTo>
                  <a:cubicBezTo>
                    <a:pt x="27" y="0"/>
                    <a:pt x="1" y="13"/>
                    <a:pt x="1" y="40"/>
                  </a:cubicBezTo>
                  <a:lnTo>
                    <a:pt x="1" y="8882"/>
                  </a:lnTo>
                  <a:cubicBezTo>
                    <a:pt x="1" y="8909"/>
                    <a:pt x="27" y="8922"/>
                    <a:pt x="54" y="8922"/>
                  </a:cubicBezTo>
                  <a:lnTo>
                    <a:pt x="4402" y="8922"/>
                  </a:lnTo>
                  <a:cubicBezTo>
                    <a:pt x="4428" y="8922"/>
                    <a:pt x="4455" y="8909"/>
                    <a:pt x="4455" y="8882"/>
                  </a:cubicBezTo>
                  <a:lnTo>
                    <a:pt x="4455" y="40"/>
                  </a:lnTo>
                  <a:cubicBezTo>
                    <a:pt x="4455" y="13"/>
                    <a:pt x="4428" y="0"/>
                    <a:pt x="4402" y="0"/>
                  </a:cubicBezTo>
                  <a:cubicBezTo>
                    <a:pt x="4375" y="0"/>
                    <a:pt x="4348" y="13"/>
                    <a:pt x="4348" y="40"/>
                  </a:cubicBezTo>
                  <a:lnTo>
                    <a:pt x="4348" y="8829"/>
                  </a:lnTo>
                  <a:lnTo>
                    <a:pt x="107" y="8829"/>
                  </a:lnTo>
                  <a:lnTo>
                    <a:pt x="107" y="40"/>
                  </a:lnTo>
                  <a:cubicBezTo>
                    <a:pt x="107" y="13"/>
                    <a:pt x="81" y="0"/>
                    <a:pt x="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209;p114">
              <a:extLst>
                <a:ext uri="{FF2B5EF4-FFF2-40B4-BE49-F238E27FC236}">
                  <a16:creationId xmlns:a16="http://schemas.microsoft.com/office/drawing/2014/main" id="{D13B9EB6-5EB9-3C04-89EF-6D2A543F8982}"/>
                </a:ext>
              </a:extLst>
            </p:cNvPr>
            <p:cNvSpPr/>
            <p:nvPr/>
          </p:nvSpPr>
          <p:spPr>
            <a:xfrm>
              <a:off x="4355700" y="3707450"/>
              <a:ext cx="10025" cy="10025"/>
            </a:xfrm>
            <a:custGeom>
              <a:avLst/>
              <a:gdLst/>
              <a:ahLst/>
              <a:cxnLst/>
              <a:rect l="l" t="t" r="r" b="b"/>
              <a:pathLst>
                <a:path w="401" h="401" extrusionOk="0">
                  <a:moveTo>
                    <a:pt x="200" y="1"/>
                  </a:moveTo>
                  <a:cubicBezTo>
                    <a:pt x="93" y="1"/>
                    <a:pt x="0" y="94"/>
                    <a:pt x="0" y="200"/>
                  </a:cubicBezTo>
                  <a:cubicBezTo>
                    <a:pt x="0" y="307"/>
                    <a:pt x="93" y="401"/>
                    <a:pt x="200" y="401"/>
                  </a:cubicBezTo>
                  <a:cubicBezTo>
                    <a:pt x="306" y="401"/>
                    <a:pt x="400" y="307"/>
                    <a:pt x="400" y="200"/>
                  </a:cubicBezTo>
                  <a:cubicBezTo>
                    <a:pt x="400" y="94"/>
                    <a:pt x="306" y="1"/>
                    <a:pt x="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210;p114">
              <a:extLst>
                <a:ext uri="{FF2B5EF4-FFF2-40B4-BE49-F238E27FC236}">
                  <a16:creationId xmlns:a16="http://schemas.microsoft.com/office/drawing/2014/main" id="{4422EA44-F36E-6D52-7A58-602F1E060501}"/>
                </a:ext>
              </a:extLst>
            </p:cNvPr>
            <p:cNvSpPr/>
            <p:nvPr/>
          </p:nvSpPr>
          <p:spPr>
            <a:xfrm>
              <a:off x="4354350" y="3706125"/>
              <a:ext cx="12700" cy="12700"/>
            </a:xfrm>
            <a:custGeom>
              <a:avLst/>
              <a:gdLst/>
              <a:ahLst/>
              <a:cxnLst/>
              <a:rect l="l" t="t" r="r" b="b"/>
              <a:pathLst>
                <a:path w="508" h="508" extrusionOk="0">
                  <a:moveTo>
                    <a:pt x="254" y="107"/>
                  </a:moveTo>
                  <a:cubicBezTo>
                    <a:pt x="334" y="107"/>
                    <a:pt x="401" y="173"/>
                    <a:pt x="401" y="253"/>
                  </a:cubicBezTo>
                  <a:cubicBezTo>
                    <a:pt x="401" y="333"/>
                    <a:pt x="334" y="401"/>
                    <a:pt x="254" y="401"/>
                  </a:cubicBezTo>
                  <a:cubicBezTo>
                    <a:pt x="174" y="401"/>
                    <a:pt x="107" y="333"/>
                    <a:pt x="107" y="253"/>
                  </a:cubicBezTo>
                  <a:cubicBezTo>
                    <a:pt x="107" y="173"/>
                    <a:pt x="174" y="107"/>
                    <a:pt x="254" y="107"/>
                  </a:cubicBezTo>
                  <a:close/>
                  <a:moveTo>
                    <a:pt x="254" y="1"/>
                  </a:moveTo>
                  <a:cubicBezTo>
                    <a:pt x="120" y="1"/>
                    <a:pt x="1" y="120"/>
                    <a:pt x="1" y="253"/>
                  </a:cubicBezTo>
                  <a:cubicBezTo>
                    <a:pt x="1" y="387"/>
                    <a:pt x="120" y="507"/>
                    <a:pt x="254" y="507"/>
                  </a:cubicBezTo>
                  <a:cubicBezTo>
                    <a:pt x="387" y="507"/>
                    <a:pt x="508" y="387"/>
                    <a:pt x="508" y="253"/>
                  </a:cubicBezTo>
                  <a:cubicBezTo>
                    <a:pt x="508" y="120"/>
                    <a:pt x="387" y="1"/>
                    <a:pt x="2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211;p114">
              <a:extLst>
                <a:ext uri="{FF2B5EF4-FFF2-40B4-BE49-F238E27FC236}">
                  <a16:creationId xmlns:a16="http://schemas.microsoft.com/office/drawing/2014/main" id="{B640165A-9133-7E43-A612-F7219BAA8863}"/>
                </a:ext>
              </a:extLst>
            </p:cNvPr>
            <p:cNvSpPr/>
            <p:nvPr/>
          </p:nvSpPr>
          <p:spPr>
            <a:xfrm>
              <a:off x="4039275" y="4158525"/>
              <a:ext cx="214075" cy="110350"/>
            </a:xfrm>
            <a:custGeom>
              <a:avLst/>
              <a:gdLst/>
              <a:ahLst/>
              <a:cxnLst/>
              <a:rect l="l" t="t" r="r" b="b"/>
              <a:pathLst>
                <a:path w="8563" h="4414" extrusionOk="0">
                  <a:moveTo>
                    <a:pt x="5458" y="0"/>
                  </a:moveTo>
                  <a:cubicBezTo>
                    <a:pt x="5114" y="0"/>
                    <a:pt x="4400" y="528"/>
                    <a:pt x="3749" y="775"/>
                  </a:cubicBezTo>
                  <a:cubicBezTo>
                    <a:pt x="3423" y="899"/>
                    <a:pt x="2524" y="930"/>
                    <a:pt x="1688" y="930"/>
                  </a:cubicBezTo>
                  <a:cubicBezTo>
                    <a:pt x="809" y="930"/>
                    <a:pt x="1" y="895"/>
                    <a:pt x="1" y="895"/>
                  </a:cubicBezTo>
                  <a:lnTo>
                    <a:pt x="1" y="3829"/>
                  </a:lnTo>
                  <a:lnTo>
                    <a:pt x="2948" y="3669"/>
                  </a:lnTo>
                  <a:cubicBezTo>
                    <a:pt x="2948" y="3669"/>
                    <a:pt x="3856" y="4408"/>
                    <a:pt x="4588" y="4408"/>
                  </a:cubicBezTo>
                  <a:cubicBezTo>
                    <a:pt x="4624" y="4408"/>
                    <a:pt x="4660" y="4406"/>
                    <a:pt x="4695" y="4402"/>
                  </a:cubicBezTo>
                  <a:cubicBezTo>
                    <a:pt x="4826" y="4388"/>
                    <a:pt x="4966" y="4383"/>
                    <a:pt x="5109" y="4383"/>
                  </a:cubicBezTo>
                  <a:cubicBezTo>
                    <a:pt x="5465" y="4383"/>
                    <a:pt x="5843" y="4414"/>
                    <a:pt x="6169" y="4414"/>
                  </a:cubicBezTo>
                  <a:cubicBezTo>
                    <a:pt x="6462" y="4414"/>
                    <a:pt x="6713" y="4389"/>
                    <a:pt x="6869" y="4295"/>
                  </a:cubicBezTo>
                  <a:cubicBezTo>
                    <a:pt x="7056" y="4203"/>
                    <a:pt x="7216" y="4215"/>
                    <a:pt x="7335" y="4162"/>
                  </a:cubicBezTo>
                  <a:cubicBezTo>
                    <a:pt x="7483" y="4096"/>
                    <a:pt x="7602" y="3975"/>
                    <a:pt x="7669" y="3829"/>
                  </a:cubicBezTo>
                  <a:lnTo>
                    <a:pt x="8562" y="335"/>
                  </a:lnTo>
                  <a:cubicBezTo>
                    <a:pt x="8562" y="335"/>
                    <a:pt x="5815" y="28"/>
                    <a:pt x="5482" y="1"/>
                  </a:cubicBezTo>
                  <a:cubicBezTo>
                    <a:pt x="5474" y="1"/>
                    <a:pt x="5466" y="0"/>
                    <a:pt x="54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212;p114">
              <a:extLst>
                <a:ext uri="{FF2B5EF4-FFF2-40B4-BE49-F238E27FC236}">
                  <a16:creationId xmlns:a16="http://schemas.microsoft.com/office/drawing/2014/main" id="{3F1BF9D6-D55C-3B34-33E7-0ED78DCA8E95}"/>
                </a:ext>
              </a:extLst>
            </p:cNvPr>
            <p:cNvSpPr/>
            <p:nvPr/>
          </p:nvSpPr>
          <p:spPr>
            <a:xfrm>
              <a:off x="4037950" y="4157200"/>
              <a:ext cx="216725" cy="113075"/>
            </a:xfrm>
            <a:custGeom>
              <a:avLst/>
              <a:gdLst/>
              <a:ahLst/>
              <a:cxnLst/>
              <a:rect l="l" t="t" r="r" b="b"/>
              <a:pathLst>
                <a:path w="8669" h="4523" extrusionOk="0">
                  <a:moveTo>
                    <a:pt x="5518" y="107"/>
                  </a:moveTo>
                  <a:cubicBezTo>
                    <a:pt x="5524" y="107"/>
                    <a:pt x="5530" y="107"/>
                    <a:pt x="5535" y="108"/>
                  </a:cubicBezTo>
                  <a:cubicBezTo>
                    <a:pt x="5841" y="134"/>
                    <a:pt x="8149" y="388"/>
                    <a:pt x="8549" y="441"/>
                  </a:cubicBezTo>
                  <a:lnTo>
                    <a:pt x="7669" y="3856"/>
                  </a:lnTo>
                  <a:cubicBezTo>
                    <a:pt x="7616" y="4002"/>
                    <a:pt x="7495" y="4108"/>
                    <a:pt x="7362" y="4162"/>
                  </a:cubicBezTo>
                  <a:cubicBezTo>
                    <a:pt x="7322" y="4188"/>
                    <a:pt x="7269" y="4188"/>
                    <a:pt x="7216" y="4202"/>
                  </a:cubicBezTo>
                  <a:cubicBezTo>
                    <a:pt x="7136" y="4215"/>
                    <a:pt x="7015" y="4242"/>
                    <a:pt x="6896" y="4309"/>
                  </a:cubicBezTo>
                  <a:cubicBezTo>
                    <a:pt x="6752" y="4393"/>
                    <a:pt x="6512" y="4414"/>
                    <a:pt x="6230" y="4414"/>
                  </a:cubicBezTo>
                  <a:cubicBezTo>
                    <a:pt x="6067" y="4414"/>
                    <a:pt x="5889" y="4407"/>
                    <a:pt x="5708" y="4402"/>
                  </a:cubicBezTo>
                  <a:cubicBezTo>
                    <a:pt x="5535" y="4389"/>
                    <a:pt x="5349" y="4389"/>
                    <a:pt x="5175" y="4389"/>
                  </a:cubicBezTo>
                  <a:cubicBezTo>
                    <a:pt x="5028" y="4389"/>
                    <a:pt x="4881" y="4389"/>
                    <a:pt x="4748" y="4402"/>
                  </a:cubicBezTo>
                  <a:cubicBezTo>
                    <a:pt x="4714" y="4406"/>
                    <a:pt x="4679" y="4407"/>
                    <a:pt x="4643" y="4407"/>
                  </a:cubicBezTo>
                  <a:cubicBezTo>
                    <a:pt x="3937" y="4407"/>
                    <a:pt x="3054" y="3682"/>
                    <a:pt x="3041" y="3682"/>
                  </a:cubicBezTo>
                  <a:cubicBezTo>
                    <a:pt x="3028" y="3669"/>
                    <a:pt x="3014" y="3669"/>
                    <a:pt x="3001" y="3669"/>
                  </a:cubicBezTo>
                  <a:lnTo>
                    <a:pt x="107" y="3829"/>
                  </a:lnTo>
                  <a:lnTo>
                    <a:pt x="107" y="1014"/>
                  </a:lnTo>
                  <a:cubicBezTo>
                    <a:pt x="302" y="1021"/>
                    <a:pt x="962" y="1044"/>
                    <a:pt x="1682" y="1044"/>
                  </a:cubicBezTo>
                  <a:cubicBezTo>
                    <a:pt x="2537" y="1044"/>
                    <a:pt x="3474" y="1011"/>
                    <a:pt x="3814" y="881"/>
                  </a:cubicBezTo>
                  <a:cubicBezTo>
                    <a:pt x="4095" y="774"/>
                    <a:pt x="4374" y="614"/>
                    <a:pt x="4655" y="468"/>
                  </a:cubicBezTo>
                  <a:cubicBezTo>
                    <a:pt x="5003" y="288"/>
                    <a:pt x="5339" y="107"/>
                    <a:pt x="5518" y="107"/>
                  </a:cubicBezTo>
                  <a:close/>
                  <a:moveTo>
                    <a:pt x="5527" y="0"/>
                  </a:moveTo>
                  <a:cubicBezTo>
                    <a:pt x="5312" y="0"/>
                    <a:pt x="4975" y="181"/>
                    <a:pt x="4602" y="374"/>
                  </a:cubicBezTo>
                  <a:cubicBezTo>
                    <a:pt x="4335" y="521"/>
                    <a:pt x="4054" y="668"/>
                    <a:pt x="3775" y="774"/>
                  </a:cubicBezTo>
                  <a:cubicBezTo>
                    <a:pt x="3446" y="905"/>
                    <a:pt x="2487" y="936"/>
                    <a:pt x="1624" y="936"/>
                  </a:cubicBezTo>
                  <a:cubicBezTo>
                    <a:pt x="805" y="936"/>
                    <a:pt x="73" y="908"/>
                    <a:pt x="54" y="908"/>
                  </a:cubicBezTo>
                  <a:cubicBezTo>
                    <a:pt x="41" y="908"/>
                    <a:pt x="27" y="908"/>
                    <a:pt x="27" y="922"/>
                  </a:cubicBezTo>
                  <a:cubicBezTo>
                    <a:pt x="14" y="922"/>
                    <a:pt x="0" y="934"/>
                    <a:pt x="0" y="948"/>
                  </a:cubicBezTo>
                  <a:lnTo>
                    <a:pt x="0" y="3882"/>
                  </a:lnTo>
                  <a:cubicBezTo>
                    <a:pt x="0" y="3895"/>
                    <a:pt x="14" y="3909"/>
                    <a:pt x="27" y="3922"/>
                  </a:cubicBezTo>
                  <a:cubicBezTo>
                    <a:pt x="27" y="3922"/>
                    <a:pt x="41" y="3936"/>
                    <a:pt x="54" y="3936"/>
                  </a:cubicBezTo>
                  <a:lnTo>
                    <a:pt x="2987" y="3776"/>
                  </a:lnTo>
                  <a:cubicBezTo>
                    <a:pt x="3114" y="3876"/>
                    <a:pt x="3945" y="4515"/>
                    <a:pt x="4633" y="4515"/>
                  </a:cubicBezTo>
                  <a:cubicBezTo>
                    <a:pt x="4672" y="4515"/>
                    <a:pt x="4710" y="4513"/>
                    <a:pt x="4748" y="4508"/>
                  </a:cubicBezTo>
                  <a:cubicBezTo>
                    <a:pt x="4871" y="4497"/>
                    <a:pt x="5003" y="4493"/>
                    <a:pt x="5139" y="4493"/>
                  </a:cubicBezTo>
                  <a:cubicBezTo>
                    <a:pt x="5327" y="4493"/>
                    <a:pt x="5522" y="4501"/>
                    <a:pt x="5708" y="4508"/>
                  </a:cubicBezTo>
                  <a:cubicBezTo>
                    <a:pt x="5882" y="4508"/>
                    <a:pt x="6055" y="4522"/>
                    <a:pt x="6215" y="4522"/>
                  </a:cubicBezTo>
                  <a:cubicBezTo>
                    <a:pt x="6522" y="4522"/>
                    <a:pt x="6775" y="4496"/>
                    <a:pt x="6949" y="4402"/>
                  </a:cubicBezTo>
                  <a:cubicBezTo>
                    <a:pt x="7056" y="4336"/>
                    <a:pt x="7148" y="4322"/>
                    <a:pt x="7242" y="4309"/>
                  </a:cubicBezTo>
                  <a:lnTo>
                    <a:pt x="7402" y="4268"/>
                  </a:lnTo>
                  <a:cubicBezTo>
                    <a:pt x="7562" y="4202"/>
                    <a:pt x="7696" y="4069"/>
                    <a:pt x="7762" y="3895"/>
                  </a:cubicBezTo>
                  <a:lnTo>
                    <a:pt x="8669" y="401"/>
                  </a:lnTo>
                  <a:cubicBezTo>
                    <a:pt x="8669" y="388"/>
                    <a:pt x="8669" y="374"/>
                    <a:pt x="8656" y="361"/>
                  </a:cubicBezTo>
                  <a:cubicBezTo>
                    <a:pt x="8642" y="348"/>
                    <a:pt x="8629" y="335"/>
                    <a:pt x="8615" y="335"/>
                  </a:cubicBezTo>
                  <a:cubicBezTo>
                    <a:pt x="8589" y="335"/>
                    <a:pt x="5868" y="28"/>
                    <a:pt x="5548" y="1"/>
                  </a:cubicBezTo>
                  <a:cubicBezTo>
                    <a:pt x="5541" y="0"/>
                    <a:pt x="5534" y="0"/>
                    <a:pt x="5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1213;p114">
              <a:extLst>
                <a:ext uri="{FF2B5EF4-FFF2-40B4-BE49-F238E27FC236}">
                  <a16:creationId xmlns:a16="http://schemas.microsoft.com/office/drawing/2014/main" id="{70DEFFEA-F377-8E67-96ED-445C7A5364DA}"/>
                </a:ext>
              </a:extLst>
            </p:cNvPr>
            <p:cNvSpPr/>
            <p:nvPr/>
          </p:nvSpPr>
          <p:spPr>
            <a:xfrm>
              <a:off x="4159650" y="3959050"/>
              <a:ext cx="163400" cy="154650"/>
            </a:xfrm>
            <a:custGeom>
              <a:avLst/>
              <a:gdLst/>
              <a:ahLst/>
              <a:cxnLst/>
              <a:rect l="l" t="t" r="r" b="b"/>
              <a:pathLst>
                <a:path w="6536" h="6186" extrusionOk="0">
                  <a:moveTo>
                    <a:pt x="3256" y="615"/>
                  </a:moveTo>
                  <a:cubicBezTo>
                    <a:pt x="3352" y="615"/>
                    <a:pt x="3450" y="621"/>
                    <a:pt x="3548" y="632"/>
                  </a:cubicBezTo>
                  <a:cubicBezTo>
                    <a:pt x="4908" y="779"/>
                    <a:pt x="5881" y="2006"/>
                    <a:pt x="5735" y="3366"/>
                  </a:cubicBezTo>
                  <a:cubicBezTo>
                    <a:pt x="5598" y="4648"/>
                    <a:pt x="4520" y="5581"/>
                    <a:pt x="3260" y="5581"/>
                  </a:cubicBezTo>
                  <a:cubicBezTo>
                    <a:pt x="3170" y="5581"/>
                    <a:pt x="3079" y="5577"/>
                    <a:pt x="2988" y="5567"/>
                  </a:cubicBezTo>
                  <a:cubicBezTo>
                    <a:pt x="1627" y="5407"/>
                    <a:pt x="653" y="4180"/>
                    <a:pt x="801" y="2820"/>
                  </a:cubicBezTo>
                  <a:cubicBezTo>
                    <a:pt x="936" y="1557"/>
                    <a:pt x="2004" y="615"/>
                    <a:pt x="3256" y="615"/>
                  </a:cubicBezTo>
                  <a:close/>
                  <a:moveTo>
                    <a:pt x="3260" y="0"/>
                  </a:moveTo>
                  <a:cubicBezTo>
                    <a:pt x="1706" y="0"/>
                    <a:pt x="361" y="1174"/>
                    <a:pt x="187" y="2752"/>
                  </a:cubicBezTo>
                  <a:cubicBezTo>
                    <a:pt x="0" y="4459"/>
                    <a:pt x="1227" y="5980"/>
                    <a:pt x="2921" y="6166"/>
                  </a:cubicBezTo>
                  <a:cubicBezTo>
                    <a:pt x="3037" y="6179"/>
                    <a:pt x="3152" y="6185"/>
                    <a:pt x="3267" y="6185"/>
                  </a:cubicBezTo>
                  <a:cubicBezTo>
                    <a:pt x="4829" y="6185"/>
                    <a:pt x="6162" y="5024"/>
                    <a:pt x="6348" y="3433"/>
                  </a:cubicBezTo>
                  <a:cubicBezTo>
                    <a:pt x="6535" y="1739"/>
                    <a:pt x="5308" y="206"/>
                    <a:pt x="3601" y="19"/>
                  </a:cubicBezTo>
                  <a:cubicBezTo>
                    <a:pt x="3487" y="6"/>
                    <a:pt x="3373" y="0"/>
                    <a:pt x="32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1214;p114">
              <a:extLst>
                <a:ext uri="{FF2B5EF4-FFF2-40B4-BE49-F238E27FC236}">
                  <a16:creationId xmlns:a16="http://schemas.microsoft.com/office/drawing/2014/main" id="{A3BCED91-8963-9E67-B330-65FF71DE4532}"/>
                </a:ext>
              </a:extLst>
            </p:cNvPr>
            <p:cNvSpPr/>
            <p:nvPr/>
          </p:nvSpPr>
          <p:spPr>
            <a:xfrm>
              <a:off x="4160625" y="3957775"/>
              <a:ext cx="161075" cy="157450"/>
            </a:xfrm>
            <a:custGeom>
              <a:avLst/>
              <a:gdLst/>
              <a:ahLst/>
              <a:cxnLst/>
              <a:rect l="l" t="t" r="r" b="b"/>
              <a:pathLst>
                <a:path w="6443" h="6298" extrusionOk="0">
                  <a:moveTo>
                    <a:pt x="3208" y="720"/>
                  </a:moveTo>
                  <a:cubicBezTo>
                    <a:pt x="3302" y="720"/>
                    <a:pt x="3398" y="725"/>
                    <a:pt x="3495" y="737"/>
                  </a:cubicBezTo>
                  <a:cubicBezTo>
                    <a:pt x="4829" y="883"/>
                    <a:pt x="5789" y="2083"/>
                    <a:pt x="5643" y="3417"/>
                  </a:cubicBezTo>
                  <a:cubicBezTo>
                    <a:pt x="5575" y="4057"/>
                    <a:pt x="5255" y="4644"/>
                    <a:pt x="4749" y="5044"/>
                  </a:cubicBezTo>
                  <a:cubicBezTo>
                    <a:pt x="4309" y="5391"/>
                    <a:pt x="3769" y="5578"/>
                    <a:pt x="3215" y="5578"/>
                  </a:cubicBezTo>
                  <a:cubicBezTo>
                    <a:pt x="3131" y="5578"/>
                    <a:pt x="3046" y="5573"/>
                    <a:pt x="2962" y="5565"/>
                  </a:cubicBezTo>
                  <a:cubicBezTo>
                    <a:pt x="1628" y="5417"/>
                    <a:pt x="668" y="4204"/>
                    <a:pt x="815" y="2871"/>
                  </a:cubicBezTo>
                  <a:cubicBezTo>
                    <a:pt x="951" y="1645"/>
                    <a:pt x="1993" y="720"/>
                    <a:pt x="3208" y="720"/>
                  </a:cubicBezTo>
                  <a:close/>
                  <a:moveTo>
                    <a:pt x="3217" y="613"/>
                  </a:moveTo>
                  <a:cubicBezTo>
                    <a:pt x="1950" y="613"/>
                    <a:pt x="857" y="1569"/>
                    <a:pt x="708" y="2871"/>
                  </a:cubicBezTo>
                  <a:cubicBezTo>
                    <a:pt x="548" y="4258"/>
                    <a:pt x="1562" y="5511"/>
                    <a:pt x="2949" y="5671"/>
                  </a:cubicBezTo>
                  <a:cubicBezTo>
                    <a:pt x="3042" y="5671"/>
                    <a:pt x="3135" y="5684"/>
                    <a:pt x="3228" y="5684"/>
                  </a:cubicBezTo>
                  <a:cubicBezTo>
                    <a:pt x="3802" y="5684"/>
                    <a:pt x="4362" y="5484"/>
                    <a:pt x="4816" y="5124"/>
                  </a:cubicBezTo>
                  <a:cubicBezTo>
                    <a:pt x="5335" y="4697"/>
                    <a:pt x="5669" y="4098"/>
                    <a:pt x="5749" y="3431"/>
                  </a:cubicBezTo>
                  <a:cubicBezTo>
                    <a:pt x="5909" y="2044"/>
                    <a:pt x="4896" y="776"/>
                    <a:pt x="3509" y="630"/>
                  </a:cubicBezTo>
                  <a:cubicBezTo>
                    <a:pt x="3411" y="619"/>
                    <a:pt x="3314" y="613"/>
                    <a:pt x="3217" y="613"/>
                  </a:cubicBezTo>
                  <a:close/>
                  <a:moveTo>
                    <a:pt x="3215" y="109"/>
                  </a:moveTo>
                  <a:cubicBezTo>
                    <a:pt x="3335" y="109"/>
                    <a:pt x="3442" y="109"/>
                    <a:pt x="3562" y="123"/>
                  </a:cubicBezTo>
                  <a:lnTo>
                    <a:pt x="3575" y="123"/>
                  </a:lnTo>
                  <a:cubicBezTo>
                    <a:pt x="4375" y="216"/>
                    <a:pt x="5095" y="616"/>
                    <a:pt x="5602" y="1244"/>
                  </a:cubicBezTo>
                  <a:cubicBezTo>
                    <a:pt x="6109" y="1884"/>
                    <a:pt x="6336" y="2670"/>
                    <a:pt x="6256" y="3484"/>
                  </a:cubicBezTo>
                  <a:cubicBezTo>
                    <a:pt x="6162" y="4284"/>
                    <a:pt x="5762" y="5017"/>
                    <a:pt x="5122" y="5524"/>
                  </a:cubicBezTo>
                  <a:cubicBezTo>
                    <a:pt x="4588" y="5956"/>
                    <a:pt x="3928" y="6185"/>
                    <a:pt x="3249" y="6185"/>
                  </a:cubicBezTo>
                  <a:cubicBezTo>
                    <a:pt x="3132" y="6185"/>
                    <a:pt x="3013" y="6178"/>
                    <a:pt x="2895" y="6164"/>
                  </a:cubicBezTo>
                  <a:cubicBezTo>
                    <a:pt x="2081" y="6084"/>
                    <a:pt x="1361" y="5684"/>
                    <a:pt x="854" y="5044"/>
                  </a:cubicBezTo>
                  <a:cubicBezTo>
                    <a:pt x="348" y="4418"/>
                    <a:pt x="108" y="3617"/>
                    <a:pt x="201" y="2817"/>
                  </a:cubicBezTo>
                  <a:cubicBezTo>
                    <a:pt x="294" y="2003"/>
                    <a:pt x="694" y="1283"/>
                    <a:pt x="1322" y="776"/>
                  </a:cubicBezTo>
                  <a:cubicBezTo>
                    <a:pt x="1868" y="337"/>
                    <a:pt x="2535" y="109"/>
                    <a:pt x="3215" y="109"/>
                  </a:cubicBezTo>
                  <a:close/>
                  <a:moveTo>
                    <a:pt x="3239" y="1"/>
                  </a:moveTo>
                  <a:cubicBezTo>
                    <a:pt x="2522" y="1"/>
                    <a:pt x="1823" y="233"/>
                    <a:pt x="1254" y="696"/>
                  </a:cubicBezTo>
                  <a:cubicBezTo>
                    <a:pt x="602" y="1217"/>
                    <a:pt x="188" y="1964"/>
                    <a:pt x="95" y="2803"/>
                  </a:cubicBezTo>
                  <a:cubicBezTo>
                    <a:pt x="1" y="3630"/>
                    <a:pt x="241" y="4457"/>
                    <a:pt x="774" y="5111"/>
                  </a:cubicBezTo>
                  <a:cubicBezTo>
                    <a:pt x="1295" y="5764"/>
                    <a:pt x="2042" y="6178"/>
                    <a:pt x="2882" y="6271"/>
                  </a:cubicBezTo>
                  <a:cubicBezTo>
                    <a:pt x="3002" y="6285"/>
                    <a:pt x="3109" y="6297"/>
                    <a:pt x="3228" y="6297"/>
                  </a:cubicBezTo>
                  <a:cubicBezTo>
                    <a:pt x="4816" y="6297"/>
                    <a:pt x="6176" y="5097"/>
                    <a:pt x="6349" y="3497"/>
                  </a:cubicBezTo>
                  <a:cubicBezTo>
                    <a:pt x="6443" y="2657"/>
                    <a:pt x="6203" y="1830"/>
                    <a:pt x="5682" y="1176"/>
                  </a:cubicBezTo>
                  <a:cubicBezTo>
                    <a:pt x="5163" y="523"/>
                    <a:pt x="4416" y="109"/>
                    <a:pt x="3575" y="17"/>
                  </a:cubicBezTo>
                  <a:lnTo>
                    <a:pt x="3562" y="17"/>
                  </a:lnTo>
                  <a:cubicBezTo>
                    <a:pt x="3454" y="6"/>
                    <a:pt x="3346" y="1"/>
                    <a:pt x="32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1215;p114">
              <a:extLst>
                <a:ext uri="{FF2B5EF4-FFF2-40B4-BE49-F238E27FC236}">
                  <a16:creationId xmlns:a16="http://schemas.microsoft.com/office/drawing/2014/main" id="{F3A452A6-889D-F8BE-FE43-F3C6F74C7485}"/>
                </a:ext>
              </a:extLst>
            </p:cNvPr>
            <p:cNvSpPr/>
            <p:nvPr/>
          </p:nvSpPr>
          <p:spPr>
            <a:xfrm>
              <a:off x="4160325" y="3954700"/>
              <a:ext cx="163025" cy="154675"/>
            </a:xfrm>
            <a:custGeom>
              <a:avLst/>
              <a:gdLst/>
              <a:ahLst/>
              <a:cxnLst/>
              <a:rect l="l" t="t" r="r" b="b"/>
              <a:pathLst>
                <a:path w="6521" h="6187" extrusionOk="0">
                  <a:moveTo>
                    <a:pt x="3265" y="605"/>
                  </a:moveTo>
                  <a:cubicBezTo>
                    <a:pt x="3354" y="605"/>
                    <a:pt x="3443" y="610"/>
                    <a:pt x="3534" y="620"/>
                  </a:cubicBezTo>
                  <a:cubicBezTo>
                    <a:pt x="4894" y="780"/>
                    <a:pt x="5881" y="2007"/>
                    <a:pt x="5721" y="3367"/>
                  </a:cubicBezTo>
                  <a:cubicBezTo>
                    <a:pt x="5584" y="4637"/>
                    <a:pt x="4506" y="5582"/>
                    <a:pt x="3256" y="5582"/>
                  </a:cubicBezTo>
                  <a:cubicBezTo>
                    <a:pt x="3167" y="5582"/>
                    <a:pt x="3078" y="5577"/>
                    <a:pt x="2987" y="5567"/>
                  </a:cubicBezTo>
                  <a:lnTo>
                    <a:pt x="2987" y="5554"/>
                  </a:lnTo>
                  <a:cubicBezTo>
                    <a:pt x="1627" y="5407"/>
                    <a:pt x="640" y="4180"/>
                    <a:pt x="786" y="2820"/>
                  </a:cubicBezTo>
                  <a:cubicBezTo>
                    <a:pt x="936" y="1550"/>
                    <a:pt x="2015" y="605"/>
                    <a:pt x="3265" y="605"/>
                  </a:cubicBezTo>
                  <a:close/>
                  <a:moveTo>
                    <a:pt x="3258" y="0"/>
                  </a:moveTo>
                  <a:cubicBezTo>
                    <a:pt x="1694" y="0"/>
                    <a:pt x="361" y="1174"/>
                    <a:pt x="187" y="2754"/>
                  </a:cubicBezTo>
                  <a:cubicBezTo>
                    <a:pt x="0" y="4447"/>
                    <a:pt x="1213" y="5981"/>
                    <a:pt x="2920" y="6168"/>
                  </a:cubicBezTo>
                  <a:cubicBezTo>
                    <a:pt x="3035" y="6180"/>
                    <a:pt x="3148" y="6186"/>
                    <a:pt x="3261" y="6186"/>
                  </a:cubicBezTo>
                  <a:cubicBezTo>
                    <a:pt x="4815" y="6186"/>
                    <a:pt x="6160" y="5013"/>
                    <a:pt x="6334" y="3433"/>
                  </a:cubicBezTo>
                  <a:cubicBezTo>
                    <a:pt x="6521" y="1740"/>
                    <a:pt x="5294" y="206"/>
                    <a:pt x="3601" y="19"/>
                  </a:cubicBezTo>
                  <a:cubicBezTo>
                    <a:pt x="3486" y="6"/>
                    <a:pt x="3371" y="0"/>
                    <a:pt x="3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1216;p114">
              <a:extLst>
                <a:ext uri="{FF2B5EF4-FFF2-40B4-BE49-F238E27FC236}">
                  <a16:creationId xmlns:a16="http://schemas.microsoft.com/office/drawing/2014/main" id="{1AB66B0E-9175-8892-4A9D-CE2861AEC928}"/>
                </a:ext>
              </a:extLst>
            </p:cNvPr>
            <p:cNvSpPr/>
            <p:nvPr/>
          </p:nvSpPr>
          <p:spPr>
            <a:xfrm>
              <a:off x="4158975" y="3953350"/>
              <a:ext cx="163400" cy="157200"/>
            </a:xfrm>
            <a:custGeom>
              <a:avLst/>
              <a:gdLst/>
              <a:ahLst/>
              <a:cxnLst/>
              <a:rect l="l" t="t" r="r" b="b"/>
              <a:pathLst>
                <a:path w="6536" h="6288" extrusionOk="0">
                  <a:moveTo>
                    <a:pt x="3318" y="712"/>
                  </a:moveTo>
                  <a:cubicBezTo>
                    <a:pt x="3407" y="712"/>
                    <a:pt x="3497" y="717"/>
                    <a:pt x="3588" y="727"/>
                  </a:cubicBezTo>
                  <a:cubicBezTo>
                    <a:pt x="4921" y="873"/>
                    <a:pt x="5881" y="2087"/>
                    <a:pt x="5735" y="3421"/>
                  </a:cubicBezTo>
                  <a:cubicBezTo>
                    <a:pt x="5655" y="4061"/>
                    <a:pt x="5335" y="4634"/>
                    <a:pt x="4828" y="5048"/>
                  </a:cubicBezTo>
                  <a:cubicBezTo>
                    <a:pt x="4401" y="5395"/>
                    <a:pt x="3863" y="5581"/>
                    <a:pt x="3311" y="5581"/>
                  </a:cubicBezTo>
                  <a:cubicBezTo>
                    <a:pt x="3225" y="5581"/>
                    <a:pt x="3140" y="5577"/>
                    <a:pt x="3054" y="5568"/>
                  </a:cubicBezTo>
                  <a:lnTo>
                    <a:pt x="3041" y="5555"/>
                  </a:lnTo>
                  <a:cubicBezTo>
                    <a:pt x="1708" y="5408"/>
                    <a:pt x="748" y="4207"/>
                    <a:pt x="894" y="2874"/>
                  </a:cubicBezTo>
                  <a:cubicBezTo>
                    <a:pt x="1031" y="1631"/>
                    <a:pt x="2094" y="712"/>
                    <a:pt x="3318" y="712"/>
                  </a:cubicBezTo>
                  <a:close/>
                  <a:moveTo>
                    <a:pt x="3296" y="616"/>
                  </a:moveTo>
                  <a:cubicBezTo>
                    <a:pt x="2029" y="616"/>
                    <a:pt x="936" y="1572"/>
                    <a:pt x="787" y="2861"/>
                  </a:cubicBezTo>
                  <a:cubicBezTo>
                    <a:pt x="641" y="4248"/>
                    <a:pt x="1641" y="5501"/>
                    <a:pt x="3015" y="5661"/>
                  </a:cubicBezTo>
                  <a:lnTo>
                    <a:pt x="3028" y="5661"/>
                  </a:lnTo>
                  <a:cubicBezTo>
                    <a:pt x="3134" y="5674"/>
                    <a:pt x="3228" y="5688"/>
                    <a:pt x="3321" y="5688"/>
                  </a:cubicBezTo>
                  <a:cubicBezTo>
                    <a:pt x="3895" y="5688"/>
                    <a:pt x="4441" y="5488"/>
                    <a:pt x="4895" y="5128"/>
                  </a:cubicBezTo>
                  <a:cubicBezTo>
                    <a:pt x="5428" y="4701"/>
                    <a:pt x="5762" y="4101"/>
                    <a:pt x="5828" y="3434"/>
                  </a:cubicBezTo>
                  <a:cubicBezTo>
                    <a:pt x="5988" y="2034"/>
                    <a:pt x="4988" y="780"/>
                    <a:pt x="3588" y="633"/>
                  </a:cubicBezTo>
                  <a:cubicBezTo>
                    <a:pt x="3490" y="622"/>
                    <a:pt x="3392" y="616"/>
                    <a:pt x="3296" y="616"/>
                  </a:cubicBezTo>
                  <a:close/>
                  <a:moveTo>
                    <a:pt x="3308" y="100"/>
                  </a:moveTo>
                  <a:cubicBezTo>
                    <a:pt x="3415" y="100"/>
                    <a:pt x="3534" y="114"/>
                    <a:pt x="3641" y="126"/>
                  </a:cubicBezTo>
                  <a:cubicBezTo>
                    <a:pt x="4455" y="220"/>
                    <a:pt x="5175" y="607"/>
                    <a:pt x="5682" y="1247"/>
                  </a:cubicBezTo>
                  <a:cubicBezTo>
                    <a:pt x="6189" y="1887"/>
                    <a:pt x="6429" y="2674"/>
                    <a:pt x="6335" y="3487"/>
                  </a:cubicBezTo>
                  <a:cubicBezTo>
                    <a:pt x="6242" y="4287"/>
                    <a:pt x="5842" y="5007"/>
                    <a:pt x="5215" y="5514"/>
                  </a:cubicBezTo>
                  <a:cubicBezTo>
                    <a:pt x="4668" y="5959"/>
                    <a:pt x="4015" y="6189"/>
                    <a:pt x="3329" y="6189"/>
                  </a:cubicBezTo>
                  <a:cubicBezTo>
                    <a:pt x="3212" y="6189"/>
                    <a:pt x="3093" y="6182"/>
                    <a:pt x="2974" y="6168"/>
                  </a:cubicBezTo>
                  <a:cubicBezTo>
                    <a:pt x="1308" y="5982"/>
                    <a:pt x="107" y="4474"/>
                    <a:pt x="294" y="2808"/>
                  </a:cubicBezTo>
                  <a:cubicBezTo>
                    <a:pt x="374" y="2007"/>
                    <a:pt x="774" y="1273"/>
                    <a:pt x="1414" y="767"/>
                  </a:cubicBezTo>
                  <a:cubicBezTo>
                    <a:pt x="1961" y="340"/>
                    <a:pt x="2615" y="100"/>
                    <a:pt x="3308" y="100"/>
                  </a:cubicBezTo>
                  <a:close/>
                  <a:moveTo>
                    <a:pt x="3306" y="0"/>
                  </a:moveTo>
                  <a:cubicBezTo>
                    <a:pt x="2598" y="0"/>
                    <a:pt x="1909" y="240"/>
                    <a:pt x="1347" y="687"/>
                  </a:cubicBezTo>
                  <a:cubicBezTo>
                    <a:pt x="694" y="1220"/>
                    <a:pt x="280" y="1967"/>
                    <a:pt x="187" y="2794"/>
                  </a:cubicBezTo>
                  <a:cubicBezTo>
                    <a:pt x="1" y="4527"/>
                    <a:pt x="1240" y="6074"/>
                    <a:pt x="2961" y="6275"/>
                  </a:cubicBezTo>
                  <a:cubicBezTo>
                    <a:pt x="3081" y="6288"/>
                    <a:pt x="3201" y="6288"/>
                    <a:pt x="3308" y="6288"/>
                  </a:cubicBezTo>
                  <a:cubicBezTo>
                    <a:pt x="4895" y="6288"/>
                    <a:pt x="6255" y="5101"/>
                    <a:pt x="6442" y="3487"/>
                  </a:cubicBezTo>
                  <a:cubicBezTo>
                    <a:pt x="6535" y="2660"/>
                    <a:pt x="6295" y="1833"/>
                    <a:pt x="5762" y="1181"/>
                  </a:cubicBezTo>
                  <a:cubicBezTo>
                    <a:pt x="5241" y="527"/>
                    <a:pt x="4495" y="114"/>
                    <a:pt x="3655" y="20"/>
                  </a:cubicBezTo>
                  <a:cubicBezTo>
                    <a:pt x="3538" y="7"/>
                    <a:pt x="3422" y="0"/>
                    <a:pt x="3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1217;p114">
              <a:extLst>
                <a:ext uri="{FF2B5EF4-FFF2-40B4-BE49-F238E27FC236}">
                  <a16:creationId xmlns:a16="http://schemas.microsoft.com/office/drawing/2014/main" id="{23DFAF7A-3870-D871-E209-33D0DE33A136}"/>
                </a:ext>
              </a:extLst>
            </p:cNvPr>
            <p:cNvSpPr/>
            <p:nvPr/>
          </p:nvSpPr>
          <p:spPr>
            <a:xfrm>
              <a:off x="4215975" y="4110175"/>
              <a:ext cx="25375" cy="69150"/>
            </a:xfrm>
            <a:custGeom>
              <a:avLst/>
              <a:gdLst/>
              <a:ahLst/>
              <a:cxnLst/>
              <a:rect l="l" t="t" r="r" b="b"/>
              <a:pathLst>
                <a:path w="1015" h="2766" extrusionOk="0">
                  <a:moveTo>
                    <a:pt x="562" y="1"/>
                  </a:moveTo>
                  <a:cubicBezTo>
                    <a:pt x="412" y="1"/>
                    <a:pt x="280" y="117"/>
                    <a:pt x="255" y="269"/>
                  </a:cubicBezTo>
                  <a:lnTo>
                    <a:pt x="15" y="2415"/>
                  </a:lnTo>
                  <a:cubicBezTo>
                    <a:pt x="1" y="2589"/>
                    <a:pt x="121" y="2735"/>
                    <a:pt x="281" y="2749"/>
                  </a:cubicBezTo>
                  <a:lnTo>
                    <a:pt x="427" y="2762"/>
                  </a:lnTo>
                  <a:cubicBezTo>
                    <a:pt x="444" y="2765"/>
                    <a:pt x="460" y="2766"/>
                    <a:pt x="476" y="2766"/>
                  </a:cubicBezTo>
                  <a:cubicBezTo>
                    <a:pt x="628" y="2766"/>
                    <a:pt x="749" y="2653"/>
                    <a:pt x="761" y="2495"/>
                  </a:cubicBezTo>
                  <a:lnTo>
                    <a:pt x="1001" y="362"/>
                  </a:lnTo>
                  <a:cubicBezTo>
                    <a:pt x="1014" y="189"/>
                    <a:pt x="895" y="41"/>
                    <a:pt x="735" y="29"/>
                  </a:cubicBezTo>
                  <a:lnTo>
                    <a:pt x="587" y="2"/>
                  </a:lnTo>
                  <a:cubicBezTo>
                    <a:pt x="579" y="1"/>
                    <a:pt x="571" y="1"/>
                    <a:pt x="5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1218;p114">
              <a:extLst>
                <a:ext uri="{FF2B5EF4-FFF2-40B4-BE49-F238E27FC236}">
                  <a16:creationId xmlns:a16="http://schemas.microsoft.com/office/drawing/2014/main" id="{6EB52F3A-037D-665C-CAF9-46DD4816AA75}"/>
                </a:ext>
              </a:extLst>
            </p:cNvPr>
            <p:cNvSpPr/>
            <p:nvPr/>
          </p:nvSpPr>
          <p:spPr>
            <a:xfrm>
              <a:off x="4214650" y="4109125"/>
              <a:ext cx="28025" cy="71450"/>
            </a:xfrm>
            <a:custGeom>
              <a:avLst/>
              <a:gdLst/>
              <a:ahLst/>
              <a:cxnLst/>
              <a:rect l="l" t="t" r="r" b="b"/>
              <a:pathLst>
                <a:path w="1121" h="2858" extrusionOk="0">
                  <a:moveTo>
                    <a:pt x="640" y="97"/>
                  </a:moveTo>
                  <a:lnTo>
                    <a:pt x="788" y="124"/>
                  </a:lnTo>
                  <a:cubicBezTo>
                    <a:pt x="854" y="124"/>
                    <a:pt x="907" y="163"/>
                    <a:pt x="948" y="204"/>
                  </a:cubicBezTo>
                  <a:cubicBezTo>
                    <a:pt x="987" y="257"/>
                    <a:pt x="1014" y="323"/>
                    <a:pt x="1001" y="391"/>
                  </a:cubicBezTo>
                  <a:lnTo>
                    <a:pt x="761" y="2537"/>
                  </a:lnTo>
                  <a:cubicBezTo>
                    <a:pt x="761" y="2605"/>
                    <a:pt x="721" y="2658"/>
                    <a:pt x="667" y="2697"/>
                  </a:cubicBezTo>
                  <a:cubicBezTo>
                    <a:pt x="637" y="2738"/>
                    <a:pt x="591" y="2756"/>
                    <a:pt x="541" y="2756"/>
                  </a:cubicBezTo>
                  <a:cubicBezTo>
                    <a:pt x="526" y="2756"/>
                    <a:pt x="510" y="2754"/>
                    <a:pt x="494" y="2751"/>
                  </a:cubicBezTo>
                  <a:lnTo>
                    <a:pt x="347" y="2738"/>
                  </a:lnTo>
                  <a:cubicBezTo>
                    <a:pt x="214" y="2724"/>
                    <a:pt x="107" y="2605"/>
                    <a:pt x="121" y="2471"/>
                  </a:cubicBezTo>
                  <a:lnTo>
                    <a:pt x="361" y="323"/>
                  </a:lnTo>
                  <a:cubicBezTo>
                    <a:pt x="374" y="257"/>
                    <a:pt x="400" y="190"/>
                    <a:pt x="454" y="151"/>
                  </a:cubicBezTo>
                  <a:cubicBezTo>
                    <a:pt x="507" y="110"/>
                    <a:pt x="574" y="97"/>
                    <a:pt x="640" y="97"/>
                  </a:cubicBezTo>
                  <a:close/>
                  <a:moveTo>
                    <a:pt x="608" y="0"/>
                  </a:moveTo>
                  <a:cubicBezTo>
                    <a:pt x="530" y="0"/>
                    <a:pt x="454" y="26"/>
                    <a:pt x="388" y="71"/>
                  </a:cubicBezTo>
                  <a:cubicBezTo>
                    <a:pt x="320" y="137"/>
                    <a:pt x="267" y="217"/>
                    <a:pt x="254" y="311"/>
                  </a:cubicBezTo>
                  <a:lnTo>
                    <a:pt x="27" y="2457"/>
                  </a:lnTo>
                  <a:cubicBezTo>
                    <a:pt x="0" y="2644"/>
                    <a:pt x="134" y="2818"/>
                    <a:pt x="334" y="2845"/>
                  </a:cubicBezTo>
                  <a:lnTo>
                    <a:pt x="480" y="2857"/>
                  </a:lnTo>
                  <a:lnTo>
                    <a:pt x="521" y="2857"/>
                  </a:lnTo>
                  <a:cubicBezTo>
                    <a:pt x="601" y="2857"/>
                    <a:pt x="681" y="2831"/>
                    <a:pt x="734" y="2791"/>
                  </a:cubicBezTo>
                  <a:cubicBezTo>
                    <a:pt x="814" y="2724"/>
                    <a:pt x="854" y="2644"/>
                    <a:pt x="868" y="2551"/>
                  </a:cubicBezTo>
                  <a:lnTo>
                    <a:pt x="1108" y="404"/>
                  </a:lnTo>
                  <a:cubicBezTo>
                    <a:pt x="1121" y="311"/>
                    <a:pt x="1094" y="217"/>
                    <a:pt x="1028" y="151"/>
                  </a:cubicBezTo>
                  <a:cubicBezTo>
                    <a:pt x="974" y="71"/>
                    <a:pt x="894" y="30"/>
                    <a:pt x="801" y="17"/>
                  </a:cubicBezTo>
                  <a:lnTo>
                    <a:pt x="654" y="3"/>
                  </a:lnTo>
                  <a:cubicBezTo>
                    <a:pt x="639" y="1"/>
                    <a:pt x="623" y="0"/>
                    <a:pt x="6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1219;p114">
              <a:extLst>
                <a:ext uri="{FF2B5EF4-FFF2-40B4-BE49-F238E27FC236}">
                  <a16:creationId xmlns:a16="http://schemas.microsoft.com/office/drawing/2014/main" id="{D6C2E8DD-173D-2BD8-CD69-B8D71A5D1189}"/>
                </a:ext>
              </a:extLst>
            </p:cNvPr>
            <p:cNvSpPr/>
            <p:nvPr/>
          </p:nvSpPr>
          <p:spPr>
            <a:xfrm>
              <a:off x="4197300" y="4154100"/>
              <a:ext cx="47050" cy="135925"/>
            </a:xfrm>
            <a:custGeom>
              <a:avLst/>
              <a:gdLst/>
              <a:ahLst/>
              <a:cxnLst/>
              <a:rect l="l" t="t" r="r" b="b"/>
              <a:pathLst>
                <a:path w="1882" h="5437" extrusionOk="0">
                  <a:moveTo>
                    <a:pt x="999" y="0"/>
                  </a:moveTo>
                  <a:cubicBezTo>
                    <a:pt x="748" y="0"/>
                    <a:pt x="532" y="201"/>
                    <a:pt x="508" y="459"/>
                  </a:cubicBezTo>
                  <a:lnTo>
                    <a:pt x="41" y="4700"/>
                  </a:lnTo>
                  <a:cubicBezTo>
                    <a:pt x="1" y="5059"/>
                    <a:pt x="255" y="5393"/>
                    <a:pt x="614" y="5433"/>
                  </a:cubicBezTo>
                  <a:lnTo>
                    <a:pt x="641" y="5433"/>
                  </a:lnTo>
                  <a:cubicBezTo>
                    <a:pt x="665" y="5435"/>
                    <a:pt x="690" y="5437"/>
                    <a:pt x="714" y="5437"/>
                  </a:cubicBezTo>
                  <a:cubicBezTo>
                    <a:pt x="1045" y="5437"/>
                    <a:pt x="1337" y="5182"/>
                    <a:pt x="1375" y="4846"/>
                  </a:cubicBezTo>
                  <a:lnTo>
                    <a:pt x="1841" y="605"/>
                  </a:lnTo>
                  <a:cubicBezTo>
                    <a:pt x="1882" y="325"/>
                    <a:pt x="1668" y="71"/>
                    <a:pt x="1388" y="32"/>
                  </a:cubicBezTo>
                  <a:lnTo>
                    <a:pt x="1082" y="5"/>
                  </a:lnTo>
                  <a:lnTo>
                    <a:pt x="1068" y="5"/>
                  </a:lnTo>
                  <a:cubicBezTo>
                    <a:pt x="1045" y="2"/>
                    <a:pt x="1022" y="0"/>
                    <a:pt x="9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1220;p114">
              <a:extLst>
                <a:ext uri="{FF2B5EF4-FFF2-40B4-BE49-F238E27FC236}">
                  <a16:creationId xmlns:a16="http://schemas.microsoft.com/office/drawing/2014/main" id="{B25B9BA0-8CDB-4242-C5E2-D5A38103F140}"/>
                </a:ext>
              </a:extLst>
            </p:cNvPr>
            <p:cNvSpPr/>
            <p:nvPr/>
          </p:nvSpPr>
          <p:spPr>
            <a:xfrm>
              <a:off x="4195975" y="4152775"/>
              <a:ext cx="49725" cy="138475"/>
            </a:xfrm>
            <a:custGeom>
              <a:avLst/>
              <a:gdLst/>
              <a:ahLst/>
              <a:cxnLst/>
              <a:rect l="l" t="t" r="r" b="b"/>
              <a:pathLst>
                <a:path w="1989" h="5539" extrusionOk="0">
                  <a:moveTo>
                    <a:pt x="1069" y="109"/>
                  </a:moveTo>
                  <a:cubicBezTo>
                    <a:pt x="1086" y="109"/>
                    <a:pt x="1104" y="110"/>
                    <a:pt x="1121" y="112"/>
                  </a:cubicBezTo>
                  <a:lnTo>
                    <a:pt x="1441" y="138"/>
                  </a:lnTo>
                  <a:cubicBezTo>
                    <a:pt x="1695" y="165"/>
                    <a:pt x="1868" y="405"/>
                    <a:pt x="1841" y="658"/>
                  </a:cubicBezTo>
                  <a:lnTo>
                    <a:pt x="1375" y="4899"/>
                  </a:lnTo>
                  <a:cubicBezTo>
                    <a:pt x="1336" y="5215"/>
                    <a:pt x="1071" y="5434"/>
                    <a:pt x="772" y="5434"/>
                  </a:cubicBezTo>
                  <a:cubicBezTo>
                    <a:pt x="755" y="5434"/>
                    <a:pt x="738" y="5434"/>
                    <a:pt x="721" y="5432"/>
                  </a:cubicBezTo>
                  <a:lnTo>
                    <a:pt x="681" y="5432"/>
                  </a:lnTo>
                  <a:cubicBezTo>
                    <a:pt x="347" y="5393"/>
                    <a:pt x="107" y="5099"/>
                    <a:pt x="148" y="4753"/>
                  </a:cubicBezTo>
                  <a:lnTo>
                    <a:pt x="614" y="512"/>
                  </a:lnTo>
                  <a:cubicBezTo>
                    <a:pt x="639" y="275"/>
                    <a:pt x="838" y="109"/>
                    <a:pt x="1069" y="109"/>
                  </a:cubicBezTo>
                  <a:close/>
                  <a:moveTo>
                    <a:pt x="1064" y="0"/>
                  </a:moveTo>
                  <a:cubicBezTo>
                    <a:pt x="785" y="0"/>
                    <a:pt x="545" y="217"/>
                    <a:pt x="507" y="512"/>
                  </a:cubicBezTo>
                  <a:lnTo>
                    <a:pt x="41" y="4753"/>
                  </a:lnTo>
                  <a:cubicBezTo>
                    <a:pt x="1" y="5139"/>
                    <a:pt x="281" y="5486"/>
                    <a:pt x="667" y="5539"/>
                  </a:cubicBezTo>
                  <a:lnTo>
                    <a:pt x="774" y="5539"/>
                  </a:lnTo>
                  <a:cubicBezTo>
                    <a:pt x="1135" y="5539"/>
                    <a:pt x="1441" y="5272"/>
                    <a:pt x="1481" y="4913"/>
                  </a:cubicBezTo>
                  <a:lnTo>
                    <a:pt x="1948" y="658"/>
                  </a:lnTo>
                  <a:cubicBezTo>
                    <a:pt x="1988" y="352"/>
                    <a:pt x="1761" y="71"/>
                    <a:pt x="1441" y="32"/>
                  </a:cubicBezTo>
                  <a:lnTo>
                    <a:pt x="1135" y="5"/>
                  </a:lnTo>
                  <a:cubicBezTo>
                    <a:pt x="1111" y="2"/>
                    <a:pt x="1087" y="0"/>
                    <a:pt x="10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1221;p114">
              <a:extLst>
                <a:ext uri="{FF2B5EF4-FFF2-40B4-BE49-F238E27FC236}">
                  <a16:creationId xmlns:a16="http://schemas.microsoft.com/office/drawing/2014/main" id="{FBD400AE-266E-400D-7020-5A32BB5A3785}"/>
                </a:ext>
              </a:extLst>
            </p:cNvPr>
            <p:cNvSpPr/>
            <p:nvPr/>
          </p:nvSpPr>
          <p:spPr>
            <a:xfrm>
              <a:off x="4194325" y="4243575"/>
              <a:ext cx="50025" cy="21150"/>
            </a:xfrm>
            <a:custGeom>
              <a:avLst/>
              <a:gdLst/>
              <a:ahLst/>
              <a:cxnLst/>
              <a:rect l="l" t="t" r="r" b="b"/>
              <a:pathLst>
                <a:path w="2001" h="846" extrusionOk="0">
                  <a:moveTo>
                    <a:pt x="1041" y="0"/>
                  </a:moveTo>
                  <a:cubicBezTo>
                    <a:pt x="774" y="0"/>
                    <a:pt x="493" y="13"/>
                    <a:pt x="227" y="54"/>
                  </a:cubicBezTo>
                  <a:cubicBezTo>
                    <a:pt x="0" y="120"/>
                    <a:pt x="80" y="653"/>
                    <a:pt x="134" y="747"/>
                  </a:cubicBezTo>
                  <a:cubicBezTo>
                    <a:pt x="158" y="796"/>
                    <a:pt x="577" y="845"/>
                    <a:pt x="1015" y="845"/>
                  </a:cubicBezTo>
                  <a:cubicBezTo>
                    <a:pt x="1293" y="845"/>
                    <a:pt x="1577" y="826"/>
                    <a:pt x="1774" y="774"/>
                  </a:cubicBezTo>
                  <a:cubicBezTo>
                    <a:pt x="1974" y="721"/>
                    <a:pt x="2001" y="280"/>
                    <a:pt x="1894" y="147"/>
                  </a:cubicBezTo>
                  <a:cubicBezTo>
                    <a:pt x="1787" y="27"/>
                    <a:pt x="1041" y="0"/>
                    <a:pt x="10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1222;p114">
              <a:extLst>
                <a:ext uri="{FF2B5EF4-FFF2-40B4-BE49-F238E27FC236}">
                  <a16:creationId xmlns:a16="http://schemas.microsoft.com/office/drawing/2014/main" id="{2AE3BFE0-C11B-93B1-D5EF-E8A743939109}"/>
                </a:ext>
              </a:extLst>
            </p:cNvPr>
            <p:cNvSpPr/>
            <p:nvPr/>
          </p:nvSpPr>
          <p:spPr>
            <a:xfrm>
              <a:off x="4193650" y="4242250"/>
              <a:ext cx="51375" cy="23675"/>
            </a:xfrm>
            <a:custGeom>
              <a:avLst/>
              <a:gdLst/>
              <a:ahLst/>
              <a:cxnLst/>
              <a:rect l="l" t="t" r="r" b="b"/>
              <a:pathLst>
                <a:path w="2055" h="947" extrusionOk="0">
                  <a:moveTo>
                    <a:pt x="1068" y="93"/>
                  </a:moveTo>
                  <a:cubicBezTo>
                    <a:pt x="1427" y="107"/>
                    <a:pt x="1827" y="173"/>
                    <a:pt x="1881" y="240"/>
                  </a:cubicBezTo>
                  <a:cubicBezTo>
                    <a:pt x="1934" y="293"/>
                    <a:pt x="1948" y="493"/>
                    <a:pt x="1894" y="640"/>
                  </a:cubicBezTo>
                  <a:cubicBezTo>
                    <a:pt x="1881" y="680"/>
                    <a:pt x="1854" y="760"/>
                    <a:pt x="1788" y="774"/>
                  </a:cubicBezTo>
                  <a:cubicBezTo>
                    <a:pt x="1592" y="826"/>
                    <a:pt x="1320" y="846"/>
                    <a:pt x="1056" y="846"/>
                  </a:cubicBezTo>
                  <a:cubicBezTo>
                    <a:pt x="651" y="846"/>
                    <a:pt x="265" y="800"/>
                    <a:pt x="200" y="760"/>
                  </a:cubicBezTo>
                  <a:cubicBezTo>
                    <a:pt x="174" y="694"/>
                    <a:pt x="120" y="374"/>
                    <a:pt x="187" y="226"/>
                  </a:cubicBezTo>
                  <a:cubicBezTo>
                    <a:pt x="214" y="187"/>
                    <a:pt x="227" y="173"/>
                    <a:pt x="254" y="160"/>
                  </a:cubicBezTo>
                  <a:cubicBezTo>
                    <a:pt x="520" y="120"/>
                    <a:pt x="801" y="93"/>
                    <a:pt x="1068" y="93"/>
                  </a:cubicBezTo>
                  <a:close/>
                  <a:moveTo>
                    <a:pt x="1068" y="0"/>
                  </a:moveTo>
                  <a:cubicBezTo>
                    <a:pt x="801" y="0"/>
                    <a:pt x="520" y="13"/>
                    <a:pt x="241" y="53"/>
                  </a:cubicBezTo>
                  <a:cubicBezTo>
                    <a:pt x="174" y="80"/>
                    <a:pt x="120" y="120"/>
                    <a:pt x="94" y="187"/>
                  </a:cubicBezTo>
                  <a:cubicBezTo>
                    <a:pt x="1" y="374"/>
                    <a:pt x="67" y="733"/>
                    <a:pt x="107" y="813"/>
                  </a:cubicBezTo>
                  <a:cubicBezTo>
                    <a:pt x="147" y="907"/>
                    <a:pt x="574" y="946"/>
                    <a:pt x="1000" y="946"/>
                  </a:cubicBezTo>
                  <a:cubicBezTo>
                    <a:pt x="1308" y="946"/>
                    <a:pt x="1628" y="934"/>
                    <a:pt x="1814" y="880"/>
                  </a:cubicBezTo>
                  <a:cubicBezTo>
                    <a:pt x="1894" y="854"/>
                    <a:pt x="1961" y="786"/>
                    <a:pt x="2001" y="680"/>
                  </a:cubicBezTo>
                  <a:cubicBezTo>
                    <a:pt x="2054" y="507"/>
                    <a:pt x="2041" y="267"/>
                    <a:pt x="1961" y="173"/>
                  </a:cubicBezTo>
                  <a:cubicBezTo>
                    <a:pt x="1841" y="27"/>
                    <a:pt x="1201" y="0"/>
                    <a:pt x="10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1223;p114">
              <a:extLst>
                <a:ext uri="{FF2B5EF4-FFF2-40B4-BE49-F238E27FC236}">
                  <a16:creationId xmlns:a16="http://schemas.microsoft.com/office/drawing/2014/main" id="{47D9C19F-0B47-53D0-DF8C-2FB30EA41B35}"/>
                </a:ext>
              </a:extLst>
            </p:cNvPr>
            <p:cNvSpPr/>
            <p:nvPr/>
          </p:nvSpPr>
          <p:spPr>
            <a:xfrm>
              <a:off x="4195650" y="4217525"/>
              <a:ext cx="59375" cy="27225"/>
            </a:xfrm>
            <a:custGeom>
              <a:avLst/>
              <a:gdLst/>
              <a:ahLst/>
              <a:cxnLst/>
              <a:rect l="l" t="t" r="r" b="b"/>
              <a:pathLst>
                <a:path w="2375" h="1089" extrusionOk="0">
                  <a:moveTo>
                    <a:pt x="1367" y="0"/>
                  </a:moveTo>
                  <a:cubicBezTo>
                    <a:pt x="1275" y="0"/>
                    <a:pt x="1214" y="2"/>
                    <a:pt x="1214" y="2"/>
                  </a:cubicBezTo>
                  <a:cubicBezTo>
                    <a:pt x="1214" y="2"/>
                    <a:pt x="520" y="68"/>
                    <a:pt x="267" y="162"/>
                  </a:cubicBezTo>
                  <a:cubicBezTo>
                    <a:pt x="1" y="255"/>
                    <a:pt x="134" y="856"/>
                    <a:pt x="200" y="975"/>
                  </a:cubicBezTo>
                  <a:cubicBezTo>
                    <a:pt x="229" y="1034"/>
                    <a:pt x="635" y="1088"/>
                    <a:pt x="1091" y="1088"/>
                  </a:cubicBezTo>
                  <a:cubicBezTo>
                    <a:pt x="1466" y="1088"/>
                    <a:pt x="1875" y="1051"/>
                    <a:pt x="2135" y="949"/>
                  </a:cubicBezTo>
                  <a:cubicBezTo>
                    <a:pt x="2375" y="869"/>
                    <a:pt x="2348" y="282"/>
                    <a:pt x="2201" y="122"/>
                  </a:cubicBezTo>
                  <a:cubicBezTo>
                    <a:pt x="2103" y="15"/>
                    <a:pt x="1619" y="0"/>
                    <a:pt x="13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1224;p114">
              <a:extLst>
                <a:ext uri="{FF2B5EF4-FFF2-40B4-BE49-F238E27FC236}">
                  <a16:creationId xmlns:a16="http://schemas.microsoft.com/office/drawing/2014/main" id="{F1F7D29D-0AA5-B436-E540-6E430D4CFDDB}"/>
                </a:ext>
              </a:extLst>
            </p:cNvPr>
            <p:cNvSpPr/>
            <p:nvPr/>
          </p:nvSpPr>
          <p:spPr>
            <a:xfrm>
              <a:off x="4195650" y="4216200"/>
              <a:ext cx="60050" cy="29725"/>
            </a:xfrm>
            <a:custGeom>
              <a:avLst/>
              <a:gdLst/>
              <a:ahLst/>
              <a:cxnLst/>
              <a:rect l="l" t="t" r="r" b="b"/>
              <a:pathLst>
                <a:path w="2402" h="1189" extrusionOk="0">
                  <a:moveTo>
                    <a:pt x="1394" y="105"/>
                  </a:moveTo>
                  <a:cubicBezTo>
                    <a:pt x="1718" y="105"/>
                    <a:pt x="2096" y="137"/>
                    <a:pt x="2174" y="215"/>
                  </a:cubicBezTo>
                  <a:cubicBezTo>
                    <a:pt x="2241" y="295"/>
                    <a:pt x="2295" y="575"/>
                    <a:pt x="2241" y="775"/>
                  </a:cubicBezTo>
                  <a:cubicBezTo>
                    <a:pt x="2215" y="842"/>
                    <a:pt x="2188" y="935"/>
                    <a:pt x="2121" y="948"/>
                  </a:cubicBezTo>
                  <a:cubicBezTo>
                    <a:pt x="1852" y="1055"/>
                    <a:pt x="1444" y="1091"/>
                    <a:pt x="1075" y="1091"/>
                  </a:cubicBezTo>
                  <a:cubicBezTo>
                    <a:pt x="657" y="1091"/>
                    <a:pt x="290" y="1044"/>
                    <a:pt x="241" y="1002"/>
                  </a:cubicBezTo>
                  <a:cubicBezTo>
                    <a:pt x="200" y="922"/>
                    <a:pt x="120" y="562"/>
                    <a:pt x="187" y="361"/>
                  </a:cubicBezTo>
                  <a:cubicBezTo>
                    <a:pt x="214" y="308"/>
                    <a:pt x="241" y="281"/>
                    <a:pt x="280" y="269"/>
                  </a:cubicBezTo>
                  <a:cubicBezTo>
                    <a:pt x="520" y="175"/>
                    <a:pt x="1174" y="109"/>
                    <a:pt x="1214" y="109"/>
                  </a:cubicBezTo>
                  <a:cubicBezTo>
                    <a:pt x="1270" y="106"/>
                    <a:pt x="1331" y="105"/>
                    <a:pt x="1394" y="105"/>
                  </a:cubicBezTo>
                  <a:close/>
                  <a:moveTo>
                    <a:pt x="1396" y="0"/>
                  </a:moveTo>
                  <a:cubicBezTo>
                    <a:pt x="1309" y="0"/>
                    <a:pt x="1239" y="2"/>
                    <a:pt x="1201" y="2"/>
                  </a:cubicBezTo>
                  <a:cubicBezTo>
                    <a:pt x="1174" y="2"/>
                    <a:pt x="508" y="68"/>
                    <a:pt x="241" y="162"/>
                  </a:cubicBezTo>
                  <a:cubicBezTo>
                    <a:pt x="174" y="189"/>
                    <a:pt x="120" y="242"/>
                    <a:pt x="94" y="322"/>
                  </a:cubicBezTo>
                  <a:cubicBezTo>
                    <a:pt x="1" y="562"/>
                    <a:pt x="94" y="948"/>
                    <a:pt x="147" y="1042"/>
                  </a:cubicBezTo>
                  <a:cubicBezTo>
                    <a:pt x="200" y="1135"/>
                    <a:pt x="600" y="1188"/>
                    <a:pt x="1054" y="1188"/>
                  </a:cubicBezTo>
                  <a:cubicBezTo>
                    <a:pt x="1454" y="1188"/>
                    <a:pt x="1894" y="1149"/>
                    <a:pt x="2161" y="1055"/>
                  </a:cubicBezTo>
                  <a:cubicBezTo>
                    <a:pt x="2241" y="1015"/>
                    <a:pt x="2307" y="935"/>
                    <a:pt x="2334" y="802"/>
                  </a:cubicBezTo>
                  <a:cubicBezTo>
                    <a:pt x="2401" y="575"/>
                    <a:pt x="2348" y="269"/>
                    <a:pt x="2241" y="148"/>
                  </a:cubicBezTo>
                  <a:cubicBezTo>
                    <a:pt x="2139" y="16"/>
                    <a:pt x="1679" y="0"/>
                    <a:pt x="1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1225;p114">
              <a:extLst>
                <a:ext uri="{FF2B5EF4-FFF2-40B4-BE49-F238E27FC236}">
                  <a16:creationId xmlns:a16="http://schemas.microsoft.com/office/drawing/2014/main" id="{149BBBC5-71FF-6975-9BAA-E1F760C47C29}"/>
                </a:ext>
              </a:extLst>
            </p:cNvPr>
            <p:cNvSpPr/>
            <p:nvPr/>
          </p:nvSpPr>
          <p:spPr>
            <a:xfrm>
              <a:off x="4197000" y="4188175"/>
              <a:ext cx="63025" cy="30375"/>
            </a:xfrm>
            <a:custGeom>
              <a:avLst/>
              <a:gdLst/>
              <a:ahLst/>
              <a:cxnLst/>
              <a:rect l="l" t="t" r="r" b="b"/>
              <a:pathLst>
                <a:path w="2521" h="1215" extrusionOk="0">
                  <a:moveTo>
                    <a:pt x="1426" y="1"/>
                  </a:moveTo>
                  <a:cubicBezTo>
                    <a:pt x="1338" y="1"/>
                    <a:pt x="1280" y="3"/>
                    <a:pt x="1280" y="3"/>
                  </a:cubicBezTo>
                  <a:cubicBezTo>
                    <a:pt x="1280" y="3"/>
                    <a:pt x="546" y="69"/>
                    <a:pt x="267" y="175"/>
                  </a:cubicBezTo>
                  <a:cubicBezTo>
                    <a:pt x="0" y="282"/>
                    <a:pt x="160" y="1016"/>
                    <a:pt x="226" y="1136"/>
                  </a:cubicBezTo>
                  <a:cubicBezTo>
                    <a:pt x="254" y="1186"/>
                    <a:pt x="504" y="1215"/>
                    <a:pt x="833" y="1215"/>
                  </a:cubicBezTo>
                  <a:cubicBezTo>
                    <a:pt x="1296" y="1215"/>
                    <a:pt x="1914" y="1157"/>
                    <a:pt x="2280" y="1016"/>
                  </a:cubicBezTo>
                  <a:cubicBezTo>
                    <a:pt x="2520" y="922"/>
                    <a:pt x="2493" y="296"/>
                    <a:pt x="2347" y="136"/>
                  </a:cubicBezTo>
                  <a:cubicBezTo>
                    <a:pt x="2237" y="16"/>
                    <a:pt x="1692" y="1"/>
                    <a:pt x="14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1226;p114">
              <a:extLst>
                <a:ext uri="{FF2B5EF4-FFF2-40B4-BE49-F238E27FC236}">
                  <a16:creationId xmlns:a16="http://schemas.microsoft.com/office/drawing/2014/main" id="{AD6DD057-6536-7123-8D48-1F3486CE8392}"/>
                </a:ext>
              </a:extLst>
            </p:cNvPr>
            <p:cNvSpPr/>
            <p:nvPr/>
          </p:nvSpPr>
          <p:spPr>
            <a:xfrm>
              <a:off x="4197000" y="4186850"/>
              <a:ext cx="63675" cy="33075"/>
            </a:xfrm>
            <a:custGeom>
              <a:avLst/>
              <a:gdLst/>
              <a:ahLst/>
              <a:cxnLst/>
              <a:rect l="l" t="t" r="r" b="b"/>
              <a:pathLst>
                <a:path w="2547" h="1323" extrusionOk="0">
                  <a:moveTo>
                    <a:pt x="1461" y="106"/>
                  </a:moveTo>
                  <a:cubicBezTo>
                    <a:pt x="1801" y="106"/>
                    <a:pt x="2229" y="139"/>
                    <a:pt x="2307" y="228"/>
                  </a:cubicBezTo>
                  <a:cubicBezTo>
                    <a:pt x="2387" y="308"/>
                    <a:pt x="2440" y="616"/>
                    <a:pt x="2387" y="829"/>
                  </a:cubicBezTo>
                  <a:cubicBezTo>
                    <a:pt x="2360" y="909"/>
                    <a:pt x="2333" y="989"/>
                    <a:pt x="2253" y="1016"/>
                  </a:cubicBezTo>
                  <a:cubicBezTo>
                    <a:pt x="1879" y="1162"/>
                    <a:pt x="1261" y="1214"/>
                    <a:pt x="815" y="1214"/>
                  </a:cubicBezTo>
                  <a:cubicBezTo>
                    <a:pt x="531" y="1214"/>
                    <a:pt x="316" y="1193"/>
                    <a:pt x="280" y="1162"/>
                  </a:cubicBezTo>
                  <a:cubicBezTo>
                    <a:pt x="226" y="1082"/>
                    <a:pt x="120" y="602"/>
                    <a:pt x="200" y="376"/>
                  </a:cubicBezTo>
                  <a:cubicBezTo>
                    <a:pt x="226" y="322"/>
                    <a:pt x="253" y="296"/>
                    <a:pt x="293" y="282"/>
                  </a:cubicBezTo>
                  <a:cubicBezTo>
                    <a:pt x="546" y="175"/>
                    <a:pt x="1254" y="109"/>
                    <a:pt x="1280" y="109"/>
                  </a:cubicBezTo>
                  <a:cubicBezTo>
                    <a:pt x="1335" y="107"/>
                    <a:pt x="1397" y="106"/>
                    <a:pt x="1461" y="106"/>
                  </a:cubicBezTo>
                  <a:close/>
                  <a:moveTo>
                    <a:pt x="1483" y="1"/>
                  </a:moveTo>
                  <a:cubicBezTo>
                    <a:pt x="1391" y="1"/>
                    <a:pt x="1318" y="2"/>
                    <a:pt x="1280" y="2"/>
                  </a:cubicBezTo>
                  <a:cubicBezTo>
                    <a:pt x="1240" y="2"/>
                    <a:pt x="534" y="82"/>
                    <a:pt x="253" y="175"/>
                  </a:cubicBezTo>
                  <a:cubicBezTo>
                    <a:pt x="187" y="202"/>
                    <a:pt x="133" y="255"/>
                    <a:pt x="107" y="335"/>
                  </a:cubicBezTo>
                  <a:cubicBezTo>
                    <a:pt x="0" y="602"/>
                    <a:pt x="120" y="1096"/>
                    <a:pt x="187" y="1215"/>
                  </a:cubicBezTo>
                  <a:cubicBezTo>
                    <a:pt x="226" y="1283"/>
                    <a:pt x="480" y="1322"/>
                    <a:pt x="827" y="1322"/>
                  </a:cubicBezTo>
                  <a:cubicBezTo>
                    <a:pt x="1320" y="1322"/>
                    <a:pt x="1960" y="1242"/>
                    <a:pt x="2294" y="1123"/>
                  </a:cubicBezTo>
                  <a:cubicBezTo>
                    <a:pt x="2387" y="1082"/>
                    <a:pt x="2454" y="989"/>
                    <a:pt x="2481" y="856"/>
                  </a:cubicBezTo>
                  <a:cubicBezTo>
                    <a:pt x="2547" y="616"/>
                    <a:pt x="2493" y="282"/>
                    <a:pt x="2387" y="148"/>
                  </a:cubicBezTo>
                  <a:cubicBezTo>
                    <a:pt x="2275" y="16"/>
                    <a:pt x="1781" y="1"/>
                    <a:pt x="14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1227;p114">
              <a:extLst>
                <a:ext uri="{FF2B5EF4-FFF2-40B4-BE49-F238E27FC236}">
                  <a16:creationId xmlns:a16="http://schemas.microsoft.com/office/drawing/2014/main" id="{D724BE88-003E-A70B-8EE5-294591CD1B47}"/>
                </a:ext>
              </a:extLst>
            </p:cNvPr>
            <p:cNvSpPr/>
            <p:nvPr/>
          </p:nvSpPr>
          <p:spPr>
            <a:xfrm>
              <a:off x="4210325" y="4160850"/>
              <a:ext cx="63025" cy="29475"/>
            </a:xfrm>
            <a:custGeom>
              <a:avLst/>
              <a:gdLst/>
              <a:ahLst/>
              <a:cxnLst/>
              <a:rect l="l" t="t" r="r" b="b"/>
              <a:pathLst>
                <a:path w="2521" h="1179" extrusionOk="0">
                  <a:moveTo>
                    <a:pt x="1427" y="0"/>
                  </a:moveTo>
                  <a:cubicBezTo>
                    <a:pt x="1338" y="0"/>
                    <a:pt x="1281" y="2"/>
                    <a:pt x="1281" y="2"/>
                  </a:cubicBezTo>
                  <a:cubicBezTo>
                    <a:pt x="1281" y="2"/>
                    <a:pt x="547" y="68"/>
                    <a:pt x="267" y="175"/>
                  </a:cubicBezTo>
                  <a:cubicBezTo>
                    <a:pt x="1" y="282"/>
                    <a:pt x="161" y="1016"/>
                    <a:pt x="227" y="1135"/>
                  </a:cubicBezTo>
                  <a:cubicBezTo>
                    <a:pt x="244" y="1166"/>
                    <a:pt x="372" y="1179"/>
                    <a:pt x="556" y="1179"/>
                  </a:cubicBezTo>
                  <a:cubicBezTo>
                    <a:pt x="1088" y="1179"/>
                    <a:pt x="2093" y="1075"/>
                    <a:pt x="2280" y="1016"/>
                  </a:cubicBezTo>
                  <a:cubicBezTo>
                    <a:pt x="2521" y="936"/>
                    <a:pt x="2494" y="295"/>
                    <a:pt x="2348" y="135"/>
                  </a:cubicBezTo>
                  <a:cubicBezTo>
                    <a:pt x="2237" y="15"/>
                    <a:pt x="1692" y="0"/>
                    <a:pt x="14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1228;p114">
              <a:extLst>
                <a:ext uri="{FF2B5EF4-FFF2-40B4-BE49-F238E27FC236}">
                  <a16:creationId xmlns:a16="http://schemas.microsoft.com/office/drawing/2014/main" id="{F407E40B-2FB2-2767-BAB0-51AF5717AFEE}"/>
                </a:ext>
              </a:extLst>
            </p:cNvPr>
            <p:cNvSpPr/>
            <p:nvPr/>
          </p:nvSpPr>
          <p:spPr>
            <a:xfrm>
              <a:off x="4210325" y="4159525"/>
              <a:ext cx="63700" cy="32050"/>
            </a:xfrm>
            <a:custGeom>
              <a:avLst/>
              <a:gdLst/>
              <a:ahLst/>
              <a:cxnLst/>
              <a:rect l="l" t="t" r="r" b="b"/>
              <a:pathLst>
                <a:path w="2548" h="1282" extrusionOk="0">
                  <a:moveTo>
                    <a:pt x="1507" y="104"/>
                  </a:moveTo>
                  <a:cubicBezTo>
                    <a:pt x="1839" y="104"/>
                    <a:pt x="2233" y="132"/>
                    <a:pt x="2307" y="228"/>
                  </a:cubicBezTo>
                  <a:cubicBezTo>
                    <a:pt x="2387" y="322"/>
                    <a:pt x="2441" y="642"/>
                    <a:pt x="2374" y="855"/>
                  </a:cubicBezTo>
                  <a:cubicBezTo>
                    <a:pt x="2360" y="921"/>
                    <a:pt x="2321" y="1001"/>
                    <a:pt x="2254" y="1015"/>
                  </a:cubicBezTo>
                  <a:cubicBezTo>
                    <a:pt x="2038" y="1087"/>
                    <a:pt x="1070" y="1175"/>
                    <a:pt x="564" y="1175"/>
                  </a:cubicBezTo>
                  <a:cubicBezTo>
                    <a:pt x="414" y="1175"/>
                    <a:pt x="304" y="1167"/>
                    <a:pt x="267" y="1149"/>
                  </a:cubicBezTo>
                  <a:cubicBezTo>
                    <a:pt x="227" y="1055"/>
                    <a:pt x="120" y="601"/>
                    <a:pt x="200" y="375"/>
                  </a:cubicBezTo>
                  <a:cubicBezTo>
                    <a:pt x="214" y="322"/>
                    <a:pt x="253" y="295"/>
                    <a:pt x="280" y="281"/>
                  </a:cubicBezTo>
                  <a:cubicBezTo>
                    <a:pt x="547" y="188"/>
                    <a:pt x="1240" y="108"/>
                    <a:pt x="1281" y="108"/>
                  </a:cubicBezTo>
                  <a:cubicBezTo>
                    <a:pt x="1349" y="106"/>
                    <a:pt x="1426" y="104"/>
                    <a:pt x="1507" y="104"/>
                  </a:cubicBezTo>
                  <a:close/>
                  <a:moveTo>
                    <a:pt x="1482" y="0"/>
                  </a:moveTo>
                  <a:cubicBezTo>
                    <a:pt x="1391" y="0"/>
                    <a:pt x="1319" y="2"/>
                    <a:pt x="1281" y="2"/>
                  </a:cubicBezTo>
                  <a:cubicBezTo>
                    <a:pt x="1240" y="2"/>
                    <a:pt x="520" y="82"/>
                    <a:pt x="253" y="175"/>
                  </a:cubicBezTo>
                  <a:cubicBezTo>
                    <a:pt x="187" y="201"/>
                    <a:pt x="134" y="255"/>
                    <a:pt x="107" y="335"/>
                  </a:cubicBezTo>
                  <a:cubicBezTo>
                    <a:pt x="1" y="601"/>
                    <a:pt x="120" y="1095"/>
                    <a:pt x="187" y="1215"/>
                  </a:cubicBezTo>
                  <a:cubicBezTo>
                    <a:pt x="214" y="1255"/>
                    <a:pt x="374" y="1282"/>
                    <a:pt x="614" y="1282"/>
                  </a:cubicBezTo>
                  <a:cubicBezTo>
                    <a:pt x="1187" y="1282"/>
                    <a:pt x="2174" y="1161"/>
                    <a:pt x="2294" y="1122"/>
                  </a:cubicBezTo>
                  <a:cubicBezTo>
                    <a:pt x="2374" y="1095"/>
                    <a:pt x="2441" y="1015"/>
                    <a:pt x="2481" y="895"/>
                  </a:cubicBezTo>
                  <a:cubicBezTo>
                    <a:pt x="2547" y="655"/>
                    <a:pt x="2508" y="281"/>
                    <a:pt x="2387" y="148"/>
                  </a:cubicBezTo>
                  <a:cubicBezTo>
                    <a:pt x="2265" y="16"/>
                    <a:pt x="1777" y="0"/>
                    <a:pt x="14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1229;p114">
              <a:extLst>
                <a:ext uri="{FF2B5EF4-FFF2-40B4-BE49-F238E27FC236}">
                  <a16:creationId xmlns:a16="http://schemas.microsoft.com/office/drawing/2014/main" id="{26EAADE0-4880-27B0-F5EF-BD2C191FAD45}"/>
                </a:ext>
              </a:extLst>
            </p:cNvPr>
            <p:cNvSpPr/>
            <p:nvPr/>
          </p:nvSpPr>
          <p:spPr>
            <a:xfrm>
              <a:off x="4152625" y="4152550"/>
              <a:ext cx="91725" cy="87075"/>
            </a:xfrm>
            <a:custGeom>
              <a:avLst/>
              <a:gdLst/>
              <a:ahLst/>
              <a:cxnLst/>
              <a:rect l="l" t="t" r="r" b="b"/>
              <a:pathLst>
                <a:path w="3669" h="3483" extrusionOk="0">
                  <a:moveTo>
                    <a:pt x="2949" y="0"/>
                  </a:moveTo>
                  <a:cubicBezTo>
                    <a:pt x="2282" y="53"/>
                    <a:pt x="1628" y="254"/>
                    <a:pt x="948" y="254"/>
                  </a:cubicBezTo>
                  <a:cubicBezTo>
                    <a:pt x="708" y="267"/>
                    <a:pt x="495" y="347"/>
                    <a:pt x="294" y="480"/>
                  </a:cubicBezTo>
                  <a:lnTo>
                    <a:pt x="1" y="3481"/>
                  </a:lnTo>
                  <a:cubicBezTo>
                    <a:pt x="20" y="3482"/>
                    <a:pt x="40" y="3482"/>
                    <a:pt x="59" y="3482"/>
                  </a:cubicBezTo>
                  <a:cubicBezTo>
                    <a:pt x="400" y="3482"/>
                    <a:pt x="738" y="3377"/>
                    <a:pt x="1028" y="3188"/>
                  </a:cubicBezTo>
                  <a:cubicBezTo>
                    <a:pt x="1775" y="2681"/>
                    <a:pt x="1748" y="1494"/>
                    <a:pt x="1748" y="1494"/>
                  </a:cubicBezTo>
                  <a:lnTo>
                    <a:pt x="1921" y="1454"/>
                  </a:lnTo>
                  <a:cubicBezTo>
                    <a:pt x="2068" y="1387"/>
                    <a:pt x="2215" y="1321"/>
                    <a:pt x="2335" y="1214"/>
                  </a:cubicBezTo>
                  <a:lnTo>
                    <a:pt x="2335" y="1214"/>
                  </a:lnTo>
                  <a:cubicBezTo>
                    <a:pt x="2268" y="1467"/>
                    <a:pt x="2241" y="1707"/>
                    <a:pt x="2229" y="1961"/>
                  </a:cubicBezTo>
                  <a:cubicBezTo>
                    <a:pt x="2241" y="2241"/>
                    <a:pt x="2455" y="2481"/>
                    <a:pt x="2735" y="2495"/>
                  </a:cubicBezTo>
                  <a:cubicBezTo>
                    <a:pt x="2803" y="2502"/>
                    <a:pt x="2859" y="2510"/>
                    <a:pt x="2907" y="2510"/>
                  </a:cubicBezTo>
                  <a:cubicBezTo>
                    <a:pt x="3027" y="2510"/>
                    <a:pt x="3091" y="2461"/>
                    <a:pt x="3148" y="2241"/>
                  </a:cubicBezTo>
                  <a:cubicBezTo>
                    <a:pt x="3228" y="1934"/>
                    <a:pt x="3615" y="707"/>
                    <a:pt x="3642" y="521"/>
                  </a:cubicBezTo>
                  <a:cubicBezTo>
                    <a:pt x="3669" y="347"/>
                    <a:pt x="3388" y="67"/>
                    <a:pt x="29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1230;p114">
              <a:extLst>
                <a:ext uri="{FF2B5EF4-FFF2-40B4-BE49-F238E27FC236}">
                  <a16:creationId xmlns:a16="http://schemas.microsoft.com/office/drawing/2014/main" id="{8F06D4BD-2F2A-DE91-796A-6B51B86B14DB}"/>
                </a:ext>
              </a:extLst>
            </p:cNvPr>
            <p:cNvSpPr/>
            <p:nvPr/>
          </p:nvSpPr>
          <p:spPr>
            <a:xfrm>
              <a:off x="4151300" y="4151200"/>
              <a:ext cx="94400" cy="89725"/>
            </a:xfrm>
            <a:custGeom>
              <a:avLst/>
              <a:gdLst/>
              <a:ahLst/>
              <a:cxnLst/>
              <a:rect l="l" t="t" r="r" b="b"/>
              <a:pathLst>
                <a:path w="3776" h="3589" extrusionOk="0">
                  <a:moveTo>
                    <a:pt x="3002" y="1"/>
                  </a:moveTo>
                  <a:cubicBezTo>
                    <a:pt x="2721" y="27"/>
                    <a:pt x="2442" y="81"/>
                    <a:pt x="2175" y="121"/>
                  </a:cubicBezTo>
                  <a:cubicBezTo>
                    <a:pt x="1788" y="187"/>
                    <a:pt x="1387" y="255"/>
                    <a:pt x="1001" y="255"/>
                  </a:cubicBezTo>
                  <a:cubicBezTo>
                    <a:pt x="747" y="268"/>
                    <a:pt x="521" y="361"/>
                    <a:pt x="321" y="495"/>
                  </a:cubicBezTo>
                  <a:cubicBezTo>
                    <a:pt x="294" y="508"/>
                    <a:pt x="294" y="548"/>
                    <a:pt x="308" y="575"/>
                  </a:cubicBezTo>
                  <a:cubicBezTo>
                    <a:pt x="317" y="584"/>
                    <a:pt x="333" y="593"/>
                    <a:pt x="351" y="593"/>
                  </a:cubicBezTo>
                  <a:cubicBezTo>
                    <a:pt x="358" y="593"/>
                    <a:pt x="366" y="592"/>
                    <a:pt x="374" y="588"/>
                  </a:cubicBezTo>
                  <a:cubicBezTo>
                    <a:pt x="561" y="454"/>
                    <a:pt x="774" y="374"/>
                    <a:pt x="1001" y="348"/>
                  </a:cubicBezTo>
                  <a:cubicBezTo>
                    <a:pt x="1401" y="348"/>
                    <a:pt x="1801" y="281"/>
                    <a:pt x="2188" y="228"/>
                  </a:cubicBezTo>
                  <a:cubicBezTo>
                    <a:pt x="2454" y="175"/>
                    <a:pt x="2735" y="134"/>
                    <a:pt x="3002" y="107"/>
                  </a:cubicBezTo>
                  <a:cubicBezTo>
                    <a:pt x="3415" y="175"/>
                    <a:pt x="3655" y="428"/>
                    <a:pt x="3642" y="575"/>
                  </a:cubicBezTo>
                  <a:cubicBezTo>
                    <a:pt x="3628" y="668"/>
                    <a:pt x="3482" y="1148"/>
                    <a:pt x="3361" y="1548"/>
                  </a:cubicBezTo>
                  <a:cubicBezTo>
                    <a:pt x="3268" y="1868"/>
                    <a:pt x="3188" y="2148"/>
                    <a:pt x="3148" y="2282"/>
                  </a:cubicBezTo>
                  <a:cubicBezTo>
                    <a:pt x="3106" y="2478"/>
                    <a:pt x="3065" y="2514"/>
                    <a:pt x="2949" y="2514"/>
                  </a:cubicBezTo>
                  <a:cubicBezTo>
                    <a:pt x="2916" y="2514"/>
                    <a:pt x="2876" y="2511"/>
                    <a:pt x="2828" y="2508"/>
                  </a:cubicBezTo>
                  <a:lnTo>
                    <a:pt x="2801" y="2508"/>
                  </a:lnTo>
                  <a:cubicBezTo>
                    <a:pt x="2534" y="2481"/>
                    <a:pt x="2335" y="2268"/>
                    <a:pt x="2335" y="2015"/>
                  </a:cubicBezTo>
                  <a:cubicBezTo>
                    <a:pt x="2348" y="1775"/>
                    <a:pt x="2374" y="1521"/>
                    <a:pt x="2442" y="1281"/>
                  </a:cubicBezTo>
                  <a:cubicBezTo>
                    <a:pt x="2442" y="1268"/>
                    <a:pt x="2428" y="1242"/>
                    <a:pt x="2415" y="1228"/>
                  </a:cubicBezTo>
                  <a:cubicBezTo>
                    <a:pt x="2408" y="1221"/>
                    <a:pt x="2398" y="1218"/>
                    <a:pt x="2386" y="1218"/>
                  </a:cubicBezTo>
                  <a:cubicBezTo>
                    <a:pt x="2374" y="1218"/>
                    <a:pt x="2361" y="1221"/>
                    <a:pt x="2348" y="1228"/>
                  </a:cubicBezTo>
                  <a:cubicBezTo>
                    <a:pt x="2228" y="1322"/>
                    <a:pt x="2095" y="1402"/>
                    <a:pt x="1961" y="1455"/>
                  </a:cubicBezTo>
                  <a:lnTo>
                    <a:pt x="1788" y="1508"/>
                  </a:lnTo>
                  <a:cubicBezTo>
                    <a:pt x="1761" y="1508"/>
                    <a:pt x="1748" y="1535"/>
                    <a:pt x="1748" y="1562"/>
                  </a:cubicBezTo>
                  <a:cubicBezTo>
                    <a:pt x="1748" y="1562"/>
                    <a:pt x="1761" y="2709"/>
                    <a:pt x="1055" y="3201"/>
                  </a:cubicBezTo>
                  <a:cubicBezTo>
                    <a:pt x="766" y="3390"/>
                    <a:pt x="455" y="3483"/>
                    <a:pt x="119" y="3483"/>
                  </a:cubicBezTo>
                  <a:cubicBezTo>
                    <a:pt x="97" y="3483"/>
                    <a:pt x="76" y="3483"/>
                    <a:pt x="54" y="3482"/>
                  </a:cubicBezTo>
                  <a:cubicBezTo>
                    <a:pt x="27" y="3482"/>
                    <a:pt x="0" y="3495"/>
                    <a:pt x="0" y="3522"/>
                  </a:cubicBezTo>
                  <a:cubicBezTo>
                    <a:pt x="0" y="3562"/>
                    <a:pt x="14" y="3575"/>
                    <a:pt x="54" y="3589"/>
                  </a:cubicBezTo>
                  <a:lnTo>
                    <a:pt x="121" y="3589"/>
                  </a:lnTo>
                  <a:cubicBezTo>
                    <a:pt x="468" y="3589"/>
                    <a:pt x="815" y="3482"/>
                    <a:pt x="1108" y="3281"/>
                  </a:cubicBezTo>
                  <a:cubicBezTo>
                    <a:pt x="1801" y="2815"/>
                    <a:pt x="1841" y="1814"/>
                    <a:pt x="1855" y="1588"/>
                  </a:cubicBezTo>
                  <a:lnTo>
                    <a:pt x="2001" y="1548"/>
                  </a:lnTo>
                  <a:cubicBezTo>
                    <a:pt x="2108" y="1508"/>
                    <a:pt x="2201" y="1455"/>
                    <a:pt x="2308" y="1402"/>
                  </a:cubicBezTo>
                  <a:lnTo>
                    <a:pt x="2308" y="1402"/>
                  </a:lnTo>
                  <a:cubicBezTo>
                    <a:pt x="2268" y="1601"/>
                    <a:pt x="2241" y="1802"/>
                    <a:pt x="2228" y="2015"/>
                  </a:cubicBezTo>
                  <a:cubicBezTo>
                    <a:pt x="2241" y="2321"/>
                    <a:pt x="2481" y="2575"/>
                    <a:pt x="2788" y="2602"/>
                  </a:cubicBezTo>
                  <a:lnTo>
                    <a:pt x="2815" y="2615"/>
                  </a:lnTo>
                  <a:cubicBezTo>
                    <a:pt x="2856" y="2617"/>
                    <a:pt x="2894" y="2619"/>
                    <a:pt x="2929" y="2619"/>
                  </a:cubicBezTo>
                  <a:cubicBezTo>
                    <a:pt x="3095" y="2619"/>
                    <a:pt x="3188" y="2573"/>
                    <a:pt x="3255" y="2308"/>
                  </a:cubicBezTo>
                  <a:cubicBezTo>
                    <a:pt x="3281" y="2175"/>
                    <a:pt x="3375" y="1895"/>
                    <a:pt x="3468" y="1588"/>
                  </a:cubicBezTo>
                  <a:cubicBezTo>
                    <a:pt x="3588" y="1148"/>
                    <a:pt x="3722" y="694"/>
                    <a:pt x="3748" y="588"/>
                  </a:cubicBezTo>
                  <a:cubicBezTo>
                    <a:pt x="3775" y="374"/>
                    <a:pt x="3468" y="81"/>
                    <a:pt x="30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1231;p114">
              <a:extLst>
                <a:ext uri="{FF2B5EF4-FFF2-40B4-BE49-F238E27FC236}">
                  <a16:creationId xmlns:a16="http://schemas.microsoft.com/office/drawing/2014/main" id="{1BA2A27F-204C-71AD-9D2B-3A2FA2E318D1}"/>
                </a:ext>
              </a:extLst>
            </p:cNvPr>
            <p:cNvSpPr/>
            <p:nvPr/>
          </p:nvSpPr>
          <p:spPr>
            <a:xfrm>
              <a:off x="4135300" y="4236900"/>
              <a:ext cx="11350" cy="2350"/>
            </a:xfrm>
            <a:custGeom>
              <a:avLst/>
              <a:gdLst/>
              <a:ahLst/>
              <a:cxnLst/>
              <a:rect l="l" t="t" r="r" b="b"/>
              <a:pathLst>
                <a:path w="454" h="94" extrusionOk="0">
                  <a:moveTo>
                    <a:pt x="0" y="1"/>
                  </a:moveTo>
                  <a:lnTo>
                    <a:pt x="0" y="1"/>
                  </a:lnTo>
                  <a:cubicBezTo>
                    <a:pt x="148" y="40"/>
                    <a:pt x="308" y="67"/>
                    <a:pt x="454" y="94"/>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1232;p114">
              <a:extLst>
                <a:ext uri="{FF2B5EF4-FFF2-40B4-BE49-F238E27FC236}">
                  <a16:creationId xmlns:a16="http://schemas.microsoft.com/office/drawing/2014/main" id="{C0BF5638-7668-FA98-7128-2ADEC68B37EA}"/>
                </a:ext>
              </a:extLst>
            </p:cNvPr>
            <p:cNvSpPr/>
            <p:nvPr/>
          </p:nvSpPr>
          <p:spPr>
            <a:xfrm>
              <a:off x="4133950" y="4235450"/>
              <a:ext cx="14050" cy="4825"/>
            </a:xfrm>
            <a:custGeom>
              <a:avLst/>
              <a:gdLst/>
              <a:ahLst/>
              <a:cxnLst/>
              <a:rect l="l" t="t" r="r" b="b"/>
              <a:pathLst>
                <a:path w="562" h="193" extrusionOk="0">
                  <a:moveTo>
                    <a:pt x="54" y="0"/>
                  </a:moveTo>
                  <a:cubicBezTo>
                    <a:pt x="30" y="0"/>
                    <a:pt x="15" y="15"/>
                    <a:pt x="15" y="45"/>
                  </a:cubicBezTo>
                  <a:cubicBezTo>
                    <a:pt x="1" y="72"/>
                    <a:pt x="15" y="98"/>
                    <a:pt x="42" y="98"/>
                  </a:cubicBezTo>
                  <a:cubicBezTo>
                    <a:pt x="188" y="152"/>
                    <a:pt x="348" y="178"/>
                    <a:pt x="508" y="192"/>
                  </a:cubicBezTo>
                  <a:cubicBezTo>
                    <a:pt x="534" y="192"/>
                    <a:pt x="561" y="178"/>
                    <a:pt x="561" y="152"/>
                  </a:cubicBezTo>
                  <a:cubicBezTo>
                    <a:pt x="561" y="125"/>
                    <a:pt x="548" y="98"/>
                    <a:pt x="508" y="98"/>
                  </a:cubicBezTo>
                  <a:cubicBezTo>
                    <a:pt x="362" y="72"/>
                    <a:pt x="214" y="45"/>
                    <a:pt x="81" y="5"/>
                  </a:cubicBezTo>
                  <a:cubicBezTo>
                    <a:pt x="71" y="2"/>
                    <a:pt x="62" y="0"/>
                    <a:pt x="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1233;p114">
              <a:extLst>
                <a:ext uri="{FF2B5EF4-FFF2-40B4-BE49-F238E27FC236}">
                  <a16:creationId xmlns:a16="http://schemas.microsoft.com/office/drawing/2014/main" id="{1F113D02-B08E-BF00-A067-905A74A76E9C}"/>
                </a:ext>
              </a:extLst>
            </p:cNvPr>
            <p:cNvSpPr/>
            <p:nvPr/>
          </p:nvSpPr>
          <p:spPr>
            <a:xfrm>
              <a:off x="4087950" y="4227225"/>
              <a:ext cx="25725" cy="2700"/>
            </a:xfrm>
            <a:custGeom>
              <a:avLst/>
              <a:gdLst/>
              <a:ahLst/>
              <a:cxnLst/>
              <a:rect l="l" t="t" r="r" b="b"/>
              <a:pathLst>
                <a:path w="1029" h="108" extrusionOk="0">
                  <a:moveTo>
                    <a:pt x="54" y="0"/>
                  </a:moveTo>
                  <a:cubicBezTo>
                    <a:pt x="27" y="0"/>
                    <a:pt x="1" y="27"/>
                    <a:pt x="1" y="54"/>
                  </a:cubicBezTo>
                  <a:cubicBezTo>
                    <a:pt x="1" y="80"/>
                    <a:pt x="27" y="107"/>
                    <a:pt x="54" y="107"/>
                  </a:cubicBezTo>
                  <a:lnTo>
                    <a:pt x="975" y="107"/>
                  </a:lnTo>
                  <a:cubicBezTo>
                    <a:pt x="1001" y="107"/>
                    <a:pt x="1028" y="80"/>
                    <a:pt x="1028" y="54"/>
                  </a:cubicBezTo>
                  <a:cubicBezTo>
                    <a:pt x="1028" y="27"/>
                    <a:pt x="1001" y="0"/>
                    <a:pt x="9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1234;p114">
              <a:extLst>
                <a:ext uri="{FF2B5EF4-FFF2-40B4-BE49-F238E27FC236}">
                  <a16:creationId xmlns:a16="http://schemas.microsoft.com/office/drawing/2014/main" id="{904113F2-D340-DDA1-4731-03E1F1CC6EF3}"/>
                </a:ext>
              </a:extLst>
            </p:cNvPr>
            <p:cNvSpPr/>
            <p:nvPr/>
          </p:nvSpPr>
          <p:spPr>
            <a:xfrm>
              <a:off x="4099625" y="4233575"/>
              <a:ext cx="12025" cy="2700"/>
            </a:xfrm>
            <a:custGeom>
              <a:avLst/>
              <a:gdLst/>
              <a:ahLst/>
              <a:cxnLst/>
              <a:rect l="l" t="t" r="r" b="b"/>
              <a:pathLst>
                <a:path w="481" h="108" extrusionOk="0">
                  <a:moveTo>
                    <a:pt x="54" y="0"/>
                  </a:moveTo>
                  <a:cubicBezTo>
                    <a:pt x="14" y="0"/>
                    <a:pt x="1" y="27"/>
                    <a:pt x="1" y="54"/>
                  </a:cubicBezTo>
                  <a:cubicBezTo>
                    <a:pt x="1" y="80"/>
                    <a:pt x="14" y="107"/>
                    <a:pt x="54" y="107"/>
                  </a:cubicBezTo>
                  <a:lnTo>
                    <a:pt x="428" y="107"/>
                  </a:lnTo>
                  <a:cubicBezTo>
                    <a:pt x="467" y="107"/>
                    <a:pt x="481" y="80"/>
                    <a:pt x="481" y="54"/>
                  </a:cubicBezTo>
                  <a:cubicBezTo>
                    <a:pt x="481" y="27"/>
                    <a:pt x="467" y="0"/>
                    <a:pt x="4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1235;p114">
              <a:extLst>
                <a:ext uri="{FF2B5EF4-FFF2-40B4-BE49-F238E27FC236}">
                  <a16:creationId xmlns:a16="http://schemas.microsoft.com/office/drawing/2014/main" id="{3C6908C4-89E5-BE00-AE4F-358DF2EAA30E}"/>
                </a:ext>
              </a:extLst>
            </p:cNvPr>
            <p:cNvSpPr/>
            <p:nvPr/>
          </p:nvSpPr>
          <p:spPr>
            <a:xfrm>
              <a:off x="4173650" y="4181050"/>
              <a:ext cx="24025" cy="10200"/>
            </a:xfrm>
            <a:custGeom>
              <a:avLst/>
              <a:gdLst/>
              <a:ahLst/>
              <a:cxnLst/>
              <a:rect l="l" t="t" r="r" b="b"/>
              <a:pathLst>
                <a:path w="961" h="408" extrusionOk="0">
                  <a:moveTo>
                    <a:pt x="60" y="1"/>
                  </a:moveTo>
                  <a:cubicBezTo>
                    <a:pt x="47" y="1"/>
                    <a:pt x="34" y="8"/>
                    <a:pt x="27" y="21"/>
                  </a:cubicBezTo>
                  <a:cubicBezTo>
                    <a:pt x="1" y="48"/>
                    <a:pt x="1" y="74"/>
                    <a:pt x="27" y="101"/>
                  </a:cubicBezTo>
                  <a:cubicBezTo>
                    <a:pt x="374" y="407"/>
                    <a:pt x="881" y="407"/>
                    <a:pt x="907" y="407"/>
                  </a:cubicBezTo>
                  <a:cubicBezTo>
                    <a:pt x="934" y="407"/>
                    <a:pt x="961" y="394"/>
                    <a:pt x="961" y="354"/>
                  </a:cubicBezTo>
                  <a:cubicBezTo>
                    <a:pt x="961" y="327"/>
                    <a:pt x="934" y="314"/>
                    <a:pt x="907" y="314"/>
                  </a:cubicBezTo>
                  <a:cubicBezTo>
                    <a:pt x="894" y="314"/>
                    <a:pt x="413" y="300"/>
                    <a:pt x="93" y="21"/>
                  </a:cubicBezTo>
                  <a:cubicBezTo>
                    <a:pt x="87" y="8"/>
                    <a:pt x="74" y="1"/>
                    <a:pt x="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1236;p114">
              <a:extLst>
                <a:ext uri="{FF2B5EF4-FFF2-40B4-BE49-F238E27FC236}">
                  <a16:creationId xmlns:a16="http://schemas.microsoft.com/office/drawing/2014/main" id="{F16A3140-05E9-9C7A-23F2-9C4B4F615214}"/>
                </a:ext>
              </a:extLst>
            </p:cNvPr>
            <p:cNvSpPr/>
            <p:nvPr/>
          </p:nvSpPr>
          <p:spPr>
            <a:xfrm>
              <a:off x="4209975" y="4170550"/>
              <a:ext cx="5050" cy="13025"/>
            </a:xfrm>
            <a:custGeom>
              <a:avLst/>
              <a:gdLst/>
              <a:ahLst/>
              <a:cxnLst/>
              <a:rect l="l" t="t" r="r" b="b"/>
              <a:pathLst>
                <a:path w="202" h="521" extrusionOk="0">
                  <a:moveTo>
                    <a:pt x="161" y="0"/>
                  </a:moveTo>
                  <a:cubicBezTo>
                    <a:pt x="134" y="0"/>
                    <a:pt x="95" y="14"/>
                    <a:pt x="95" y="41"/>
                  </a:cubicBezTo>
                  <a:cubicBezTo>
                    <a:pt x="41" y="174"/>
                    <a:pt x="15" y="320"/>
                    <a:pt x="1" y="454"/>
                  </a:cubicBezTo>
                  <a:cubicBezTo>
                    <a:pt x="1" y="494"/>
                    <a:pt x="15" y="507"/>
                    <a:pt x="54" y="521"/>
                  </a:cubicBezTo>
                  <a:cubicBezTo>
                    <a:pt x="81" y="521"/>
                    <a:pt x="107" y="494"/>
                    <a:pt x="107" y="468"/>
                  </a:cubicBezTo>
                  <a:cubicBezTo>
                    <a:pt x="121" y="334"/>
                    <a:pt x="148" y="201"/>
                    <a:pt x="187" y="67"/>
                  </a:cubicBezTo>
                  <a:cubicBezTo>
                    <a:pt x="201" y="41"/>
                    <a:pt x="187" y="14"/>
                    <a:pt x="1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1237;p114">
              <a:extLst>
                <a:ext uri="{FF2B5EF4-FFF2-40B4-BE49-F238E27FC236}">
                  <a16:creationId xmlns:a16="http://schemas.microsoft.com/office/drawing/2014/main" id="{4FD5DFEE-02BA-FF5C-8A70-D940956016B8}"/>
                </a:ext>
              </a:extLst>
            </p:cNvPr>
            <p:cNvSpPr/>
            <p:nvPr/>
          </p:nvSpPr>
          <p:spPr>
            <a:xfrm>
              <a:off x="4213975" y="4191450"/>
              <a:ext cx="20700" cy="22150"/>
            </a:xfrm>
            <a:custGeom>
              <a:avLst/>
              <a:gdLst/>
              <a:ahLst/>
              <a:cxnLst/>
              <a:rect l="l" t="t" r="r" b="b"/>
              <a:pathLst>
                <a:path w="828" h="886" extrusionOk="0">
                  <a:moveTo>
                    <a:pt x="283" y="1"/>
                  </a:moveTo>
                  <a:cubicBezTo>
                    <a:pt x="268" y="1"/>
                    <a:pt x="254" y="2"/>
                    <a:pt x="241" y="5"/>
                  </a:cubicBezTo>
                  <a:cubicBezTo>
                    <a:pt x="201" y="5"/>
                    <a:pt x="175" y="32"/>
                    <a:pt x="175" y="44"/>
                  </a:cubicBezTo>
                  <a:cubicBezTo>
                    <a:pt x="121" y="165"/>
                    <a:pt x="1" y="658"/>
                    <a:pt x="27" y="765"/>
                  </a:cubicBezTo>
                  <a:lnTo>
                    <a:pt x="68" y="871"/>
                  </a:lnTo>
                  <a:cubicBezTo>
                    <a:pt x="68" y="871"/>
                    <a:pt x="81" y="885"/>
                    <a:pt x="95" y="885"/>
                  </a:cubicBezTo>
                  <a:cubicBezTo>
                    <a:pt x="107" y="885"/>
                    <a:pt x="121" y="859"/>
                    <a:pt x="107" y="845"/>
                  </a:cubicBezTo>
                  <a:lnTo>
                    <a:pt x="81" y="752"/>
                  </a:lnTo>
                  <a:cubicBezTo>
                    <a:pt x="54" y="672"/>
                    <a:pt x="161" y="178"/>
                    <a:pt x="214" y="71"/>
                  </a:cubicBezTo>
                  <a:cubicBezTo>
                    <a:pt x="214" y="71"/>
                    <a:pt x="228" y="58"/>
                    <a:pt x="255" y="44"/>
                  </a:cubicBezTo>
                  <a:cubicBezTo>
                    <a:pt x="260" y="44"/>
                    <a:pt x="265" y="43"/>
                    <a:pt x="271" y="43"/>
                  </a:cubicBezTo>
                  <a:cubicBezTo>
                    <a:pt x="372" y="43"/>
                    <a:pt x="580" y="142"/>
                    <a:pt x="667" y="204"/>
                  </a:cubicBezTo>
                  <a:cubicBezTo>
                    <a:pt x="748" y="285"/>
                    <a:pt x="708" y="471"/>
                    <a:pt x="681" y="551"/>
                  </a:cubicBezTo>
                  <a:cubicBezTo>
                    <a:pt x="667" y="565"/>
                    <a:pt x="681" y="578"/>
                    <a:pt x="694" y="578"/>
                  </a:cubicBezTo>
                  <a:cubicBezTo>
                    <a:pt x="698" y="582"/>
                    <a:pt x="702" y="584"/>
                    <a:pt x="706" y="584"/>
                  </a:cubicBezTo>
                  <a:cubicBezTo>
                    <a:pt x="714" y="584"/>
                    <a:pt x="721" y="574"/>
                    <a:pt x="721" y="565"/>
                  </a:cubicBezTo>
                  <a:cubicBezTo>
                    <a:pt x="735" y="551"/>
                    <a:pt x="828" y="272"/>
                    <a:pt x="694" y="165"/>
                  </a:cubicBezTo>
                  <a:cubicBezTo>
                    <a:pt x="599" y="94"/>
                    <a:pt x="408" y="1"/>
                    <a:pt x="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1238;p114">
              <a:extLst>
                <a:ext uri="{FF2B5EF4-FFF2-40B4-BE49-F238E27FC236}">
                  <a16:creationId xmlns:a16="http://schemas.microsoft.com/office/drawing/2014/main" id="{ED4612FA-7E42-D430-31E6-FD6FE090A701}"/>
                </a:ext>
              </a:extLst>
            </p:cNvPr>
            <p:cNvSpPr/>
            <p:nvPr/>
          </p:nvSpPr>
          <p:spPr>
            <a:xfrm>
              <a:off x="3877575" y="4178550"/>
              <a:ext cx="220750" cy="108400"/>
            </a:xfrm>
            <a:custGeom>
              <a:avLst/>
              <a:gdLst/>
              <a:ahLst/>
              <a:cxnLst/>
              <a:rect l="l" t="t" r="r" b="b"/>
              <a:pathLst>
                <a:path w="8830" h="4336" extrusionOk="0">
                  <a:moveTo>
                    <a:pt x="1" y="0"/>
                  </a:moveTo>
                  <a:lnTo>
                    <a:pt x="1" y="4335"/>
                  </a:lnTo>
                  <a:lnTo>
                    <a:pt x="8830" y="4335"/>
                  </a:lnTo>
                  <a:lnTo>
                    <a:pt x="88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1239;p114">
              <a:extLst>
                <a:ext uri="{FF2B5EF4-FFF2-40B4-BE49-F238E27FC236}">
                  <a16:creationId xmlns:a16="http://schemas.microsoft.com/office/drawing/2014/main" id="{833E4E44-43C5-9B19-B358-240E59C9A5FE}"/>
                </a:ext>
              </a:extLst>
            </p:cNvPr>
            <p:cNvSpPr/>
            <p:nvPr/>
          </p:nvSpPr>
          <p:spPr>
            <a:xfrm>
              <a:off x="3876250" y="4177225"/>
              <a:ext cx="223400" cy="111050"/>
            </a:xfrm>
            <a:custGeom>
              <a:avLst/>
              <a:gdLst/>
              <a:ahLst/>
              <a:cxnLst/>
              <a:rect l="l" t="t" r="r" b="b"/>
              <a:pathLst>
                <a:path w="8936" h="4442" extrusionOk="0">
                  <a:moveTo>
                    <a:pt x="54" y="0"/>
                  </a:moveTo>
                  <a:cubicBezTo>
                    <a:pt x="27" y="0"/>
                    <a:pt x="1" y="27"/>
                    <a:pt x="1" y="53"/>
                  </a:cubicBezTo>
                  <a:cubicBezTo>
                    <a:pt x="1" y="80"/>
                    <a:pt x="27" y="107"/>
                    <a:pt x="54" y="107"/>
                  </a:cubicBezTo>
                  <a:lnTo>
                    <a:pt x="8842" y="107"/>
                  </a:lnTo>
                  <a:lnTo>
                    <a:pt x="8842" y="4348"/>
                  </a:lnTo>
                  <a:lnTo>
                    <a:pt x="54" y="4348"/>
                  </a:lnTo>
                  <a:cubicBezTo>
                    <a:pt x="27" y="4348"/>
                    <a:pt x="1" y="4361"/>
                    <a:pt x="1" y="4388"/>
                  </a:cubicBezTo>
                  <a:cubicBezTo>
                    <a:pt x="1" y="4428"/>
                    <a:pt x="27" y="4441"/>
                    <a:pt x="54" y="4441"/>
                  </a:cubicBezTo>
                  <a:lnTo>
                    <a:pt x="8883" y="4441"/>
                  </a:lnTo>
                  <a:cubicBezTo>
                    <a:pt x="8922" y="4441"/>
                    <a:pt x="8936" y="4428"/>
                    <a:pt x="8936" y="4388"/>
                  </a:cubicBezTo>
                  <a:lnTo>
                    <a:pt x="8936" y="53"/>
                  </a:lnTo>
                  <a:cubicBezTo>
                    <a:pt x="8936" y="27"/>
                    <a:pt x="8922" y="0"/>
                    <a:pt x="88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1240;p114">
              <a:extLst>
                <a:ext uri="{FF2B5EF4-FFF2-40B4-BE49-F238E27FC236}">
                  <a16:creationId xmlns:a16="http://schemas.microsoft.com/office/drawing/2014/main" id="{A42A963D-8D5B-7654-E1ED-8B2CAF4DDBDF}"/>
                </a:ext>
              </a:extLst>
            </p:cNvPr>
            <p:cNvSpPr/>
            <p:nvPr/>
          </p:nvSpPr>
          <p:spPr>
            <a:xfrm>
              <a:off x="4077275" y="4269900"/>
              <a:ext cx="10025" cy="10025"/>
            </a:xfrm>
            <a:custGeom>
              <a:avLst/>
              <a:gdLst/>
              <a:ahLst/>
              <a:cxnLst/>
              <a:rect l="l" t="t" r="r" b="b"/>
              <a:pathLst>
                <a:path w="401" h="401" extrusionOk="0">
                  <a:moveTo>
                    <a:pt x="201" y="0"/>
                  </a:moveTo>
                  <a:cubicBezTo>
                    <a:pt x="95" y="0"/>
                    <a:pt x="1" y="94"/>
                    <a:pt x="1" y="201"/>
                  </a:cubicBezTo>
                  <a:cubicBezTo>
                    <a:pt x="1" y="308"/>
                    <a:pt x="95" y="401"/>
                    <a:pt x="201" y="401"/>
                  </a:cubicBezTo>
                  <a:cubicBezTo>
                    <a:pt x="308" y="401"/>
                    <a:pt x="401" y="308"/>
                    <a:pt x="401" y="201"/>
                  </a:cubicBezTo>
                  <a:cubicBezTo>
                    <a:pt x="401" y="94"/>
                    <a:pt x="308" y="0"/>
                    <a:pt x="2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1241;p114">
              <a:extLst>
                <a:ext uri="{FF2B5EF4-FFF2-40B4-BE49-F238E27FC236}">
                  <a16:creationId xmlns:a16="http://schemas.microsoft.com/office/drawing/2014/main" id="{82FC6E61-D100-6197-6FB9-63E06320405B}"/>
                </a:ext>
              </a:extLst>
            </p:cNvPr>
            <p:cNvSpPr/>
            <p:nvPr/>
          </p:nvSpPr>
          <p:spPr>
            <a:xfrm>
              <a:off x="4075950" y="4268575"/>
              <a:ext cx="12700" cy="12675"/>
            </a:xfrm>
            <a:custGeom>
              <a:avLst/>
              <a:gdLst/>
              <a:ahLst/>
              <a:cxnLst/>
              <a:rect l="l" t="t" r="r" b="b"/>
              <a:pathLst>
                <a:path w="508" h="507" extrusionOk="0">
                  <a:moveTo>
                    <a:pt x="254" y="107"/>
                  </a:moveTo>
                  <a:cubicBezTo>
                    <a:pt x="334" y="107"/>
                    <a:pt x="401" y="174"/>
                    <a:pt x="401" y="254"/>
                  </a:cubicBezTo>
                  <a:cubicBezTo>
                    <a:pt x="401" y="334"/>
                    <a:pt x="334" y="400"/>
                    <a:pt x="254" y="400"/>
                  </a:cubicBezTo>
                  <a:cubicBezTo>
                    <a:pt x="174" y="400"/>
                    <a:pt x="107" y="334"/>
                    <a:pt x="107" y="254"/>
                  </a:cubicBezTo>
                  <a:cubicBezTo>
                    <a:pt x="107" y="174"/>
                    <a:pt x="174" y="107"/>
                    <a:pt x="254" y="107"/>
                  </a:cubicBezTo>
                  <a:close/>
                  <a:moveTo>
                    <a:pt x="254" y="0"/>
                  </a:moveTo>
                  <a:cubicBezTo>
                    <a:pt x="121" y="0"/>
                    <a:pt x="0" y="107"/>
                    <a:pt x="0" y="254"/>
                  </a:cubicBezTo>
                  <a:cubicBezTo>
                    <a:pt x="0" y="387"/>
                    <a:pt x="121" y="507"/>
                    <a:pt x="254" y="507"/>
                  </a:cubicBezTo>
                  <a:cubicBezTo>
                    <a:pt x="388" y="507"/>
                    <a:pt x="507" y="387"/>
                    <a:pt x="507" y="254"/>
                  </a:cubicBezTo>
                  <a:cubicBezTo>
                    <a:pt x="507" y="107"/>
                    <a:pt x="388" y="0"/>
                    <a:pt x="2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TextBox 149">
            <a:extLst>
              <a:ext uri="{FF2B5EF4-FFF2-40B4-BE49-F238E27FC236}">
                <a16:creationId xmlns:a16="http://schemas.microsoft.com/office/drawing/2014/main" id="{FC51BC11-685A-326D-247C-2CB2E1F4668C}"/>
              </a:ext>
            </a:extLst>
          </p:cNvPr>
          <p:cNvSpPr txBox="1"/>
          <p:nvPr/>
        </p:nvSpPr>
        <p:spPr>
          <a:xfrm>
            <a:off x="473242" y="208548"/>
            <a:ext cx="8197515" cy="492443"/>
          </a:xfrm>
          <a:prstGeom prst="rect">
            <a:avLst/>
          </a:prstGeom>
          <a:noFill/>
        </p:spPr>
        <p:txBody>
          <a:bodyPr wrap="square" rtlCol="0">
            <a:spAutoFit/>
          </a:bodyPr>
          <a:lstStyle/>
          <a:p>
            <a:r>
              <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rPr>
              <a:t>Target Audience &amp; Marketing Objectives – MMS Solutions</a:t>
            </a:r>
          </a:p>
        </p:txBody>
      </p:sp>
      <p:sp>
        <p:nvSpPr>
          <p:cNvPr id="151" name="TextBox 150">
            <a:extLst>
              <a:ext uri="{FF2B5EF4-FFF2-40B4-BE49-F238E27FC236}">
                <a16:creationId xmlns:a16="http://schemas.microsoft.com/office/drawing/2014/main" id="{CF089613-432D-64C1-F484-0490358F87E4}"/>
              </a:ext>
            </a:extLst>
          </p:cNvPr>
          <p:cNvSpPr txBox="1"/>
          <p:nvPr/>
        </p:nvSpPr>
        <p:spPr>
          <a:xfrm>
            <a:off x="360948" y="1090054"/>
            <a:ext cx="2566736" cy="3108543"/>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Target Audience:</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Smartphone users (18–40 yrs) in Chennai.</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Brands: OnePlus, iPhone, LG, Pixel, </a:t>
            </a:r>
            <a:r>
              <a:rPr lang="en-IN" dirty="0" err="1">
                <a:latin typeface="Calibri" panose="020F0502020204030204" pitchFamily="34" charset="0"/>
                <a:ea typeface="Calibri" panose="020F0502020204030204" pitchFamily="34" charset="0"/>
                <a:cs typeface="Calibri" panose="020F0502020204030204" pitchFamily="34" charset="0"/>
              </a:rPr>
              <a:t>iQOO</a:t>
            </a:r>
            <a:r>
              <a:rPr lang="en-IN" dirty="0">
                <a:latin typeface="Calibri" panose="020F0502020204030204" pitchFamily="34" charset="0"/>
                <a:ea typeface="Calibri" panose="020F0502020204030204" pitchFamily="34" charset="0"/>
                <a:cs typeface="Calibri" panose="020F0502020204030204" pitchFamily="34" charset="0"/>
              </a:rPr>
              <a:t>, Nothing.</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Needs: Fast, reliable, affordable repair service.</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err="1">
                <a:latin typeface="Calibri" panose="020F0502020204030204" pitchFamily="34" charset="0"/>
                <a:ea typeface="Calibri" panose="020F0502020204030204" pitchFamily="34" charset="0"/>
                <a:cs typeface="Calibri" panose="020F0502020204030204" pitchFamily="34" charset="0"/>
              </a:rPr>
              <a:t>Behavior</a:t>
            </a:r>
            <a:r>
              <a:rPr lang="en-IN" dirty="0">
                <a:latin typeface="Calibri" panose="020F0502020204030204" pitchFamily="34" charset="0"/>
                <a:ea typeface="Calibri" panose="020F0502020204030204" pitchFamily="34" charset="0"/>
                <a:cs typeface="Calibri" panose="020F0502020204030204" pitchFamily="34" charset="0"/>
              </a:rPr>
              <a:t>: Search online → “OnePlus service </a:t>
            </a:r>
            <a:r>
              <a:rPr lang="en-IN" dirty="0" err="1">
                <a:latin typeface="Calibri" panose="020F0502020204030204" pitchFamily="34" charset="0"/>
                <a:ea typeface="Calibri" panose="020F0502020204030204" pitchFamily="34" charset="0"/>
                <a:cs typeface="Calibri" panose="020F0502020204030204" pitchFamily="34" charset="0"/>
              </a:rPr>
              <a:t>center</a:t>
            </a:r>
            <a:r>
              <a:rPr lang="en-IN" dirty="0">
                <a:latin typeface="Calibri" panose="020F0502020204030204" pitchFamily="34" charset="0"/>
                <a:ea typeface="Calibri" panose="020F0502020204030204" pitchFamily="34" charset="0"/>
                <a:cs typeface="Calibri" panose="020F0502020204030204" pitchFamily="34" charset="0"/>
              </a:rPr>
              <a:t> near me”.</a:t>
            </a:r>
          </a:p>
        </p:txBody>
      </p:sp>
      <p:sp>
        <p:nvSpPr>
          <p:cNvPr id="152" name="TextBox 151">
            <a:extLst>
              <a:ext uri="{FF2B5EF4-FFF2-40B4-BE49-F238E27FC236}">
                <a16:creationId xmlns:a16="http://schemas.microsoft.com/office/drawing/2014/main" id="{854ADB19-ADEE-1C8D-B078-E42A9B6663A7}"/>
              </a:ext>
            </a:extLst>
          </p:cNvPr>
          <p:cNvSpPr txBox="1"/>
          <p:nvPr/>
        </p:nvSpPr>
        <p:spPr>
          <a:xfrm>
            <a:off x="6216315" y="1090054"/>
            <a:ext cx="2566737" cy="3108543"/>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Marketing Objectives:</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Boost local visibility (SEO + Google Ads).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Drive more service bookings via website/landing page.</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Build trust with reviews, testimonials, and social proof.</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Convert mobile visitors with easy call/WhatsApp CTAs.</a:t>
            </a:r>
          </a:p>
        </p:txBody>
      </p:sp>
      <p:cxnSp>
        <p:nvCxnSpPr>
          <p:cNvPr id="153" name="Google Shape;1897;p66">
            <a:extLst>
              <a:ext uri="{FF2B5EF4-FFF2-40B4-BE49-F238E27FC236}">
                <a16:creationId xmlns:a16="http://schemas.microsoft.com/office/drawing/2014/main" id="{58ED256C-FA29-DAC1-C4B5-142FB1E2AEE2}"/>
              </a:ext>
            </a:extLst>
          </p:cNvPr>
          <p:cNvCxnSpPr>
            <a:cxnSpLocks/>
          </p:cNvCxnSpPr>
          <p:nvPr/>
        </p:nvCxnSpPr>
        <p:spPr>
          <a:xfrm>
            <a:off x="2691659" y="1228894"/>
            <a:ext cx="1471267" cy="696159"/>
          </a:xfrm>
          <a:prstGeom prst="bentConnector3">
            <a:avLst>
              <a:gd name="adj1" fmla="val 50000"/>
            </a:avLst>
          </a:prstGeom>
          <a:noFill/>
          <a:ln w="9525" cap="flat" cmpd="sng">
            <a:solidFill>
              <a:schemeClr val="accent6"/>
            </a:solidFill>
            <a:prstDash val="solid"/>
            <a:round/>
            <a:headEnd type="oval" w="med" len="med"/>
            <a:tailEnd type="none" w="med" len="med"/>
          </a:ln>
        </p:spPr>
      </p:cxnSp>
      <p:cxnSp>
        <p:nvCxnSpPr>
          <p:cNvPr id="154" name="Google Shape;1896;p66">
            <a:extLst>
              <a:ext uri="{FF2B5EF4-FFF2-40B4-BE49-F238E27FC236}">
                <a16:creationId xmlns:a16="http://schemas.microsoft.com/office/drawing/2014/main" id="{80A775F5-15C5-B641-AE90-8EE55B7B4B30}"/>
              </a:ext>
            </a:extLst>
          </p:cNvPr>
          <p:cNvCxnSpPr>
            <a:cxnSpLocks/>
          </p:cNvCxnSpPr>
          <p:nvPr/>
        </p:nvCxnSpPr>
        <p:spPr>
          <a:xfrm rot="10800000" flipV="1">
            <a:off x="4981074" y="1228893"/>
            <a:ext cx="1147013" cy="984918"/>
          </a:xfrm>
          <a:prstGeom prst="bentConnector3">
            <a:avLst>
              <a:gd name="adj1" fmla="val 50000"/>
            </a:avLst>
          </a:prstGeom>
          <a:noFill/>
          <a:ln w="9525" cap="flat" cmpd="sng">
            <a:solidFill>
              <a:schemeClr val="accent6"/>
            </a:solidFill>
            <a:prstDash val="solid"/>
            <a:round/>
            <a:headEnd type="oval" w="med" len="med"/>
            <a:tailEnd type="none" w="med" len="med"/>
          </a:ln>
        </p:spPr>
      </p:cxnSp>
      <p:sp>
        <p:nvSpPr>
          <p:cNvPr id="158" name="Google Shape;22108;p135">
            <a:extLst>
              <a:ext uri="{FF2B5EF4-FFF2-40B4-BE49-F238E27FC236}">
                <a16:creationId xmlns:a16="http://schemas.microsoft.com/office/drawing/2014/main" id="{C7BFCB96-6D1E-5617-4335-C3D65131CAC5}"/>
              </a:ext>
            </a:extLst>
          </p:cNvPr>
          <p:cNvSpPr/>
          <p:nvPr/>
        </p:nvSpPr>
        <p:spPr>
          <a:xfrm>
            <a:off x="6258837" y="1090054"/>
            <a:ext cx="251844" cy="277681"/>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22335;p135">
            <a:extLst>
              <a:ext uri="{FF2B5EF4-FFF2-40B4-BE49-F238E27FC236}">
                <a16:creationId xmlns:a16="http://schemas.microsoft.com/office/drawing/2014/main" id="{F1CFBFAA-416C-65CC-C827-7BBEF072E51C}"/>
              </a:ext>
            </a:extLst>
          </p:cNvPr>
          <p:cNvGrpSpPr/>
          <p:nvPr/>
        </p:nvGrpSpPr>
        <p:grpSpPr>
          <a:xfrm>
            <a:off x="360948" y="1090054"/>
            <a:ext cx="280736" cy="277682"/>
            <a:chOff x="4891198" y="2925108"/>
            <a:chExt cx="334634" cy="334634"/>
          </a:xfrm>
        </p:grpSpPr>
        <p:sp>
          <p:nvSpPr>
            <p:cNvPr id="160" name="Google Shape;22336;p135">
              <a:extLst>
                <a:ext uri="{FF2B5EF4-FFF2-40B4-BE49-F238E27FC236}">
                  <a16:creationId xmlns:a16="http://schemas.microsoft.com/office/drawing/2014/main" id="{BEEB69DB-6117-DFF5-11A2-0A75E4E9B44B}"/>
                </a:ext>
              </a:extLst>
            </p:cNvPr>
            <p:cNvSpPr/>
            <p:nvPr/>
          </p:nvSpPr>
          <p:spPr>
            <a:xfrm>
              <a:off x="5001830" y="2925108"/>
              <a:ext cx="113338" cy="150831"/>
            </a:xfrm>
            <a:custGeom>
              <a:avLst/>
              <a:gdLst/>
              <a:ahLst/>
              <a:cxnLst/>
              <a:rect l="l" t="t" r="r" b="b"/>
              <a:pathLst>
                <a:path w="3561" h="4739" extrusionOk="0">
                  <a:moveTo>
                    <a:pt x="1822" y="333"/>
                  </a:moveTo>
                  <a:cubicBezTo>
                    <a:pt x="2251" y="333"/>
                    <a:pt x="2596" y="691"/>
                    <a:pt x="2596" y="1107"/>
                  </a:cubicBezTo>
                  <a:lnTo>
                    <a:pt x="2596" y="1214"/>
                  </a:lnTo>
                  <a:lnTo>
                    <a:pt x="2573" y="1214"/>
                  </a:lnTo>
                  <a:cubicBezTo>
                    <a:pt x="2358" y="1155"/>
                    <a:pt x="2275" y="857"/>
                    <a:pt x="2263" y="857"/>
                  </a:cubicBezTo>
                  <a:cubicBezTo>
                    <a:pt x="2251" y="798"/>
                    <a:pt x="2203" y="738"/>
                    <a:pt x="2132" y="738"/>
                  </a:cubicBezTo>
                  <a:cubicBezTo>
                    <a:pt x="2119" y="733"/>
                    <a:pt x="2105" y="731"/>
                    <a:pt x="2092" y="731"/>
                  </a:cubicBezTo>
                  <a:cubicBezTo>
                    <a:pt x="2043" y="731"/>
                    <a:pt x="1993" y="761"/>
                    <a:pt x="1965" y="798"/>
                  </a:cubicBezTo>
                  <a:cubicBezTo>
                    <a:pt x="1668" y="1214"/>
                    <a:pt x="1001" y="1214"/>
                    <a:pt x="1001" y="1214"/>
                  </a:cubicBezTo>
                  <a:lnTo>
                    <a:pt x="953" y="1214"/>
                  </a:lnTo>
                  <a:lnTo>
                    <a:pt x="965" y="1107"/>
                  </a:lnTo>
                  <a:cubicBezTo>
                    <a:pt x="965" y="679"/>
                    <a:pt x="1322" y="333"/>
                    <a:pt x="1739" y="333"/>
                  </a:cubicBezTo>
                  <a:close/>
                  <a:moveTo>
                    <a:pt x="2739" y="1655"/>
                  </a:moveTo>
                  <a:cubicBezTo>
                    <a:pt x="2775" y="1691"/>
                    <a:pt x="2775" y="1715"/>
                    <a:pt x="2775" y="1750"/>
                  </a:cubicBezTo>
                  <a:cubicBezTo>
                    <a:pt x="2775" y="1786"/>
                    <a:pt x="2751" y="1834"/>
                    <a:pt x="2703" y="1845"/>
                  </a:cubicBezTo>
                  <a:lnTo>
                    <a:pt x="2703" y="1655"/>
                  </a:lnTo>
                  <a:close/>
                  <a:moveTo>
                    <a:pt x="846" y="1667"/>
                  </a:moveTo>
                  <a:lnTo>
                    <a:pt x="846" y="1881"/>
                  </a:lnTo>
                  <a:cubicBezTo>
                    <a:pt x="822" y="1845"/>
                    <a:pt x="787" y="1822"/>
                    <a:pt x="787" y="1762"/>
                  </a:cubicBezTo>
                  <a:cubicBezTo>
                    <a:pt x="787" y="1715"/>
                    <a:pt x="810" y="1691"/>
                    <a:pt x="822" y="1667"/>
                  </a:cubicBezTo>
                  <a:close/>
                  <a:moveTo>
                    <a:pt x="2084" y="1179"/>
                  </a:moveTo>
                  <a:cubicBezTo>
                    <a:pt x="2144" y="1298"/>
                    <a:pt x="2251" y="1417"/>
                    <a:pt x="2394" y="1476"/>
                  </a:cubicBezTo>
                  <a:lnTo>
                    <a:pt x="2382" y="1953"/>
                  </a:lnTo>
                  <a:cubicBezTo>
                    <a:pt x="2382" y="2250"/>
                    <a:pt x="2144" y="2477"/>
                    <a:pt x="1858" y="2477"/>
                  </a:cubicBezTo>
                  <a:lnTo>
                    <a:pt x="1715" y="2477"/>
                  </a:lnTo>
                  <a:cubicBezTo>
                    <a:pt x="1418" y="2477"/>
                    <a:pt x="1191" y="2238"/>
                    <a:pt x="1191" y="1953"/>
                  </a:cubicBezTo>
                  <a:lnTo>
                    <a:pt x="1191" y="1524"/>
                  </a:lnTo>
                  <a:cubicBezTo>
                    <a:pt x="1406" y="1488"/>
                    <a:pt x="1787" y="1417"/>
                    <a:pt x="2084" y="1179"/>
                  </a:cubicBezTo>
                  <a:close/>
                  <a:moveTo>
                    <a:pt x="1965" y="2798"/>
                  </a:moveTo>
                  <a:lnTo>
                    <a:pt x="1965" y="2893"/>
                  </a:lnTo>
                  <a:lnTo>
                    <a:pt x="1787" y="3084"/>
                  </a:lnTo>
                  <a:lnTo>
                    <a:pt x="1608" y="2917"/>
                  </a:lnTo>
                  <a:lnTo>
                    <a:pt x="1608" y="2798"/>
                  </a:lnTo>
                  <a:close/>
                  <a:moveTo>
                    <a:pt x="1751" y="0"/>
                  </a:moveTo>
                  <a:cubicBezTo>
                    <a:pt x="1144" y="0"/>
                    <a:pt x="644" y="512"/>
                    <a:pt x="644" y="1119"/>
                  </a:cubicBezTo>
                  <a:lnTo>
                    <a:pt x="644" y="1417"/>
                  </a:lnTo>
                  <a:cubicBezTo>
                    <a:pt x="537" y="1512"/>
                    <a:pt x="465" y="1643"/>
                    <a:pt x="465" y="1774"/>
                  </a:cubicBezTo>
                  <a:cubicBezTo>
                    <a:pt x="465" y="2000"/>
                    <a:pt x="656" y="2203"/>
                    <a:pt x="894" y="2226"/>
                  </a:cubicBezTo>
                  <a:cubicBezTo>
                    <a:pt x="953" y="2429"/>
                    <a:pt x="1108" y="2596"/>
                    <a:pt x="1287" y="2703"/>
                  </a:cubicBezTo>
                  <a:lnTo>
                    <a:pt x="1287" y="2786"/>
                  </a:lnTo>
                  <a:lnTo>
                    <a:pt x="596" y="3060"/>
                  </a:lnTo>
                  <a:cubicBezTo>
                    <a:pt x="537" y="3084"/>
                    <a:pt x="1" y="3298"/>
                    <a:pt x="1" y="3965"/>
                  </a:cubicBezTo>
                  <a:lnTo>
                    <a:pt x="1" y="4560"/>
                  </a:lnTo>
                  <a:cubicBezTo>
                    <a:pt x="1" y="4643"/>
                    <a:pt x="72" y="4727"/>
                    <a:pt x="167" y="4727"/>
                  </a:cubicBezTo>
                  <a:lnTo>
                    <a:pt x="584" y="4727"/>
                  </a:lnTo>
                  <a:cubicBezTo>
                    <a:pt x="668" y="4727"/>
                    <a:pt x="739" y="4643"/>
                    <a:pt x="739" y="4560"/>
                  </a:cubicBezTo>
                  <a:cubicBezTo>
                    <a:pt x="739" y="4465"/>
                    <a:pt x="668" y="4393"/>
                    <a:pt x="584" y="4393"/>
                  </a:cubicBezTo>
                  <a:lnTo>
                    <a:pt x="322" y="4393"/>
                  </a:lnTo>
                  <a:lnTo>
                    <a:pt x="322" y="3965"/>
                  </a:lnTo>
                  <a:cubicBezTo>
                    <a:pt x="322" y="3500"/>
                    <a:pt x="691" y="3369"/>
                    <a:pt x="703" y="3369"/>
                  </a:cubicBezTo>
                  <a:lnTo>
                    <a:pt x="715" y="3369"/>
                  </a:lnTo>
                  <a:lnTo>
                    <a:pt x="1334" y="3131"/>
                  </a:lnTo>
                  <a:lnTo>
                    <a:pt x="1668" y="3453"/>
                  </a:lnTo>
                  <a:cubicBezTo>
                    <a:pt x="1703" y="3489"/>
                    <a:pt x="1739" y="3500"/>
                    <a:pt x="1787" y="3500"/>
                  </a:cubicBezTo>
                  <a:cubicBezTo>
                    <a:pt x="1834" y="3500"/>
                    <a:pt x="1870" y="3489"/>
                    <a:pt x="1906" y="3453"/>
                  </a:cubicBezTo>
                  <a:lnTo>
                    <a:pt x="2215" y="3131"/>
                  </a:lnTo>
                  <a:lnTo>
                    <a:pt x="2846" y="3381"/>
                  </a:lnTo>
                  <a:lnTo>
                    <a:pt x="2858" y="3381"/>
                  </a:lnTo>
                  <a:cubicBezTo>
                    <a:pt x="2858" y="3381"/>
                    <a:pt x="3227" y="3512"/>
                    <a:pt x="3227" y="3977"/>
                  </a:cubicBezTo>
                  <a:lnTo>
                    <a:pt x="3227" y="4405"/>
                  </a:lnTo>
                  <a:lnTo>
                    <a:pt x="1120" y="4405"/>
                  </a:lnTo>
                  <a:cubicBezTo>
                    <a:pt x="1025" y="4405"/>
                    <a:pt x="953" y="4489"/>
                    <a:pt x="953" y="4572"/>
                  </a:cubicBezTo>
                  <a:cubicBezTo>
                    <a:pt x="953" y="4667"/>
                    <a:pt x="1025" y="4739"/>
                    <a:pt x="1120" y="4739"/>
                  </a:cubicBezTo>
                  <a:lnTo>
                    <a:pt x="3394" y="4739"/>
                  </a:lnTo>
                  <a:cubicBezTo>
                    <a:pt x="3477" y="4739"/>
                    <a:pt x="3561" y="4667"/>
                    <a:pt x="3561" y="4572"/>
                  </a:cubicBezTo>
                  <a:lnTo>
                    <a:pt x="3561" y="3977"/>
                  </a:lnTo>
                  <a:cubicBezTo>
                    <a:pt x="3561" y="3310"/>
                    <a:pt x="3037" y="3084"/>
                    <a:pt x="2965" y="3072"/>
                  </a:cubicBezTo>
                  <a:lnTo>
                    <a:pt x="2311" y="2798"/>
                  </a:lnTo>
                  <a:lnTo>
                    <a:pt x="2311" y="2715"/>
                  </a:lnTo>
                  <a:cubicBezTo>
                    <a:pt x="2489" y="2607"/>
                    <a:pt x="2620" y="2441"/>
                    <a:pt x="2692" y="2238"/>
                  </a:cubicBezTo>
                  <a:cubicBezTo>
                    <a:pt x="2930" y="2226"/>
                    <a:pt x="3120" y="2012"/>
                    <a:pt x="3120" y="1774"/>
                  </a:cubicBezTo>
                  <a:cubicBezTo>
                    <a:pt x="3120" y="1631"/>
                    <a:pt x="3049" y="1488"/>
                    <a:pt x="2942" y="1417"/>
                  </a:cubicBezTo>
                  <a:lnTo>
                    <a:pt x="2942" y="1119"/>
                  </a:lnTo>
                  <a:cubicBezTo>
                    <a:pt x="2942" y="512"/>
                    <a:pt x="2442" y="0"/>
                    <a:pt x="1834"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1" name="Google Shape;22337;p135">
              <a:extLst>
                <a:ext uri="{FF2B5EF4-FFF2-40B4-BE49-F238E27FC236}">
                  <a16:creationId xmlns:a16="http://schemas.microsoft.com/office/drawing/2014/main" id="{86BC0D26-A8DA-2614-187C-277373B0CAFE}"/>
                </a:ext>
              </a:extLst>
            </p:cNvPr>
            <p:cNvSpPr/>
            <p:nvPr/>
          </p:nvSpPr>
          <p:spPr>
            <a:xfrm>
              <a:off x="5102628" y="2933033"/>
              <a:ext cx="98188" cy="76991"/>
            </a:xfrm>
            <a:custGeom>
              <a:avLst/>
              <a:gdLst/>
              <a:ahLst/>
              <a:cxnLst/>
              <a:rect l="l" t="t" r="r" b="b"/>
              <a:pathLst>
                <a:path w="3085" h="2419" extrusionOk="0">
                  <a:moveTo>
                    <a:pt x="181" y="1"/>
                  </a:moveTo>
                  <a:cubicBezTo>
                    <a:pt x="116" y="1"/>
                    <a:pt x="55" y="44"/>
                    <a:pt x="37" y="108"/>
                  </a:cubicBezTo>
                  <a:cubicBezTo>
                    <a:pt x="1" y="192"/>
                    <a:pt x="48" y="287"/>
                    <a:pt x="132" y="323"/>
                  </a:cubicBezTo>
                  <a:cubicBezTo>
                    <a:pt x="1215" y="680"/>
                    <a:pt x="2132" y="1394"/>
                    <a:pt x="2751" y="2347"/>
                  </a:cubicBezTo>
                  <a:cubicBezTo>
                    <a:pt x="2787" y="2394"/>
                    <a:pt x="2846" y="2418"/>
                    <a:pt x="2894" y="2418"/>
                  </a:cubicBezTo>
                  <a:cubicBezTo>
                    <a:pt x="2918" y="2418"/>
                    <a:pt x="2954" y="2406"/>
                    <a:pt x="2977" y="2394"/>
                  </a:cubicBezTo>
                  <a:cubicBezTo>
                    <a:pt x="3049" y="2347"/>
                    <a:pt x="3085" y="2239"/>
                    <a:pt x="3025" y="2168"/>
                  </a:cubicBezTo>
                  <a:cubicBezTo>
                    <a:pt x="2370" y="1156"/>
                    <a:pt x="1382" y="382"/>
                    <a:pt x="239" y="13"/>
                  </a:cubicBezTo>
                  <a:cubicBezTo>
                    <a:pt x="220" y="5"/>
                    <a:pt x="200" y="1"/>
                    <a:pt x="181"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2" name="Google Shape;22338;p135">
              <a:extLst>
                <a:ext uri="{FF2B5EF4-FFF2-40B4-BE49-F238E27FC236}">
                  <a16:creationId xmlns:a16="http://schemas.microsoft.com/office/drawing/2014/main" id="{B294F8F3-232D-9B5B-D731-24721DD19A2A}"/>
                </a:ext>
              </a:extLst>
            </p:cNvPr>
            <p:cNvSpPr/>
            <p:nvPr/>
          </p:nvSpPr>
          <p:spPr>
            <a:xfrm>
              <a:off x="4915832" y="2932492"/>
              <a:ext cx="98920" cy="77532"/>
            </a:xfrm>
            <a:custGeom>
              <a:avLst/>
              <a:gdLst/>
              <a:ahLst/>
              <a:cxnLst/>
              <a:rect l="l" t="t" r="r" b="b"/>
              <a:pathLst>
                <a:path w="3108" h="2436" extrusionOk="0">
                  <a:moveTo>
                    <a:pt x="2914" y="0"/>
                  </a:moveTo>
                  <a:cubicBezTo>
                    <a:pt x="2899" y="0"/>
                    <a:pt x="2884" y="2"/>
                    <a:pt x="2869" y="6"/>
                  </a:cubicBezTo>
                  <a:cubicBezTo>
                    <a:pt x="1703" y="375"/>
                    <a:pt x="714" y="1161"/>
                    <a:pt x="36" y="2185"/>
                  </a:cubicBezTo>
                  <a:cubicBezTo>
                    <a:pt x="0" y="2256"/>
                    <a:pt x="24" y="2364"/>
                    <a:pt x="95" y="2411"/>
                  </a:cubicBezTo>
                  <a:cubicBezTo>
                    <a:pt x="131" y="2423"/>
                    <a:pt x="155" y="2435"/>
                    <a:pt x="191" y="2435"/>
                  </a:cubicBezTo>
                  <a:cubicBezTo>
                    <a:pt x="250" y="2435"/>
                    <a:pt x="298" y="2411"/>
                    <a:pt x="322" y="2364"/>
                  </a:cubicBezTo>
                  <a:cubicBezTo>
                    <a:pt x="953" y="1399"/>
                    <a:pt x="1881" y="685"/>
                    <a:pt x="2977" y="328"/>
                  </a:cubicBezTo>
                  <a:cubicBezTo>
                    <a:pt x="3060" y="292"/>
                    <a:pt x="3108" y="209"/>
                    <a:pt x="3072" y="113"/>
                  </a:cubicBezTo>
                  <a:cubicBezTo>
                    <a:pt x="3052" y="44"/>
                    <a:pt x="2984" y="0"/>
                    <a:pt x="2914"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3" name="Google Shape;22339;p135">
              <a:extLst>
                <a:ext uri="{FF2B5EF4-FFF2-40B4-BE49-F238E27FC236}">
                  <a16:creationId xmlns:a16="http://schemas.microsoft.com/office/drawing/2014/main" id="{ACA4BD19-0AE3-1749-4AC4-AE506066A473}"/>
                </a:ext>
              </a:extLst>
            </p:cNvPr>
            <p:cNvSpPr/>
            <p:nvPr/>
          </p:nvSpPr>
          <p:spPr>
            <a:xfrm>
              <a:off x="4915832" y="3174254"/>
              <a:ext cx="80746" cy="70689"/>
            </a:xfrm>
            <a:custGeom>
              <a:avLst/>
              <a:gdLst/>
              <a:ahLst/>
              <a:cxnLst/>
              <a:rect l="l" t="t" r="r" b="b"/>
              <a:pathLst>
                <a:path w="2537" h="2221" extrusionOk="0">
                  <a:moveTo>
                    <a:pt x="185" y="0"/>
                  </a:moveTo>
                  <a:cubicBezTo>
                    <a:pt x="155" y="0"/>
                    <a:pt x="125" y="9"/>
                    <a:pt x="95" y="30"/>
                  </a:cubicBezTo>
                  <a:cubicBezTo>
                    <a:pt x="24" y="78"/>
                    <a:pt x="0" y="185"/>
                    <a:pt x="60" y="256"/>
                  </a:cubicBezTo>
                  <a:cubicBezTo>
                    <a:pt x="607" y="1102"/>
                    <a:pt x="1381" y="1780"/>
                    <a:pt x="2286" y="2209"/>
                  </a:cubicBezTo>
                  <a:cubicBezTo>
                    <a:pt x="2322" y="2221"/>
                    <a:pt x="2334" y="2221"/>
                    <a:pt x="2357" y="2221"/>
                  </a:cubicBezTo>
                  <a:cubicBezTo>
                    <a:pt x="2417" y="2221"/>
                    <a:pt x="2477" y="2197"/>
                    <a:pt x="2512" y="2138"/>
                  </a:cubicBezTo>
                  <a:cubicBezTo>
                    <a:pt x="2536" y="2030"/>
                    <a:pt x="2512" y="1923"/>
                    <a:pt x="2417" y="1899"/>
                  </a:cubicBezTo>
                  <a:cubicBezTo>
                    <a:pt x="1560" y="1495"/>
                    <a:pt x="845" y="864"/>
                    <a:pt x="322" y="78"/>
                  </a:cubicBezTo>
                  <a:cubicBezTo>
                    <a:pt x="291" y="31"/>
                    <a:pt x="240" y="0"/>
                    <a:pt x="185"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4" name="Google Shape;22340;p135">
              <a:extLst>
                <a:ext uri="{FF2B5EF4-FFF2-40B4-BE49-F238E27FC236}">
                  <a16:creationId xmlns:a16="http://schemas.microsoft.com/office/drawing/2014/main" id="{F46B611E-9423-B9F0-261C-2716AFD50355}"/>
                </a:ext>
              </a:extLst>
            </p:cNvPr>
            <p:cNvSpPr/>
            <p:nvPr/>
          </p:nvSpPr>
          <p:spPr>
            <a:xfrm>
              <a:off x="5121215" y="3173936"/>
              <a:ext cx="79601" cy="69511"/>
            </a:xfrm>
            <a:custGeom>
              <a:avLst/>
              <a:gdLst/>
              <a:ahLst/>
              <a:cxnLst/>
              <a:rect l="l" t="t" r="r" b="b"/>
              <a:pathLst>
                <a:path w="2501" h="2184" extrusionOk="0">
                  <a:moveTo>
                    <a:pt x="2301" y="0"/>
                  </a:moveTo>
                  <a:cubicBezTo>
                    <a:pt x="2250" y="0"/>
                    <a:pt x="2201" y="25"/>
                    <a:pt x="2179" y="76"/>
                  </a:cubicBezTo>
                  <a:cubicBezTo>
                    <a:pt x="1667" y="862"/>
                    <a:pt x="953" y="1481"/>
                    <a:pt x="119" y="1874"/>
                  </a:cubicBezTo>
                  <a:cubicBezTo>
                    <a:pt x="36" y="1921"/>
                    <a:pt x="0" y="2005"/>
                    <a:pt x="48" y="2100"/>
                  </a:cubicBezTo>
                  <a:cubicBezTo>
                    <a:pt x="72" y="2159"/>
                    <a:pt x="131" y="2183"/>
                    <a:pt x="191" y="2183"/>
                  </a:cubicBezTo>
                  <a:cubicBezTo>
                    <a:pt x="226" y="2183"/>
                    <a:pt x="238" y="2183"/>
                    <a:pt x="274" y="2171"/>
                  </a:cubicBezTo>
                  <a:cubicBezTo>
                    <a:pt x="1167" y="1755"/>
                    <a:pt x="1941" y="1088"/>
                    <a:pt x="2477" y="231"/>
                  </a:cubicBezTo>
                  <a:cubicBezTo>
                    <a:pt x="2501" y="183"/>
                    <a:pt x="2489" y="76"/>
                    <a:pt x="2393" y="28"/>
                  </a:cubicBezTo>
                  <a:cubicBezTo>
                    <a:pt x="2366" y="10"/>
                    <a:pt x="2333" y="0"/>
                    <a:pt x="2301"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5" name="Google Shape;22341;p135">
              <a:extLst>
                <a:ext uri="{FF2B5EF4-FFF2-40B4-BE49-F238E27FC236}">
                  <a16:creationId xmlns:a16="http://schemas.microsoft.com/office/drawing/2014/main" id="{2E1A42C3-3194-587C-CEF3-2AA3CADD7D29}"/>
                </a:ext>
              </a:extLst>
            </p:cNvPr>
            <p:cNvSpPr/>
            <p:nvPr/>
          </p:nvSpPr>
          <p:spPr>
            <a:xfrm>
              <a:off x="4891198"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6" y="1203"/>
                  </a:lnTo>
                  <a:lnTo>
                    <a:pt x="976" y="1096"/>
                  </a:lnTo>
                  <a:cubicBezTo>
                    <a:pt x="976" y="667"/>
                    <a:pt x="1334" y="322"/>
                    <a:pt x="1750" y="322"/>
                  </a:cubicBezTo>
                  <a:close/>
                  <a:moveTo>
                    <a:pt x="2727" y="1667"/>
                  </a:moveTo>
                  <a:cubicBezTo>
                    <a:pt x="2762" y="1691"/>
                    <a:pt x="2762" y="1727"/>
                    <a:pt x="2762" y="1751"/>
                  </a:cubicBezTo>
                  <a:cubicBezTo>
                    <a:pt x="2762" y="1798"/>
                    <a:pt x="2750" y="1846"/>
                    <a:pt x="2703" y="1858"/>
                  </a:cubicBezTo>
                  <a:lnTo>
                    <a:pt x="2703" y="1667"/>
                  </a:lnTo>
                  <a:close/>
                  <a:moveTo>
                    <a:pt x="845" y="1667"/>
                  </a:moveTo>
                  <a:lnTo>
                    <a:pt x="845" y="1870"/>
                  </a:lnTo>
                  <a:cubicBezTo>
                    <a:pt x="810" y="1846"/>
                    <a:pt x="786" y="1810"/>
                    <a:pt x="786" y="1751"/>
                  </a:cubicBezTo>
                  <a:cubicBezTo>
                    <a:pt x="786" y="1727"/>
                    <a:pt x="798" y="1691"/>
                    <a:pt x="810"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607" y="2941"/>
                  </a:lnTo>
                  <a:lnTo>
                    <a:pt x="1607" y="2822"/>
                  </a:lnTo>
                  <a:close/>
                  <a:moveTo>
                    <a:pt x="1750"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5"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8" y="3513"/>
                    <a:pt x="1774" y="3513"/>
                  </a:cubicBezTo>
                  <a:cubicBezTo>
                    <a:pt x="1822" y="3513"/>
                    <a:pt x="1869" y="3489"/>
                    <a:pt x="1893" y="3465"/>
                  </a:cubicBezTo>
                  <a:lnTo>
                    <a:pt x="2215" y="3132"/>
                  </a:lnTo>
                  <a:lnTo>
                    <a:pt x="2834" y="3394"/>
                  </a:lnTo>
                  <a:lnTo>
                    <a:pt x="2846" y="3394"/>
                  </a:lnTo>
                  <a:cubicBezTo>
                    <a:pt x="2870" y="3394"/>
                    <a:pt x="3227" y="3525"/>
                    <a:pt x="3227" y="3989"/>
                  </a:cubicBezTo>
                  <a:lnTo>
                    <a:pt x="3227" y="4418"/>
                  </a:lnTo>
                  <a:lnTo>
                    <a:pt x="1107" y="4418"/>
                  </a:lnTo>
                  <a:cubicBezTo>
                    <a:pt x="1024" y="4418"/>
                    <a:pt x="941" y="4489"/>
                    <a:pt x="941" y="4584"/>
                  </a:cubicBezTo>
                  <a:cubicBezTo>
                    <a:pt x="941" y="4668"/>
                    <a:pt x="1024" y="4739"/>
                    <a:pt x="1107" y="4739"/>
                  </a:cubicBezTo>
                  <a:lnTo>
                    <a:pt x="3382" y="4739"/>
                  </a:lnTo>
                  <a:cubicBezTo>
                    <a:pt x="3477" y="4727"/>
                    <a:pt x="3548" y="4656"/>
                    <a:pt x="3548" y="4560"/>
                  </a:cubicBezTo>
                  <a:lnTo>
                    <a:pt x="3548" y="3965"/>
                  </a:lnTo>
                  <a:cubicBezTo>
                    <a:pt x="3548" y="3298"/>
                    <a:pt x="3036" y="3072"/>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6" name="Google Shape;22342;p135">
              <a:extLst>
                <a:ext uri="{FF2B5EF4-FFF2-40B4-BE49-F238E27FC236}">
                  <a16:creationId xmlns:a16="http://schemas.microsoft.com/office/drawing/2014/main" id="{A28A3B58-1F66-48DC-D14B-FF3A4ADF0D43}"/>
                </a:ext>
              </a:extLst>
            </p:cNvPr>
            <p:cNvSpPr/>
            <p:nvPr/>
          </p:nvSpPr>
          <p:spPr>
            <a:xfrm>
              <a:off x="5112876"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7" y="1203"/>
                  </a:lnTo>
                  <a:lnTo>
                    <a:pt x="977" y="1096"/>
                  </a:lnTo>
                  <a:cubicBezTo>
                    <a:pt x="977" y="667"/>
                    <a:pt x="1334" y="322"/>
                    <a:pt x="1751" y="322"/>
                  </a:cubicBezTo>
                  <a:close/>
                  <a:moveTo>
                    <a:pt x="2727" y="1667"/>
                  </a:moveTo>
                  <a:cubicBezTo>
                    <a:pt x="2763" y="1691"/>
                    <a:pt x="2763" y="1727"/>
                    <a:pt x="2763" y="1751"/>
                  </a:cubicBezTo>
                  <a:cubicBezTo>
                    <a:pt x="2763" y="1798"/>
                    <a:pt x="2751" y="1846"/>
                    <a:pt x="2703" y="1858"/>
                  </a:cubicBezTo>
                  <a:lnTo>
                    <a:pt x="2703" y="1667"/>
                  </a:lnTo>
                  <a:close/>
                  <a:moveTo>
                    <a:pt x="858" y="1667"/>
                  </a:moveTo>
                  <a:lnTo>
                    <a:pt x="858" y="1870"/>
                  </a:lnTo>
                  <a:cubicBezTo>
                    <a:pt x="822" y="1846"/>
                    <a:pt x="798" y="1810"/>
                    <a:pt x="798" y="1751"/>
                  </a:cubicBezTo>
                  <a:cubicBezTo>
                    <a:pt x="798" y="1727"/>
                    <a:pt x="810" y="1691"/>
                    <a:pt x="822"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596" y="2941"/>
                  </a:lnTo>
                  <a:lnTo>
                    <a:pt x="1596" y="2822"/>
                  </a:lnTo>
                  <a:close/>
                  <a:moveTo>
                    <a:pt x="1751"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6"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9" y="3513"/>
                    <a:pt x="1774" y="3513"/>
                  </a:cubicBezTo>
                  <a:cubicBezTo>
                    <a:pt x="1822" y="3513"/>
                    <a:pt x="1870" y="3489"/>
                    <a:pt x="1893" y="3465"/>
                  </a:cubicBezTo>
                  <a:lnTo>
                    <a:pt x="2215" y="3132"/>
                  </a:lnTo>
                  <a:lnTo>
                    <a:pt x="2834" y="3394"/>
                  </a:lnTo>
                  <a:lnTo>
                    <a:pt x="2846" y="3394"/>
                  </a:lnTo>
                  <a:cubicBezTo>
                    <a:pt x="2870" y="3394"/>
                    <a:pt x="3227" y="3525"/>
                    <a:pt x="3227" y="3989"/>
                  </a:cubicBezTo>
                  <a:lnTo>
                    <a:pt x="3227" y="4418"/>
                  </a:lnTo>
                  <a:lnTo>
                    <a:pt x="1108" y="4418"/>
                  </a:lnTo>
                  <a:cubicBezTo>
                    <a:pt x="1024" y="4418"/>
                    <a:pt x="941" y="4489"/>
                    <a:pt x="941" y="4584"/>
                  </a:cubicBezTo>
                  <a:cubicBezTo>
                    <a:pt x="941" y="4668"/>
                    <a:pt x="1024" y="4739"/>
                    <a:pt x="1108" y="4739"/>
                  </a:cubicBezTo>
                  <a:lnTo>
                    <a:pt x="3382" y="4739"/>
                  </a:lnTo>
                  <a:cubicBezTo>
                    <a:pt x="3477" y="4739"/>
                    <a:pt x="3548" y="4668"/>
                    <a:pt x="3548" y="4584"/>
                  </a:cubicBezTo>
                  <a:lnTo>
                    <a:pt x="3548" y="3989"/>
                  </a:lnTo>
                  <a:cubicBezTo>
                    <a:pt x="3548" y="3298"/>
                    <a:pt x="3013" y="3084"/>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sp>
          <p:nvSpPr>
            <p:cNvPr id="167" name="Google Shape;22343;p135">
              <a:extLst>
                <a:ext uri="{FF2B5EF4-FFF2-40B4-BE49-F238E27FC236}">
                  <a16:creationId xmlns:a16="http://schemas.microsoft.com/office/drawing/2014/main" id="{34E6397E-D0D7-344D-47EA-5EB295D32E7E}"/>
                </a:ext>
              </a:extLst>
            </p:cNvPr>
            <p:cNvSpPr/>
            <p:nvPr/>
          </p:nvSpPr>
          <p:spPr>
            <a:xfrm>
              <a:off x="5001448" y="3108498"/>
              <a:ext cx="113338" cy="151244"/>
            </a:xfrm>
            <a:custGeom>
              <a:avLst/>
              <a:gdLst/>
              <a:ahLst/>
              <a:cxnLst/>
              <a:rect l="l" t="t" r="r" b="b"/>
              <a:pathLst>
                <a:path w="3561" h="4752" extrusionOk="0">
                  <a:moveTo>
                    <a:pt x="1811" y="322"/>
                  </a:moveTo>
                  <a:cubicBezTo>
                    <a:pt x="2251" y="322"/>
                    <a:pt x="2585" y="679"/>
                    <a:pt x="2585" y="1096"/>
                  </a:cubicBezTo>
                  <a:lnTo>
                    <a:pt x="2585" y="1203"/>
                  </a:lnTo>
                  <a:lnTo>
                    <a:pt x="2573" y="1203"/>
                  </a:lnTo>
                  <a:cubicBezTo>
                    <a:pt x="2346" y="1144"/>
                    <a:pt x="2275" y="846"/>
                    <a:pt x="2263" y="846"/>
                  </a:cubicBezTo>
                  <a:cubicBezTo>
                    <a:pt x="2251" y="786"/>
                    <a:pt x="2204" y="727"/>
                    <a:pt x="2132" y="727"/>
                  </a:cubicBezTo>
                  <a:cubicBezTo>
                    <a:pt x="2124" y="725"/>
                    <a:pt x="2116" y="725"/>
                    <a:pt x="2107" y="725"/>
                  </a:cubicBezTo>
                  <a:cubicBezTo>
                    <a:pt x="2051" y="725"/>
                    <a:pt x="1986" y="756"/>
                    <a:pt x="1965" y="786"/>
                  </a:cubicBezTo>
                  <a:cubicBezTo>
                    <a:pt x="1692" y="1203"/>
                    <a:pt x="1037" y="1203"/>
                    <a:pt x="1025" y="1203"/>
                  </a:cubicBezTo>
                  <a:lnTo>
                    <a:pt x="965" y="1203"/>
                  </a:lnTo>
                  <a:lnTo>
                    <a:pt x="965" y="1096"/>
                  </a:lnTo>
                  <a:cubicBezTo>
                    <a:pt x="965" y="667"/>
                    <a:pt x="1322" y="322"/>
                    <a:pt x="1739" y="322"/>
                  </a:cubicBezTo>
                  <a:close/>
                  <a:moveTo>
                    <a:pt x="2751" y="1668"/>
                  </a:moveTo>
                  <a:cubicBezTo>
                    <a:pt x="2787" y="1703"/>
                    <a:pt x="2787" y="1727"/>
                    <a:pt x="2787" y="1763"/>
                  </a:cubicBezTo>
                  <a:cubicBezTo>
                    <a:pt x="2787" y="1798"/>
                    <a:pt x="2763" y="1846"/>
                    <a:pt x="2715" y="1858"/>
                  </a:cubicBezTo>
                  <a:lnTo>
                    <a:pt x="2715" y="1668"/>
                  </a:lnTo>
                  <a:close/>
                  <a:moveTo>
                    <a:pt x="858" y="1679"/>
                  </a:moveTo>
                  <a:lnTo>
                    <a:pt x="858" y="1894"/>
                  </a:lnTo>
                  <a:cubicBezTo>
                    <a:pt x="834" y="1858"/>
                    <a:pt x="799" y="1834"/>
                    <a:pt x="799" y="1775"/>
                  </a:cubicBezTo>
                  <a:cubicBezTo>
                    <a:pt x="799" y="1739"/>
                    <a:pt x="810" y="1715"/>
                    <a:pt x="834" y="1679"/>
                  </a:cubicBezTo>
                  <a:close/>
                  <a:moveTo>
                    <a:pt x="2096" y="1203"/>
                  </a:moveTo>
                  <a:cubicBezTo>
                    <a:pt x="2156" y="1322"/>
                    <a:pt x="2263" y="1441"/>
                    <a:pt x="2406" y="1501"/>
                  </a:cubicBezTo>
                  <a:lnTo>
                    <a:pt x="2406" y="1977"/>
                  </a:lnTo>
                  <a:cubicBezTo>
                    <a:pt x="2394" y="2263"/>
                    <a:pt x="2156" y="2501"/>
                    <a:pt x="1870" y="2501"/>
                  </a:cubicBezTo>
                  <a:lnTo>
                    <a:pt x="1727" y="2501"/>
                  </a:lnTo>
                  <a:cubicBezTo>
                    <a:pt x="1430" y="2501"/>
                    <a:pt x="1203" y="2263"/>
                    <a:pt x="1203" y="1977"/>
                  </a:cubicBezTo>
                  <a:lnTo>
                    <a:pt x="1203" y="1548"/>
                  </a:lnTo>
                  <a:cubicBezTo>
                    <a:pt x="1418" y="1525"/>
                    <a:pt x="1799" y="1441"/>
                    <a:pt x="2096" y="1203"/>
                  </a:cubicBezTo>
                  <a:close/>
                  <a:moveTo>
                    <a:pt x="1977" y="2834"/>
                  </a:moveTo>
                  <a:lnTo>
                    <a:pt x="1977" y="2918"/>
                  </a:lnTo>
                  <a:lnTo>
                    <a:pt x="1799" y="3108"/>
                  </a:lnTo>
                  <a:lnTo>
                    <a:pt x="1620" y="2941"/>
                  </a:lnTo>
                  <a:lnTo>
                    <a:pt x="1620" y="2834"/>
                  </a:lnTo>
                  <a:close/>
                  <a:moveTo>
                    <a:pt x="1751" y="1"/>
                  </a:moveTo>
                  <a:cubicBezTo>
                    <a:pt x="1144" y="1"/>
                    <a:pt x="632" y="501"/>
                    <a:pt x="632" y="1120"/>
                  </a:cubicBezTo>
                  <a:lnTo>
                    <a:pt x="632" y="1417"/>
                  </a:lnTo>
                  <a:cubicBezTo>
                    <a:pt x="537" y="1501"/>
                    <a:pt x="453" y="1644"/>
                    <a:pt x="453" y="1775"/>
                  </a:cubicBezTo>
                  <a:cubicBezTo>
                    <a:pt x="453" y="2025"/>
                    <a:pt x="656" y="2215"/>
                    <a:pt x="894" y="2239"/>
                  </a:cubicBezTo>
                  <a:cubicBezTo>
                    <a:pt x="953" y="2441"/>
                    <a:pt x="1096" y="2608"/>
                    <a:pt x="1275" y="2715"/>
                  </a:cubicBezTo>
                  <a:lnTo>
                    <a:pt x="1275" y="2799"/>
                  </a:lnTo>
                  <a:lnTo>
                    <a:pt x="596" y="3072"/>
                  </a:lnTo>
                  <a:cubicBezTo>
                    <a:pt x="537" y="3096"/>
                    <a:pt x="1" y="3311"/>
                    <a:pt x="1" y="3977"/>
                  </a:cubicBezTo>
                  <a:lnTo>
                    <a:pt x="1" y="4573"/>
                  </a:lnTo>
                  <a:cubicBezTo>
                    <a:pt x="1" y="4656"/>
                    <a:pt x="72" y="4739"/>
                    <a:pt x="156" y="4739"/>
                  </a:cubicBezTo>
                  <a:lnTo>
                    <a:pt x="572" y="4739"/>
                  </a:lnTo>
                  <a:cubicBezTo>
                    <a:pt x="668" y="4739"/>
                    <a:pt x="739" y="4656"/>
                    <a:pt x="739" y="4573"/>
                  </a:cubicBezTo>
                  <a:cubicBezTo>
                    <a:pt x="739" y="4477"/>
                    <a:pt x="668" y="4406"/>
                    <a:pt x="572" y="4406"/>
                  </a:cubicBezTo>
                  <a:lnTo>
                    <a:pt x="322" y="4406"/>
                  </a:lnTo>
                  <a:lnTo>
                    <a:pt x="322" y="3977"/>
                  </a:lnTo>
                  <a:cubicBezTo>
                    <a:pt x="322" y="3513"/>
                    <a:pt x="680" y="3382"/>
                    <a:pt x="691" y="3382"/>
                  </a:cubicBezTo>
                  <a:lnTo>
                    <a:pt x="715" y="3382"/>
                  </a:lnTo>
                  <a:lnTo>
                    <a:pt x="1334" y="3144"/>
                  </a:lnTo>
                  <a:lnTo>
                    <a:pt x="1668" y="3465"/>
                  </a:lnTo>
                  <a:cubicBezTo>
                    <a:pt x="1692" y="3501"/>
                    <a:pt x="1739" y="3513"/>
                    <a:pt x="1787" y="3513"/>
                  </a:cubicBezTo>
                  <a:cubicBezTo>
                    <a:pt x="1823" y="3513"/>
                    <a:pt x="1870" y="3501"/>
                    <a:pt x="1906" y="3465"/>
                  </a:cubicBezTo>
                  <a:lnTo>
                    <a:pt x="2215" y="3144"/>
                  </a:lnTo>
                  <a:lnTo>
                    <a:pt x="2835" y="3394"/>
                  </a:lnTo>
                  <a:lnTo>
                    <a:pt x="2858" y="3394"/>
                  </a:lnTo>
                  <a:cubicBezTo>
                    <a:pt x="2870" y="3394"/>
                    <a:pt x="3227" y="3525"/>
                    <a:pt x="3227" y="3989"/>
                  </a:cubicBezTo>
                  <a:lnTo>
                    <a:pt x="3227" y="4418"/>
                  </a:lnTo>
                  <a:lnTo>
                    <a:pt x="1108" y="4418"/>
                  </a:lnTo>
                  <a:cubicBezTo>
                    <a:pt x="1025" y="4418"/>
                    <a:pt x="953" y="4501"/>
                    <a:pt x="953" y="4585"/>
                  </a:cubicBezTo>
                  <a:cubicBezTo>
                    <a:pt x="953" y="4680"/>
                    <a:pt x="1025" y="4751"/>
                    <a:pt x="1108" y="4751"/>
                  </a:cubicBezTo>
                  <a:lnTo>
                    <a:pt x="3394" y="4751"/>
                  </a:lnTo>
                  <a:cubicBezTo>
                    <a:pt x="3477" y="4751"/>
                    <a:pt x="3549" y="4680"/>
                    <a:pt x="3549" y="4585"/>
                  </a:cubicBezTo>
                  <a:lnTo>
                    <a:pt x="3549" y="3989"/>
                  </a:lnTo>
                  <a:cubicBezTo>
                    <a:pt x="3561" y="3311"/>
                    <a:pt x="3037" y="3096"/>
                    <a:pt x="2966" y="3072"/>
                  </a:cubicBezTo>
                  <a:lnTo>
                    <a:pt x="2311" y="2799"/>
                  </a:lnTo>
                  <a:lnTo>
                    <a:pt x="2311" y="2715"/>
                  </a:lnTo>
                  <a:cubicBezTo>
                    <a:pt x="2489" y="2608"/>
                    <a:pt x="2620" y="2441"/>
                    <a:pt x="2692" y="2239"/>
                  </a:cubicBezTo>
                  <a:cubicBezTo>
                    <a:pt x="2930" y="2215"/>
                    <a:pt x="3120" y="2013"/>
                    <a:pt x="3120" y="1775"/>
                  </a:cubicBezTo>
                  <a:cubicBezTo>
                    <a:pt x="3120" y="1620"/>
                    <a:pt x="3049" y="1489"/>
                    <a:pt x="2942" y="1417"/>
                  </a:cubicBezTo>
                  <a:lnTo>
                    <a:pt x="2942" y="1120"/>
                  </a:lnTo>
                  <a:cubicBezTo>
                    <a:pt x="2942" y="501"/>
                    <a:pt x="2442" y="1"/>
                    <a:pt x="1823" y="1"/>
                  </a:cubicBezTo>
                  <a:close/>
                </a:path>
              </a:pathLst>
            </a:custGeom>
            <a:solidFill>
              <a:srgbClr val="657E93"/>
            </a:solidFill>
            <a:ln>
              <a:solidFill>
                <a:srgbClr val="868D2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accent1"/>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1766036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88E2C-471B-B2E2-303B-EF7E3A64208C}"/>
            </a:ext>
          </a:extLst>
        </p:cNvPr>
        <p:cNvGrpSpPr/>
        <p:nvPr/>
      </p:nvGrpSpPr>
      <p:grpSpPr>
        <a:xfrm>
          <a:off x="0" y="0"/>
          <a:ext cx="0" cy="0"/>
          <a:chOff x="0" y="0"/>
          <a:chExt cx="0" cy="0"/>
        </a:xfrm>
      </p:grpSpPr>
      <p:sp>
        <p:nvSpPr>
          <p:cNvPr id="150" name="TextBox 149">
            <a:extLst>
              <a:ext uri="{FF2B5EF4-FFF2-40B4-BE49-F238E27FC236}">
                <a16:creationId xmlns:a16="http://schemas.microsoft.com/office/drawing/2014/main" id="{7EFB6C93-598F-651F-CBE7-41F82BB86E9E}"/>
              </a:ext>
            </a:extLst>
          </p:cNvPr>
          <p:cNvSpPr txBox="1"/>
          <p:nvPr/>
        </p:nvSpPr>
        <p:spPr>
          <a:xfrm>
            <a:off x="649799" y="252027"/>
            <a:ext cx="7844402" cy="492443"/>
          </a:xfrm>
          <a:prstGeom prst="rect">
            <a:avLst/>
          </a:prstGeom>
          <a:noFill/>
        </p:spPr>
        <p:txBody>
          <a:bodyPr wrap="square" rtlCol="0">
            <a:spAutoFit/>
          </a:bodyPr>
          <a:lstStyle/>
          <a:p>
            <a:r>
              <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rPr>
              <a:t>Digital Marketing Channels &amp; Strategy – MMS Solutions</a:t>
            </a:r>
          </a:p>
        </p:txBody>
      </p:sp>
      <p:cxnSp>
        <p:nvCxnSpPr>
          <p:cNvPr id="153" name="Google Shape;1897;p66">
            <a:extLst>
              <a:ext uri="{FF2B5EF4-FFF2-40B4-BE49-F238E27FC236}">
                <a16:creationId xmlns:a16="http://schemas.microsoft.com/office/drawing/2014/main" id="{879EFD88-6494-5D5E-8FDD-0EAD18C57700}"/>
              </a:ext>
            </a:extLst>
          </p:cNvPr>
          <p:cNvCxnSpPr>
            <a:cxnSpLocks/>
          </p:cNvCxnSpPr>
          <p:nvPr/>
        </p:nvCxnSpPr>
        <p:spPr>
          <a:xfrm>
            <a:off x="3174490" y="1048594"/>
            <a:ext cx="991615" cy="986942"/>
          </a:xfrm>
          <a:prstGeom prst="bentConnector3">
            <a:avLst>
              <a:gd name="adj1" fmla="val 50000"/>
            </a:avLst>
          </a:prstGeom>
          <a:noFill/>
          <a:ln w="9525" cap="flat" cmpd="sng">
            <a:solidFill>
              <a:schemeClr val="accent6"/>
            </a:solidFill>
            <a:prstDash val="solid"/>
            <a:round/>
            <a:headEnd type="oval" w="med" len="med"/>
            <a:tailEnd type="none" w="med" len="med"/>
          </a:ln>
        </p:spPr>
      </p:cxnSp>
      <p:cxnSp>
        <p:nvCxnSpPr>
          <p:cNvPr id="154" name="Google Shape;1896;p66">
            <a:extLst>
              <a:ext uri="{FF2B5EF4-FFF2-40B4-BE49-F238E27FC236}">
                <a16:creationId xmlns:a16="http://schemas.microsoft.com/office/drawing/2014/main" id="{510C2117-5B67-882B-F8F9-00578A66E327}"/>
              </a:ext>
            </a:extLst>
          </p:cNvPr>
          <p:cNvCxnSpPr>
            <a:cxnSpLocks/>
          </p:cNvCxnSpPr>
          <p:nvPr/>
        </p:nvCxnSpPr>
        <p:spPr>
          <a:xfrm rot="10800000" flipV="1">
            <a:off x="4612293" y="1048595"/>
            <a:ext cx="1052066" cy="701731"/>
          </a:xfrm>
          <a:prstGeom prst="bentConnector3">
            <a:avLst>
              <a:gd name="adj1" fmla="val 50000"/>
            </a:avLst>
          </a:prstGeom>
          <a:noFill/>
          <a:ln w="9525" cap="flat" cmpd="sng">
            <a:solidFill>
              <a:schemeClr val="accent6"/>
            </a:solidFill>
            <a:prstDash val="solid"/>
            <a:round/>
            <a:headEnd type="oval" w="med" len="med"/>
            <a:tailEnd type="none" w="med" len="med"/>
          </a:ln>
        </p:spPr>
      </p:cxnSp>
      <p:sp>
        <p:nvSpPr>
          <p:cNvPr id="158" name="Google Shape;22108;p135">
            <a:extLst>
              <a:ext uri="{FF2B5EF4-FFF2-40B4-BE49-F238E27FC236}">
                <a16:creationId xmlns:a16="http://schemas.microsoft.com/office/drawing/2014/main" id="{D327ECA2-721A-8685-E265-0CCCC6FEAC2A}"/>
              </a:ext>
            </a:extLst>
          </p:cNvPr>
          <p:cNvSpPr/>
          <p:nvPr/>
        </p:nvSpPr>
        <p:spPr>
          <a:xfrm>
            <a:off x="5878095" y="921155"/>
            <a:ext cx="251844" cy="277681"/>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657E9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TextBox 148">
            <a:extLst>
              <a:ext uri="{FF2B5EF4-FFF2-40B4-BE49-F238E27FC236}">
                <a16:creationId xmlns:a16="http://schemas.microsoft.com/office/drawing/2014/main" id="{04229487-E3CD-724D-4B7D-8464CE90ED4E}"/>
              </a:ext>
            </a:extLst>
          </p:cNvPr>
          <p:cNvSpPr txBox="1"/>
          <p:nvPr/>
        </p:nvSpPr>
        <p:spPr>
          <a:xfrm>
            <a:off x="339712" y="921155"/>
            <a:ext cx="3433011" cy="3970318"/>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       Channels to Use</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Local SEO</a:t>
            </a:r>
            <a:r>
              <a:rPr lang="en-IN" dirty="0">
                <a:latin typeface="Calibri" panose="020F0502020204030204" pitchFamily="34" charset="0"/>
                <a:ea typeface="Calibri" panose="020F0502020204030204" pitchFamily="34" charset="0"/>
                <a:cs typeface="Calibri" panose="020F0502020204030204" pitchFamily="34" charset="0"/>
              </a:rPr>
              <a:t> → Optimize website for “mobile repair Chennai” &amp; Google My Business listing.</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Google Ads</a:t>
            </a:r>
            <a:r>
              <a:rPr lang="en-IN" dirty="0">
                <a:latin typeface="Calibri" panose="020F0502020204030204" pitchFamily="34" charset="0"/>
                <a:ea typeface="Calibri" panose="020F0502020204030204" pitchFamily="34" charset="0"/>
                <a:cs typeface="Calibri" panose="020F0502020204030204" pitchFamily="34" charset="0"/>
              </a:rPr>
              <a:t> → Target keywords like “iPhone repair near me,” “OnePlus service Chennai”.</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Social Media (FB &amp; Instagram)</a:t>
            </a:r>
            <a:r>
              <a:rPr lang="en-IN" dirty="0">
                <a:latin typeface="Calibri" panose="020F0502020204030204" pitchFamily="34" charset="0"/>
                <a:ea typeface="Calibri" panose="020F0502020204030204" pitchFamily="34" charset="0"/>
                <a:cs typeface="Calibri" panose="020F0502020204030204" pitchFamily="34" charset="0"/>
              </a:rPr>
              <a:t> → Share repair tips, reviews, before/after photos.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WhatsApp Marketing</a:t>
            </a:r>
            <a:r>
              <a:rPr lang="en-IN" dirty="0">
                <a:latin typeface="Calibri" panose="020F0502020204030204" pitchFamily="34" charset="0"/>
                <a:ea typeface="Calibri" panose="020F0502020204030204" pitchFamily="34" charset="0"/>
                <a:cs typeface="Calibri" panose="020F0502020204030204" pitchFamily="34" charset="0"/>
              </a:rPr>
              <a:t> → Direct booking, reminders &amp; customer support.</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Landing Page</a:t>
            </a:r>
            <a:r>
              <a:rPr lang="en-IN" dirty="0">
                <a:latin typeface="Calibri" panose="020F0502020204030204" pitchFamily="34" charset="0"/>
                <a:ea typeface="Calibri" panose="020F0502020204030204" pitchFamily="34" charset="0"/>
                <a:cs typeface="Calibri" panose="020F0502020204030204" pitchFamily="34" charset="0"/>
              </a:rPr>
              <a:t> → Dedicated booking page with strong CTAs.</a:t>
            </a:r>
          </a:p>
        </p:txBody>
      </p:sp>
      <p:sp>
        <p:nvSpPr>
          <p:cNvPr id="155" name="TextBox 154">
            <a:extLst>
              <a:ext uri="{FF2B5EF4-FFF2-40B4-BE49-F238E27FC236}">
                <a16:creationId xmlns:a16="http://schemas.microsoft.com/office/drawing/2014/main" id="{C83470BE-4926-02BB-FF9A-AC2142B408B3}"/>
              </a:ext>
            </a:extLst>
          </p:cNvPr>
          <p:cNvSpPr txBox="1"/>
          <p:nvPr/>
        </p:nvSpPr>
        <p:spPr>
          <a:xfrm>
            <a:off x="5878095" y="921155"/>
            <a:ext cx="2926193" cy="3323987"/>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       Strategy</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Attract:</a:t>
            </a:r>
            <a:r>
              <a:rPr lang="en-IN" dirty="0">
                <a:latin typeface="Calibri" panose="020F0502020204030204" pitchFamily="34" charset="0"/>
                <a:ea typeface="Calibri" panose="020F0502020204030204" pitchFamily="34" charset="0"/>
                <a:cs typeface="Calibri" panose="020F0502020204030204" pitchFamily="34" charset="0"/>
              </a:rPr>
              <a:t> Drive traffic via SEO &amp; Google Ads.</a:t>
            </a:r>
          </a:p>
          <a:p>
            <a:pPr marL="285750" indent="-285750">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Engage:</a:t>
            </a:r>
            <a:r>
              <a:rPr lang="en-IN" dirty="0">
                <a:latin typeface="Calibri" panose="020F0502020204030204" pitchFamily="34" charset="0"/>
                <a:ea typeface="Calibri" panose="020F0502020204030204" pitchFamily="34" charset="0"/>
                <a:cs typeface="Calibri" panose="020F0502020204030204" pitchFamily="34" charset="0"/>
              </a:rPr>
              <a:t> Build trust through social media, reviews &amp; repair tips.</a:t>
            </a:r>
          </a:p>
          <a:p>
            <a:pPr marL="285750" indent="-285750">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Convert:</a:t>
            </a:r>
            <a:r>
              <a:rPr lang="en-IN" dirty="0">
                <a:latin typeface="Calibri" panose="020F0502020204030204" pitchFamily="34" charset="0"/>
                <a:ea typeface="Calibri" panose="020F0502020204030204" pitchFamily="34" charset="0"/>
                <a:cs typeface="Calibri" panose="020F0502020204030204" pitchFamily="34" charset="0"/>
              </a:rPr>
              <a:t> Use landing page with sticky CTA buttons (Call/WhatsApp/Book).</a:t>
            </a:r>
          </a:p>
          <a:p>
            <a:pPr marL="285750" indent="-285750">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Retain:</a:t>
            </a:r>
            <a:r>
              <a:rPr lang="en-IN" dirty="0">
                <a:latin typeface="Calibri" panose="020F0502020204030204" pitchFamily="34" charset="0"/>
                <a:ea typeface="Calibri" panose="020F0502020204030204" pitchFamily="34" charset="0"/>
                <a:cs typeface="Calibri" panose="020F0502020204030204" pitchFamily="34" charset="0"/>
              </a:rPr>
              <a:t> Retarget drop-offs via Google &amp; FB ads; keep customers engaged on WhatsApp.</a:t>
            </a:r>
          </a:p>
        </p:txBody>
      </p:sp>
      <p:grpSp>
        <p:nvGrpSpPr>
          <p:cNvPr id="156" name="Google Shape;21738;p134">
            <a:extLst>
              <a:ext uri="{FF2B5EF4-FFF2-40B4-BE49-F238E27FC236}">
                <a16:creationId xmlns:a16="http://schemas.microsoft.com/office/drawing/2014/main" id="{1F6E953A-B804-BC59-0035-76291401C503}"/>
              </a:ext>
            </a:extLst>
          </p:cNvPr>
          <p:cNvGrpSpPr/>
          <p:nvPr/>
        </p:nvGrpSpPr>
        <p:grpSpPr>
          <a:xfrm>
            <a:off x="340150" y="957085"/>
            <a:ext cx="266183" cy="241751"/>
            <a:chOff x="3042703" y="1529137"/>
            <a:chExt cx="411535" cy="315587"/>
          </a:xfrm>
        </p:grpSpPr>
        <p:sp>
          <p:nvSpPr>
            <p:cNvPr id="157" name="Google Shape;21739;p134">
              <a:extLst>
                <a:ext uri="{FF2B5EF4-FFF2-40B4-BE49-F238E27FC236}">
                  <a16:creationId xmlns:a16="http://schemas.microsoft.com/office/drawing/2014/main" id="{706CD506-6ACE-231C-9E4A-C101241D2200}"/>
                </a:ext>
              </a:extLst>
            </p:cNvPr>
            <p:cNvSpPr/>
            <p:nvPr/>
          </p:nvSpPr>
          <p:spPr>
            <a:xfrm>
              <a:off x="3042703" y="1529137"/>
              <a:ext cx="411535" cy="315587"/>
            </a:xfrm>
            <a:custGeom>
              <a:avLst/>
              <a:gdLst/>
              <a:ahLst/>
              <a:cxnLst/>
              <a:rect l="l" t="t" r="r" b="b"/>
              <a:pathLst>
                <a:path w="12919" h="9907" extrusionOk="0">
                  <a:moveTo>
                    <a:pt x="191" y="0"/>
                  </a:moveTo>
                  <a:cubicBezTo>
                    <a:pt x="84" y="0"/>
                    <a:pt x="1" y="84"/>
                    <a:pt x="1" y="191"/>
                  </a:cubicBezTo>
                  <a:lnTo>
                    <a:pt x="1" y="9716"/>
                  </a:lnTo>
                  <a:cubicBezTo>
                    <a:pt x="1" y="9823"/>
                    <a:pt x="96" y="9906"/>
                    <a:pt x="191" y="9906"/>
                  </a:cubicBezTo>
                  <a:lnTo>
                    <a:pt x="2394" y="9906"/>
                  </a:lnTo>
                  <a:cubicBezTo>
                    <a:pt x="2501" y="9906"/>
                    <a:pt x="2584" y="9823"/>
                    <a:pt x="2584" y="9716"/>
                  </a:cubicBezTo>
                  <a:cubicBezTo>
                    <a:pt x="2584" y="9609"/>
                    <a:pt x="2501" y="9525"/>
                    <a:pt x="2394" y="9525"/>
                  </a:cubicBezTo>
                  <a:lnTo>
                    <a:pt x="382" y="9525"/>
                  </a:lnTo>
                  <a:lnTo>
                    <a:pt x="382" y="7989"/>
                  </a:lnTo>
                  <a:lnTo>
                    <a:pt x="8287" y="7989"/>
                  </a:lnTo>
                  <a:cubicBezTo>
                    <a:pt x="8394" y="7989"/>
                    <a:pt x="8478" y="7894"/>
                    <a:pt x="8478" y="7799"/>
                  </a:cubicBezTo>
                  <a:cubicBezTo>
                    <a:pt x="8478" y="7692"/>
                    <a:pt x="8394" y="7596"/>
                    <a:pt x="8287" y="7596"/>
                  </a:cubicBezTo>
                  <a:lnTo>
                    <a:pt x="382" y="7596"/>
                  </a:lnTo>
                  <a:lnTo>
                    <a:pt x="382" y="2167"/>
                  </a:lnTo>
                  <a:lnTo>
                    <a:pt x="12550" y="2167"/>
                  </a:lnTo>
                  <a:lnTo>
                    <a:pt x="12550" y="7596"/>
                  </a:lnTo>
                  <a:lnTo>
                    <a:pt x="9287" y="7596"/>
                  </a:lnTo>
                  <a:cubicBezTo>
                    <a:pt x="9180" y="7596"/>
                    <a:pt x="9097" y="7692"/>
                    <a:pt x="9097" y="7799"/>
                  </a:cubicBezTo>
                  <a:cubicBezTo>
                    <a:pt x="9097" y="7894"/>
                    <a:pt x="9180" y="7989"/>
                    <a:pt x="9287" y="7989"/>
                  </a:cubicBezTo>
                  <a:lnTo>
                    <a:pt x="12538" y="7989"/>
                  </a:lnTo>
                  <a:lnTo>
                    <a:pt x="12538" y="9525"/>
                  </a:lnTo>
                  <a:lnTo>
                    <a:pt x="3251" y="9525"/>
                  </a:lnTo>
                  <a:cubicBezTo>
                    <a:pt x="3144" y="9525"/>
                    <a:pt x="3049" y="9609"/>
                    <a:pt x="3049" y="9716"/>
                  </a:cubicBezTo>
                  <a:cubicBezTo>
                    <a:pt x="3049" y="9823"/>
                    <a:pt x="3144" y="9906"/>
                    <a:pt x="3251" y="9906"/>
                  </a:cubicBezTo>
                  <a:lnTo>
                    <a:pt x="12728" y="9906"/>
                  </a:lnTo>
                  <a:cubicBezTo>
                    <a:pt x="12835" y="9906"/>
                    <a:pt x="12919" y="9823"/>
                    <a:pt x="12919" y="9716"/>
                  </a:cubicBezTo>
                  <a:lnTo>
                    <a:pt x="12919" y="191"/>
                  </a:lnTo>
                  <a:cubicBezTo>
                    <a:pt x="12907" y="84"/>
                    <a:pt x="12835" y="0"/>
                    <a:pt x="12728" y="0"/>
                  </a:cubicBezTo>
                  <a:lnTo>
                    <a:pt x="6859" y="0"/>
                  </a:lnTo>
                  <a:cubicBezTo>
                    <a:pt x="6763" y="0"/>
                    <a:pt x="6668" y="84"/>
                    <a:pt x="6668" y="191"/>
                  </a:cubicBezTo>
                  <a:cubicBezTo>
                    <a:pt x="6668" y="298"/>
                    <a:pt x="6763" y="381"/>
                    <a:pt x="6859" y="381"/>
                  </a:cubicBezTo>
                  <a:lnTo>
                    <a:pt x="12538" y="381"/>
                  </a:lnTo>
                  <a:lnTo>
                    <a:pt x="12538" y="1810"/>
                  </a:lnTo>
                  <a:lnTo>
                    <a:pt x="370" y="1810"/>
                  </a:lnTo>
                  <a:lnTo>
                    <a:pt x="370" y="381"/>
                  </a:lnTo>
                  <a:lnTo>
                    <a:pt x="6001" y="381"/>
                  </a:lnTo>
                  <a:cubicBezTo>
                    <a:pt x="6108" y="381"/>
                    <a:pt x="6192" y="298"/>
                    <a:pt x="6192" y="191"/>
                  </a:cubicBezTo>
                  <a:cubicBezTo>
                    <a:pt x="6192" y="84"/>
                    <a:pt x="6097" y="0"/>
                    <a:pt x="6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21740;p134">
              <a:extLst>
                <a:ext uri="{FF2B5EF4-FFF2-40B4-BE49-F238E27FC236}">
                  <a16:creationId xmlns:a16="http://schemas.microsoft.com/office/drawing/2014/main" id="{4850474A-6D2F-1D3A-61AA-0339C1EA4FB7}"/>
                </a:ext>
              </a:extLst>
            </p:cNvPr>
            <p:cNvSpPr/>
            <p:nvPr/>
          </p:nvSpPr>
          <p:spPr>
            <a:xfrm>
              <a:off x="3077967" y="1557965"/>
              <a:ext cx="12169" cy="12551"/>
            </a:xfrm>
            <a:custGeom>
              <a:avLst/>
              <a:gdLst/>
              <a:ahLst/>
              <a:cxnLst/>
              <a:rect l="l" t="t" r="r" b="b"/>
              <a:pathLst>
                <a:path w="382" h="394" extrusionOk="0">
                  <a:moveTo>
                    <a:pt x="191" y="0"/>
                  </a:moveTo>
                  <a:cubicBezTo>
                    <a:pt x="84" y="0"/>
                    <a:pt x="1" y="95"/>
                    <a:pt x="1" y="191"/>
                  </a:cubicBezTo>
                  <a:cubicBezTo>
                    <a:pt x="1" y="298"/>
                    <a:pt x="84" y="393"/>
                    <a:pt x="191" y="393"/>
                  </a:cubicBezTo>
                  <a:cubicBezTo>
                    <a:pt x="298" y="393"/>
                    <a:pt x="382" y="298"/>
                    <a:pt x="382" y="191"/>
                  </a:cubicBezTo>
                  <a:cubicBezTo>
                    <a:pt x="382" y="95"/>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21741;p134">
              <a:extLst>
                <a:ext uri="{FF2B5EF4-FFF2-40B4-BE49-F238E27FC236}">
                  <a16:creationId xmlns:a16="http://schemas.microsoft.com/office/drawing/2014/main" id="{0A2FB7E9-4B18-F135-8588-E6BDB952B26D}"/>
                </a:ext>
              </a:extLst>
            </p:cNvPr>
            <p:cNvSpPr/>
            <p:nvPr/>
          </p:nvSpPr>
          <p:spPr>
            <a:xfrm>
              <a:off x="3099978" y="1557965"/>
              <a:ext cx="12551" cy="12551"/>
            </a:xfrm>
            <a:custGeom>
              <a:avLst/>
              <a:gdLst/>
              <a:ahLst/>
              <a:cxnLst/>
              <a:rect l="l" t="t" r="r" b="b"/>
              <a:pathLst>
                <a:path w="394" h="394" extrusionOk="0">
                  <a:moveTo>
                    <a:pt x="203" y="0"/>
                  </a:moveTo>
                  <a:cubicBezTo>
                    <a:pt x="96" y="0"/>
                    <a:pt x="0" y="95"/>
                    <a:pt x="0" y="191"/>
                  </a:cubicBezTo>
                  <a:cubicBezTo>
                    <a:pt x="0" y="298"/>
                    <a:pt x="96" y="393"/>
                    <a:pt x="203" y="393"/>
                  </a:cubicBezTo>
                  <a:cubicBezTo>
                    <a:pt x="298" y="393"/>
                    <a:pt x="393" y="298"/>
                    <a:pt x="393" y="191"/>
                  </a:cubicBezTo>
                  <a:cubicBezTo>
                    <a:pt x="393" y="95"/>
                    <a:pt x="298"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21742;p134">
              <a:extLst>
                <a:ext uri="{FF2B5EF4-FFF2-40B4-BE49-F238E27FC236}">
                  <a16:creationId xmlns:a16="http://schemas.microsoft.com/office/drawing/2014/main" id="{6B931D5A-5581-1B9B-E18E-7F898FF11325}"/>
                </a:ext>
              </a:extLst>
            </p:cNvPr>
            <p:cNvSpPr/>
            <p:nvPr/>
          </p:nvSpPr>
          <p:spPr>
            <a:xfrm>
              <a:off x="3122341" y="1557965"/>
              <a:ext cx="12551" cy="12551"/>
            </a:xfrm>
            <a:custGeom>
              <a:avLst/>
              <a:gdLst/>
              <a:ahLst/>
              <a:cxnLst/>
              <a:rect l="l" t="t" r="r" b="b"/>
              <a:pathLst>
                <a:path w="394" h="394" extrusionOk="0">
                  <a:moveTo>
                    <a:pt x="191" y="0"/>
                  </a:moveTo>
                  <a:cubicBezTo>
                    <a:pt x="96" y="0"/>
                    <a:pt x="1" y="95"/>
                    <a:pt x="1" y="191"/>
                  </a:cubicBezTo>
                  <a:cubicBezTo>
                    <a:pt x="1" y="298"/>
                    <a:pt x="96" y="393"/>
                    <a:pt x="191" y="393"/>
                  </a:cubicBezTo>
                  <a:cubicBezTo>
                    <a:pt x="298" y="393"/>
                    <a:pt x="394" y="298"/>
                    <a:pt x="394" y="191"/>
                  </a:cubicBezTo>
                  <a:cubicBezTo>
                    <a:pt x="394" y="95"/>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21743;p134">
              <a:extLst>
                <a:ext uri="{FF2B5EF4-FFF2-40B4-BE49-F238E27FC236}">
                  <a16:creationId xmlns:a16="http://schemas.microsoft.com/office/drawing/2014/main" id="{D3D38607-0D14-80DF-AEEF-60B32D28DC41}"/>
                </a:ext>
              </a:extLst>
            </p:cNvPr>
            <p:cNvSpPr/>
            <p:nvPr/>
          </p:nvSpPr>
          <p:spPr>
            <a:xfrm>
              <a:off x="3342331" y="1557965"/>
              <a:ext cx="79669" cy="12551"/>
            </a:xfrm>
            <a:custGeom>
              <a:avLst/>
              <a:gdLst/>
              <a:ahLst/>
              <a:cxnLst/>
              <a:rect l="l" t="t" r="r" b="b"/>
              <a:pathLst>
                <a:path w="2501" h="394" extrusionOk="0">
                  <a:moveTo>
                    <a:pt x="191" y="0"/>
                  </a:moveTo>
                  <a:cubicBezTo>
                    <a:pt x="84" y="0"/>
                    <a:pt x="0" y="95"/>
                    <a:pt x="0" y="191"/>
                  </a:cubicBezTo>
                  <a:cubicBezTo>
                    <a:pt x="0" y="298"/>
                    <a:pt x="96" y="393"/>
                    <a:pt x="191" y="393"/>
                  </a:cubicBezTo>
                  <a:lnTo>
                    <a:pt x="2310" y="393"/>
                  </a:lnTo>
                  <a:cubicBezTo>
                    <a:pt x="2417" y="393"/>
                    <a:pt x="2501" y="298"/>
                    <a:pt x="2501" y="191"/>
                  </a:cubicBezTo>
                  <a:cubicBezTo>
                    <a:pt x="2501" y="95"/>
                    <a:pt x="2417" y="0"/>
                    <a:pt x="2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21744;p134">
              <a:extLst>
                <a:ext uri="{FF2B5EF4-FFF2-40B4-BE49-F238E27FC236}">
                  <a16:creationId xmlns:a16="http://schemas.microsoft.com/office/drawing/2014/main" id="{F7303D29-215C-2308-638A-54F34A6E4125}"/>
                </a:ext>
              </a:extLst>
            </p:cNvPr>
            <p:cNvSpPr/>
            <p:nvPr/>
          </p:nvSpPr>
          <p:spPr>
            <a:xfrm>
              <a:off x="3306303" y="1557965"/>
              <a:ext cx="26949" cy="12551"/>
            </a:xfrm>
            <a:custGeom>
              <a:avLst/>
              <a:gdLst/>
              <a:ahLst/>
              <a:cxnLst/>
              <a:rect l="l" t="t" r="r" b="b"/>
              <a:pathLst>
                <a:path w="846" h="394" extrusionOk="0">
                  <a:moveTo>
                    <a:pt x="191" y="0"/>
                  </a:moveTo>
                  <a:cubicBezTo>
                    <a:pt x="96" y="0"/>
                    <a:pt x="0" y="95"/>
                    <a:pt x="0" y="191"/>
                  </a:cubicBezTo>
                  <a:cubicBezTo>
                    <a:pt x="0" y="298"/>
                    <a:pt x="96" y="393"/>
                    <a:pt x="191" y="393"/>
                  </a:cubicBezTo>
                  <a:lnTo>
                    <a:pt x="655" y="393"/>
                  </a:lnTo>
                  <a:cubicBezTo>
                    <a:pt x="762" y="393"/>
                    <a:pt x="846" y="298"/>
                    <a:pt x="846" y="191"/>
                  </a:cubicBezTo>
                  <a:cubicBezTo>
                    <a:pt x="846" y="95"/>
                    <a:pt x="762"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21745;p134">
              <a:extLst>
                <a:ext uri="{FF2B5EF4-FFF2-40B4-BE49-F238E27FC236}">
                  <a16:creationId xmlns:a16="http://schemas.microsoft.com/office/drawing/2014/main" id="{7ED49164-3217-29C4-7B3C-AF381C733430}"/>
                </a:ext>
              </a:extLst>
            </p:cNvPr>
            <p:cNvSpPr/>
            <p:nvPr/>
          </p:nvSpPr>
          <p:spPr>
            <a:xfrm>
              <a:off x="3165217" y="1622822"/>
              <a:ext cx="166888" cy="121750"/>
            </a:xfrm>
            <a:custGeom>
              <a:avLst/>
              <a:gdLst/>
              <a:ahLst/>
              <a:cxnLst/>
              <a:rect l="l" t="t" r="r" b="b"/>
              <a:pathLst>
                <a:path w="5239" h="3822" extrusionOk="0">
                  <a:moveTo>
                    <a:pt x="4048" y="381"/>
                  </a:moveTo>
                  <a:cubicBezTo>
                    <a:pt x="4489" y="381"/>
                    <a:pt x="4846" y="738"/>
                    <a:pt x="4846" y="1179"/>
                  </a:cubicBezTo>
                  <a:lnTo>
                    <a:pt x="4846" y="2655"/>
                  </a:lnTo>
                  <a:cubicBezTo>
                    <a:pt x="4846" y="3096"/>
                    <a:pt x="4489" y="3453"/>
                    <a:pt x="4048" y="3453"/>
                  </a:cubicBezTo>
                  <a:lnTo>
                    <a:pt x="1155" y="3453"/>
                  </a:lnTo>
                  <a:cubicBezTo>
                    <a:pt x="715" y="3453"/>
                    <a:pt x="357" y="3096"/>
                    <a:pt x="357" y="2655"/>
                  </a:cubicBezTo>
                  <a:lnTo>
                    <a:pt x="357" y="1179"/>
                  </a:lnTo>
                  <a:cubicBezTo>
                    <a:pt x="357" y="738"/>
                    <a:pt x="715" y="381"/>
                    <a:pt x="1155" y="381"/>
                  </a:cubicBezTo>
                  <a:close/>
                  <a:moveTo>
                    <a:pt x="1167" y="0"/>
                  </a:moveTo>
                  <a:cubicBezTo>
                    <a:pt x="512" y="0"/>
                    <a:pt x="0" y="536"/>
                    <a:pt x="0" y="1179"/>
                  </a:cubicBezTo>
                  <a:lnTo>
                    <a:pt x="0" y="2655"/>
                  </a:lnTo>
                  <a:cubicBezTo>
                    <a:pt x="0" y="3310"/>
                    <a:pt x="536" y="3822"/>
                    <a:pt x="1167" y="3822"/>
                  </a:cubicBezTo>
                  <a:lnTo>
                    <a:pt x="4060" y="3822"/>
                  </a:lnTo>
                  <a:cubicBezTo>
                    <a:pt x="4715" y="3822"/>
                    <a:pt x="5239" y="3286"/>
                    <a:pt x="5239" y="2655"/>
                  </a:cubicBezTo>
                  <a:lnTo>
                    <a:pt x="5239" y="1179"/>
                  </a:lnTo>
                  <a:cubicBezTo>
                    <a:pt x="5239" y="524"/>
                    <a:pt x="4703" y="0"/>
                    <a:pt x="4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21746;p134">
              <a:extLst>
                <a:ext uri="{FF2B5EF4-FFF2-40B4-BE49-F238E27FC236}">
                  <a16:creationId xmlns:a16="http://schemas.microsoft.com/office/drawing/2014/main" id="{7EF44D0E-210E-D97A-4DE0-222FD3BBDE85}"/>
                </a:ext>
              </a:extLst>
            </p:cNvPr>
            <p:cNvSpPr/>
            <p:nvPr/>
          </p:nvSpPr>
          <p:spPr>
            <a:xfrm>
              <a:off x="3222843" y="1657226"/>
              <a:ext cx="54281" cy="53612"/>
            </a:xfrm>
            <a:custGeom>
              <a:avLst/>
              <a:gdLst/>
              <a:ahLst/>
              <a:cxnLst/>
              <a:rect l="l" t="t" r="r" b="b"/>
              <a:pathLst>
                <a:path w="1704" h="1683" extrusionOk="0">
                  <a:moveTo>
                    <a:pt x="394" y="396"/>
                  </a:moveTo>
                  <a:lnTo>
                    <a:pt x="1287" y="849"/>
                  </a:lnTo>
                  <a:lnTo>
                    <a:pt x="394" y="1278"/>
                  </a:lnTo>
                  <a:lnTo>
                    <a:pt x="394" y="396"/>
                  </a:lnTo>
                  <a:close/>
                  <a:moveTo>
                    <a:pt x="358" y="0"/>
                  </a:moveTo>
                  <a:cubicBezTo>
                    <a:pt x="293" y="0"/>
                    <a:pt x="227" y="18"/>
                    <a:pt x="168" y="51"/>
                  </a:cubicBezTo>
                  <a:cubicBezTo>
                    <a:pt x="61" y="111"/>
                    <a:pt x="1" y="230"/>
                    <a:pt x="1" y="349"/>
                  </a:cubicBezTo>
                  <a:lnTo>
                    <a:pt x="1" y="1325"/>
                  </a:lnTo>
                  <a:cubicBezTo>
                    <a:pt x="1" y="1444"/>
                    <a:pt x="61" y="1563"/>
                    <a:pt x="168" y="1623"/>
                  </a:cubicBezTo>
                  <a:cubicBezTo>
                    <a:pt x="227" y="1647"/>
                    <a:pt x="287" y="1682"/>
                    <a:pt x="358" y="1682"/>
                  </a:cubicBezTo>
                  <a:cubicBezTo>
                    <a:pt x="418" y="1682"/>
                    <a:pt x="465" y="1659"/>
                    <a:pt x="513" y="1647"/>
                  </a:cubicBezTo>
                  <a:lnTo>
                    <a:pt x="1489" y="1170"/>
                  </a:lnTo>
                  <a:cubicBezTo>
                    <a:pt x="1608" y="1111"/>
                    <a:pt x="1680" y="992"/>
                    <a:pt x="1680" y="861"/>
                  </a:cubicBezTo>
                  <a:cubicBezTo>
                    <a:pt x="1704" y="706"/>
                    <a:pt x="1620" y="575"/>
                    <a:pt x="1489" y="516"/>
                  </a:cubicBezTo>
                  <a:lnTo>
                    <a:pt x="513" y="39"/>
                  </a:lnTo>
                  <a:cubicBezTo>
                    <a:pt x="465" y="12"/>
                    <a:pt x="412" y="0"/>
                    <a:pt x="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21747;p134">
              <a:extLst>
                <a:ext uri="{FF2B5EF4-FFF2-40B4-BE49-F238E27FC236}">
                  <a16:creationId xmlns:a16="http://schemas.microsoft.com/office/drawing/2014/main" id="{F7207496-291F-ECF5-3636-1D1F5F5376C4}"/>
                </a:ext>
              </a:extLst>
            </p:cNvPr>
            <p:cNvSpPr/>
            <p:nvPr/>
          </p:nvSpPr>
          <p:spPr>
            <a:xfrm>
              <a:off x="3087459" y="1800700"/>
              <a:ext cx="160454" cy="12519"/>
            </a:xfrm>
            <a:custGeom>
              <a:avLst/>
              <a:gdLst/>
              <a:ahLst/>
              <a:cxnLst/>
              <a:rect l="l" t="t" r="r" b="b"/>
              <a:pathLst>
                <a:path w="5037" h="393" extrusionOk="0">
                  <a:moveTo>
                    <a:pt x="191" y="0"/>
                  </a:moveTo>
                  <a:cubicBezTo>
                    <a:pt x="84" y="0"/>
                    <a:pt x="0" y="95"/>
                    <a:pt x="0" y="191"/>
                  </a:cubicBezTo>
                  <a:cubicBezTo>
                    <a:pt x="0" y="298"/>
                    <a:pt x="84" y="393"/>
                    <a:pt x="191" y="393"/>
                  </a:cubicBezTo>
                  <a:lnTo>
                    <a:pt x="4846" y="393"/>
                  </a:lnTo>
                  <a:cubicBezTo>
                    <a:pt x="4953" y="393"/>
                    <a:pt x="5037" y="298"/>
                    <a:pt x="5037" y="191"/>
                  </a:cubicBezTo>
                  <a:cubicBezTo>
                    <a:pt x="5037" y="95"/>
                    <a:pt x="4953" y="0"/>
                    <a:pt x="4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21748;p134">
              <a:extLst>
                <a:ext uri="{FF2B5EF4-FFF2-40B4-BE49-F238E27FC236}">
                  <a16:creationId xmlns:a16="http://schemas.microsoft.com/office/drawing/2014/main" id="{D32B3ABF-3F80-0175-A398-6A328B87CCB1}"/>
                </a:ext>
              </a:extLst>
            </p:cNvPr>
            <p:cNvSpPr/>
            <p:nvPr/>
          </p:nvSpPr>
          <p:spPr>
            <a:xfrm>
              <a:off x="3368866" y="1800318"/>
              <a:ext cx="43673" cy="12169"/>
            </a:xfrm>
            <a:custGeom>
              <a:avLst/>
              <a:gdLst/>
              <a:ahLst/>
              <a:cxnLst/>
              <a:rect l="l" t="t" r="r" b="b"/>
              <a:pathLst>
                <a:path w="1371" h="382" extrusionOk="0">
                  <a:moveTo>
                    <a:pt x="191" y="0"/>
                  </a:moveTo>
                  <a:cubicBezTo>
                    <a:pt x="84" y="0"/>
                    <a:pt x="1" y="84"/>
                    <a:pt x="1" y="191"/>
                  </a:cubicBezTo>
                  <a:cubicBezTo>
                    <a:pt x="1" y="298"/>
                    <a:pt x="96" y="381"/>
                    <a:pt x="191" y="381"/>
                  </a:cubicBezTo>
                  <a:lnTo>
                    <a:pt x="1180" y="381"/>
                  </a:lnTo>
                  <a:cubicBezTo>
                    <a:pt x="1287" y="381"/>
                    <a:pt x="1370" y="298"/>
                    <a:pt x="1370" y="191"/>
                  </a:cubicBezTo>
                  <a:cubicBezTo>
                    <a:pt x="1370" y="84"/>
                    <a:pt x="1287" y="0"/>
                    <a:pt x="1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8184;p113">
            <a:extLst>
              <a:ext uri="{FF2B5EF4-FFF2-40B4-BE49-F238E27FC236}">
                <a16:creationId xmlns:a16="http://schemas.microsoft.com/office/drawing/2014/main" id="{6347FB1D-ACBC-E8C7-1BF8-22A2DD331E30}"/>
              </a:ext>
            </a:extLst>
          </p:cNvPr>
          <p:cNvGrpSpPr/>
          <p:nvPr/>
        </p:nvGrpSpPr>
        <p:grpSpPr>
          <a:xfrm>
            <a:off x="3885418" y="1669567"/>
            <a:ext cx="1879981" cy="1827162"/>
            <a:chOff x="2500500" y="2791650"/>
            <a:chExt cx="1265325" cy="1182175"/>
          </a:xfrm>
        </p:grpSpPr>
        <p:sp>
          <p:nvSpPr>
            <p:cNvPr id="178" name="Google Shape;8185;p113">
              <a:extLst>
                <a:ext uri="{FF2B5EF4-FFF2-40B4-BE49-F238E27FC236}">
                  <a16:creationId xmlns:a16="http://schemas.microsoft.com/office/drawing/2014/main" id="{9D24BC57-F251-DC6A-B05E-036B5BA138BC}"/>
                </a:ext>
              </a:extLst>
            </p:cNvPr>
            <p:cNvSpPr/>
            <p:nvPr/>
          </p:nvSpPr>
          <p:spPr>
            <a:xfrm>
              <a:off x="2545400" y="2791650"/>
              <a:ext cx="1189175" cy="1158075"/>
            </a:xfrm>
            <a:custGeom>
              <a:avLst/>
              <a:gdLst/>
              <a:ahLst/>
              <a:cxnLst/>
              <a:rect l="l" t="t" r="r" b="b"/>
              <a:pathLst>
                <a:path w="47567" h="46323" extrusionOk="0">
                  <a:moveTo>
                    <a:pt x="21525" y="0"/>
                  </a:moveTo>
                  <a:cubicBezTo>
                    <a:pt x="16612" y="0"/>
                    <a:pt x="11446" y="2080"/>
                    <a:pt x="7709" y="6076"/>
                  </a:cubicBezTo>
                  <a:cubicBezTo>
                    <a:pt x="1103" y="13147"/>
                    <a:pt x="774" y="20218"/>
                    <a:pt x="774" y="20218"/>
                  </a:cubicBezTo>
                  <a:cubicBezTo>
                    <a:pt x="774" y="20218"/>
                    <a:pt x="1" y="28585"/>
                    <a:pt x="6253" y="35293"/>
                  </a:cubicBezTo>
                  <a:cubicBezTo>
                    <a:pt x="12517" y="42000"/>
                    <a:pt x="22101" y="44001"/>
                    <a:pt x="29832" y="45831"/>
                  </a:cubicBezTo>
                  <a:cubicBezTo>
                    <a:pt x="31234" y="46163"/>
                    <a:pt x="32596" y="46323"/>
                    <a:pt x="33898" y="46323"/>
                  </a:cubicBezTo>
                  <a:cubicBezTo>
                    <a:pt x="39775" y="46323"/>
                    <a:pt x="44412" y="43070"/>
                    <a:pt x="45826" y="37737"/>
                  </a:cubicBezTo>
                  <a:cubicBezTo>
                    <a:pt x="47566" y="31223"/>
                    <a:pt x="41859" y="28267"/>
                    <a:pt x="39574" y="20138"/>
                  </a:cubicBezTo>
                  <a:cubicBezTo>
                    <a:pt x="37289" y="12010"/>
                    <a:pt x="37880" y="9555"/>
                    <a:pt x="31628" y="3745"/>
                  </a:cubicBezTo>
                  <a:cubicBezTo>
                    <a:pt x="28914" y="1224"/>
                    <a:pt x="25294" y="0"/>
                    <a:pt x="215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8186;p113">
              <a:extLst>
                <a:ext uri="{FF2B5EF4-FFF2-40B4-BE49-F238E27FC236}">
                  <a16:creationId xmlns:a16="http://schemas.microsoft.com/office/drawing/2014/main" id="{1B145C64-3C6F-95A5-F945-44AB5C03F3E0}"/>
                </a:ext>
              </a:extLst>
            </p:cNvPr>
            <p:cNvSpPr/>
            <p:nvPr/>
          </p:nvSpPr>
          <p:spPr>
            <a:xfrm>
              <a:off x="2500500" y="3571525"/>
              <a:ext cx="256950" cy="329250"/>
            </a:xfrm>
            <a:custGeom>
              <a:avLst/>
              <a:gdLst/>
              <a:ahLst/>
              <a:cxnLst/>
              <a:rect l="l" t="t" r="r" b="b"/>
              <a:pathLst>
                <a:path w="10278" h="13170" extrusionOk="0">
                  <a:moveTo>
                    <a:pt x="7842" y="0"/>
                  </a:moveTo>
                  <a:cubicBezTo>
                    <a:pt x="7801" y="0"/>
                    <a:pt x="7760" y="5"/>
                    <a:pt x="7719" y="16"/>
                  </a:cubicBezTo>
                  <a:cubicBezTo>
                    <a:pt x="7708" y="16"/>
                    <a:pt x="7686" y="16"/>
                    <a:pt x="7674" y="28"/>
                  </a:cubicBezTo>
                  <a:cubicBezTo>
                    <a:pt x="7287" y="175"/>
                    <a:pt x="7128" y="892"/>
                    <a:pt x="7151" y="1256"/>
                  </a:cubicBezTo>
                  <a:cubicBezTo>
                    <a:pt x="7151" y="1289"/>
                    <a:pt x="7242" y="1767"/>
                    <a:pt x="7242" y="1767"/>
                  </a:cubicBezTo>
                  <a:lnTo>
                    <a:pt x="7254" y="1767"/>
                  </a:lnTo>
                  <a:cubicBezTo>
                    <a:pt x="7231" y="1881"/>
                    <a:pt x="7196" y="1994"/>
                    <a:pt x="7174" y="2131"/>
                  </a:cubicBezTo>
                  <a:cubicBezTo>
                    <a:pt x="7128" y="2381"/>
                    <a:pt x="7060" y="2654"/>
                    <a:pt x="7026" y="2961"/>
                  </a:cubicBezTo>
                  <a:cubicBezTo>
                    <a:pt x="6992" y="3290"/>
                    <a:pt x="6958" y="3620"/>
                    <a:pt x="6958" y="3950"/>
                  </a:cubicBezTo>
                  <a:cubicBezTo>
                    <a:pt x="6946" y="4325"/>
                    <a:pt x="6969" y="4700"/>
                    <a:pt x="7026" y="5064"/>
                  </a:cubicBezTo>
                  <a:lnTo>
                    <a:pt x="7026" y="5076"/>
                  </a:lnTo>
                  <a:cubicBezTo>
                    <a:pt x="6981" y="4973"/>
                    <a:pt x="6822" y="4677"/>
                    <a:pt x="6799" y="4654"/>
                  </a:cubicBezTo>
                  <a:cubicBezTo>
                    <a:pt x="6617" y="4391"/>
                    <a:pt x="6137" y="4011"/>
                    <a:pt x="5761" y="4011"/>
                  </a:cubicBezTo>
                  <a:cubicBezTo>
                    <a:pt x="5715" y="4011"/>
                    <a:pt x="5670" y="4017"/>
                    <a:pt x="5627" y="4030"/>
                  </a:cubicBezTo>
                  <a:cubicBezTo>
                    <a:pt x="5377" y="4121"/>
                    <a:pt x="5241" y="4393"/>
                    <a:pt x="5332" y="4644"/>
                  </a:cubicBezTo>
                  <a:cubicBezTo>
                    <a:pt x="5332" y="4666"/>
                    <a:pt x="5344" y="4677"/>
                    <a:pt x="5344" y="4689"/>
                  </a:cubicBezTo>
                  <a:cubicBezTo>
                    <a:pt x="5457" y="4950"/>
                    <a:pt x="5776" y="5109"/>
                    <a:pt x="6037" y="5177"/>
                  </a:cubicBezTo>
                  <a:cubicBezTo>
                    <a:pt x="6104" y="5193"/>
                    <a:pt x="6191" y="5199"/>
                    <a:pt x="6284" y="5199"/>
                  </a:cubicBezTo>
                  <a:cubicBezTo>
                    <a:pt x="6601" y="5199"/>
                    <a:pt x="7002" y="5129"/>
                    <a:pt x="7037" y="5121"/>
                  </a:cubicBezTo>
                  <a:cubicBezTo>
                    <a:pt x="7105" y="5496"/>
                    <a:pt x="7196" y="5860"/>
                    <a:pt x="7322" y="6223"/>
                  </a:cubicBezTo>
                  <a:cubicBezTo>
                    <a:pt x="7390" y="6440"/>
                    <a:pt x="7458" y="6644"/>
                    <a:pt x="7526" y="6849"/>
                  </a:cubicBezTo>
                  <a:cubicBezTo>
                    <a:pt x="7481" y="6758"/>
                    <a:pt x="7435" y="6678"/>
                    <a:pt x="7435" y="6667"/>
                  </a:cubicBezTo>
                  <a:cubicBezTo>
                    <a:pt x="7243" y="6404"/>
                    <a:pt x="6762" y="6023"/>
                    <a:pt x="6386" y="6023"/>
                  </a:cubicBezTo>
                  <a:cubicBezTo>
                    <a:pt x="6340" y="6023"/>
                    <a:pt x="6296" y="6029"/>
                    <a:pt x="6253" y="6041"/>
                  </a:cubicBezTo>
                  <a:cubicBezTo>
                    <a:pt x="6003" y="6132"/>
                    <a:pt x="5867" y="6405"/>
                    <a:pt x="5958" y="6655"/>
                  </a:cubicBezTo>
                  <a:cubicBezTo>
                    <a:pt x="5969" y="6667"/>
                    <a:pt x="5969" y="6690"/>
                    <a:pt x="5980" y="6701"/>
                  </a:cubicBezTo>
                  <a:cubicBezTo>
                    <a:pt x="6094" y="6963"/>
                    <a:pt x="6401" y="7122"/>
                    <a:pt x="6673" y="7190"/>
                  </a:cubicBezTo>
                  <a:cubicBezTo>
                    <a:pt x="6741" y="7208"/>
                    <a:pt x="6830" y="7215"/>
                    <a:pt x="6925" y="7215"/>
                  </a:cubicBezTo>
                  <a:cubicBezTo>
                    <a:pt x="7197" y="7215"/>
                    <a:pt x="7530" y="7158"/>
                    <a:pt x="7640" y="7133"/>
                  </a:cubicBezTo>
                  <a:cubicBezTo>
                    <a:pt x="7674" y="7213"/>
                    <a:pt x="7697" y="7292"/>
                    <a:pt x="7731" y="7372"/>
                  </a:cubicBezTo>
                  <a:cubicBezTo>
                    <a:pt x="7878" y="7759"/>
                    <a:pt x="8027" y="8145"/>
                    <a:pt x="8163" y="8520"/>
                  </a:cubicBezTo>
                  <a:cubicBezTo>
                    <a:pt x="8209" y="8656"/>
                    <a:pt x="8242" y="8793"/>
                    <a:pt x="8288" y="8918"/>
                  </a:cubicBezTo>
                  <a:cubicBezTo>
                    <a:pt x="8242" y="8838"/>
                    <a:pt x="8209" y="8770"/>
                    <a:pt x="8197" y="8770"/>
                  </a:cubicBezTo>
                  <a:cubicBezTo>
                    <a:pt x="8014" y="8497"/>
                    <a:pt x="7535" y="8115"/>
                    <a:pt x="7159" y="8115"/>
                  </a:cubicBezTo>
                  <a:cubicBezTo>
                    <a:pt x="7113" y="8115"/>
                    <a:pt x="7069" y="8121"/>
                    <a:pt x="7026" y="8133"/>
                  </a:cubicBezTo>
                  <a:cubicBezTo>
                    <a:pt x="6776" y="8224"/>
                    <a:pt x="6640" y="8497"/>
                    <a:pt x="6731" y="8747"/>
                  </a:cubicBezTo>
                  <a:cubicBezTo>
                    <a:pt x="6731" y="8770"/>
                    <a:pt x="6742" y="8782"/>
                    <a:pt x="6742" y="8793"/>
                  </a:cubicBezTo>
                  <a:cubicBezTo>
                    <a:pt x="6855" y="9065"/>
                    <a:pt x="7174" y="9214"/>
                    <a:pt x="7435" y="9282"/>
                  </a:cubicBezTo>
                  <a:cubicBezTo>
                    <a:pt x="7513" y="9301"/>
                    <a:pt x="7608" y="9309"/>
                    <a:pt x="7709" y="9309"/>
                  </a:cubicBezTo>
                  <a:cubicBezTo>
                    <a:pt x="7965" y="9309"/>
                    <a:pt x="8257" y="9261"/>
                    <a:pt x="8379" y="9236"/>
                  </a:cubicBezTo>
                  <a:cubicBezTo>
                    <a:pt x="8424" y="9373"/>
                    <a:pt x="8459" y="9509"/>
                    <a:pt x="8492" y="9646"/>
                  </a:cubicBezTo>
                  <a:cubicBezTo>
                    <a:pt x="8504" y="9737"/>
                    <a:pt x="8538" y="9828"/>
                    <a:pt x="8550" y="9919"/>
                  </a:cubicBezTo>
                  <a:cubicBezTo>
                    <a:pt x="8561" y="10020"/>
                    <a:pt x="8583" y="10111"/>
                    <a:pt x="8595" y="10202"/>
                  </a:cubicBezTo>
                  <a:cubicBezTo>
                    <a:pt x="8618" y="10373"/>
                    <a:pt x="8651" y="10555"/>
                    <a:pt x="8663" y="10737"/>
                  </a:cubicBezTo>
                  <a:cubicBezTo>
                    <a:pt x="8686" y="10851"/>
                    <a:pt x="8697" y="10964"/>
                    <a:pt x="8709" y="11078"/>
                  </a:cubicBezTo>
                  <a:cubicBezTo>
                    <a:pt x="8663" y="10953"/>
                    <a:pt x="8561" y="10692"/>
                    <a:pt x="8550" y="10669"/>
                  </a:cubicBezTo>
                  <a:cubicBezTo>
                    <a:pt x="8401" y="10384"/>
                    <a:pt x="8186" y="10157"/>
                    <a:pt x="7913" y="9987"/>
                  </a:cubicBezTo>
                  <a:cubicBezTo>
                    <a:pt x="7901" y="9952"/>
                    <a:pt x="7878" y="9919"/>
                    <a:pt x="7856" y="9896"/>
                  </a:cubicBezTo>
                  <a:cubicBezTo>
                    <a:pt x="7765" y="9756"/>
                    <a:pt x="7615" y="9685"/>
                    <a:pt x="7462" y="9685"/>
                  </a:cubicBezTo>
                  <a:cubicBezTo>
                    <a:pt x="7366" y="9685"/>
                    <a:pt x="7269" y="9713"/>
                    <a:pt x="7185" y="9770"/>
                  </a:cubicBezTo>
                  <a:lnTo>
                    <a:pt x="7151" y="9805"/>
                  </a:lnTo>
                  <a:cubicBezTo>
                    <a:pt x="6844" y="10078"/>
                    <a:pt x="6946" y="10805"/>
                    <a:pt x="7105" y="11135"/>
                  </a:cubicBezTo>
                  <a:cubicBezTo>
                    <a:pt x="7117" y="11157"/>
                    <a:pt x="7231" y="11351"/>
                    <a:pt x="7310" y="11476"/>
                  </a:cubicBezTo>
                  <a:cubicBezTo>
                    <a:pt x="7254" y="11407"/>
                    <a:pt x="7208" y="11351"/>
                    <a:pt x="7140" y="11283"/>
                  </a:cubicBezTo>
                  <a:cubicBezTo>
                    <a:pt x="7026" y="11146"/>
                    <a:pt x="6901" y="11010"/>
                    <a:pt x="6776" y="10874"/>
                  </a:cubicBezTo>
                  <a:lnTo>
                    <a:pt x="6582" y="10669"/>
                  </a:lnTo>
                  <a:cubicBezTo>
                    <a:pt x="6514" y="10612"/>
                    <a:pt x="6435" y="10543"/>
                    <a:pt x="6367" y="10475"/>
                  </a:cubicBezTo>
                  <a:cubicBezTo>
                    <a:pt x="6196" y="10328"/>
                    <a:pt x="6026" y="10180"/>
                    <a:pt x="5844" y="10032"/>
                  </a:cubicBezTo>
                  <a:cubicBezTo>
                    <a:pt x="5958" y="9929"/>
                    <a:pt x="6378" y="9566"/>
                    <a:pt x="6481" y="9316"/>
                  </a:cubicBezTo>
                  <a:cubicBezTo>
                    <a:pt x="6582" y="9065"/>
                    <a:pt x="6673" y="8724"/>
                    <a:pt x="6537" y="8474"/>
                  </a:cubicBezTo>
                  <a:cubicBezTo>
                    <a:pt x="6455" y="8302"/>
                    <a:pt x="6277" y="8201"/>
                    <a:pt x="6095" y="8201"/>
                  </a:cubicBezTo>
                  <a:cubicBezTo>
                    <a:pt x="6026" y="8201"/>
                    <a:pt x="5955" y="8215"/>
                    <a:pt x="5889" y="8247"/>
                  </a:cubicBezTo>
                  <a:cubicBezTo>
                    <a:pt x="5878" y="8247"/>
                    <a:pt x="5855" y="8259"/>
                    <a:pt x="5844" y="8270"/>
                  </a:cubicBezTo>
                  <a:cubicBezTo>
                    <a:pt x="5503" y="8497"/>
                    <a:pt x="5503" y="9225"/>
                    <a:pt x="5594" y="9577"/>
                  </a:cubicBezTo>
                  <a:cubicBezTo>
                    <a:pt x="5605" y="9600"/>
                    <a:pt x="5707" y="9839"/>
                    <a:pt x="5764" y="9975"/>
                  </a:cubicBezTo>
                  <a:cubicBezTo>
                    <a:pt x="5650" y="9884"/>
                    <a:pt x="5548" y="9805"/>
                    <a:pt x="5435" y="9725"/>
                  </a:cubicBezTo>
                  <a:cubicBezTo>
                    <a:pt x="5105" y="9487"/>
                    <a:pt x="4763" y="9259"/>
                    <a:pt x="4422" y="9020"/>
                  </a:cubicBezTo>
                  <a:lnTo>
                    <a:pt x="4116" y="8804"/>
                  </a:lnTo>
                  <a:cubicBezTo>
                    <a:pt x="4150" y="8770"/>
                    <a:pt x="4650" y="8338"/>
                    <a:pt x="4775" y="8065"/>
                  </a:cubicBezTo>
                  <a:cubicBezTo>
                    <a:pt x="4889" y="7815"/>
                    <a:pt x="4968" y="7474"/>
                    <a:pt x="4832" y="7224"/>
                  </a:cubicBezTo>
                  <a:cubicBezTo>
                    <a:pt x="4751" y="7055"/>
                    <a:pt x="4580" y="6954"/>
                    <a:pt x="4406" y="6954"/>
                  </a:cubicBezTo>
                  <a:cubicBezTo>
                    <a:pt x="4334" y="6954"/>
                    <a:pt x="4261" y="6972"/>
                    <a:pt x="4195" y="7008"/>
                  </a:cubicBezTo>
                  <a:cubicBezTo>
                    <a:pt x="4172" y="7008"/>
                    <a:pt x="4161" y="7019"/>
                    <a:pt x="4150" y="7031"/>
                  </a:cubicBezTo>
                  <a:cubicBezTo>
                    <a:pt x="3809" y="7258"/>
                    <a:pt x="3798" y="7986"/>
                    <a:pt x="3899" y="8338"/>
                  </a:cubicBezTo>
                  <a:cubicBezTo>
                    <a:pt x="3911" y="8361"/>
                    <a:pt x="4059" y="8713"/>
                    <a:pt x="4093" y="8793"/>
                  </a:cubicBezTo>
                  <a:cubicBezTo>
                    <a:pt x="3866" y="8633"/>
                    <a:pt x="3649" y="8474"/>
                    <a:pt x="3434" y="8315"/>
                  </a:cubicBezTo>
                  <a:cubicBezTo>
                    <a:pt x="3138" y="8088"/>
                    <a:pt x="2865" y="7849"/>
                    <a:pt x="2603" y="7599"/>
                  </a:cubicBezTo>
                  <a:cubicBezTo>
                    <a:pt x="2626" y="7577"/>
                    <a:pt x="3149" y="7133"/>
                    <a:pt x="3275" y="6849"/>
                  </a:cubicBezTo>
                  <a:cubicBezTo>
                    <a:pt x="3388" y="6599"/>
                    <a:pt x="3467" y="6258"/>
                    <a:pt x="3331" y="6008"/>
                  </a:cubicBezTo>
                  <a:cubicBezTo>
                    <a:pt x="3249" y="5835"/>
                    <a:pt x="3072" y="5734"/>
                    <a:pt x="2890" y="5734"/>
                  </a:cubicBezTo>
                  <a:cubicBezTo>
                    <a:pt x="2820" y="5734"/>
                    <a:pt x="2750" y="5749"/>
                    <a:pt x="2683" y="5780"/>
                  </a:cubicBezTo>
                  <a:cubicBezTo>
                    <a:pt x="2672" y="5791"/>
                    <a:pt x="2661" y="5803"/>
                    <a:pt x="2638" y="5814"/>
                  </a:cubicBezTo>
                  <a:cubicBezTo>
                    <a:pt x="2308" y="6041"/>
                    <a:pt x="2297" y="6769"/>
                    <a:pt x="2399" y="7122"/>
                  </a:cubicBezTo>
                  <a:cubicBezTo>
                    <a:pt x="2399" y="7145"/>
                    <a:pt x="2558" y="7519"/>
                    <a:pt x="2593" y="7588"/>
                  </a:cubicBezTo>
                  <a:lnTo>
                    <a:pt x="2547" y="7542"/>
                  </a:lnTo>
                  <a:cubicBezTo>
                    <a:pt x="2297" y="7281"/>
                    <a:pt x="2058" y="6985"/>
                    <a:pt x="1865" y="6678"/>
                  </a:cubicBezTo>
                  <a:cubicBezTo>
                    <a:pt x="1751" y="6508"/>
                    <a:pt x="1649" y="6349"/>
                    <a:pt x="1558" y="6178"/>
                  </a:cubicBezTo>
                  <a:cubicBezTo>
                    <a:pt x="1660" y="6110"/>
                    <a:pt x="2138" y="5769"/>
                    <a:pt x="2285" y="5530"/>
                  </a:cubicBezTo>
                  <a:cubicBezTo>
                    <a:pt x="2433" y="5280"/>
                    <a:pt x="2535" y="4962"/>
                    <a:pt x="2433" y="4689"/>
                  </a:cubicBezTo>
                  <a:cubicBezTo>
                    <a:pt x="2362" y="4494"/>
                    <a:pt x="2181" y="4375"/>
                    <a:pt x="1986" y="4375"/>
                  </a:cubicBezTo>
                  <a:cubicBezTo>
                    <a:pt x="1931" y="4375"/>
                    <a:pt x="1875" y="4384"/>
                    <a:pt x="1819" y="4404"/>
                  </a:cubicBezTo>
                  <a:cubicBezTo>
                    <a:pt x="1797" y="4404"/>
                    <a:pt x="1785" y="4416"/>
                    <a:pt x="1762" y="4427"/>
                  </a:cubicBezTo>
                  <a:cubicBezTo>
                    <a:pt x="1410" y="4609"/>
                    <a:pt x="1319" y="5337"/>
                    <a:pt x="1376" y="5700"/>
                  </a:cubicBezTo>
                  <a:cubicBezTo>
                    <a:pt x="1376" y="5712"/>
                    <a:pt x="1433" y="5905"/>
                    <a:pt x="1489" y="6053"/>
                  </a:cubicBezTo>
                  <a:cubicBezTo>
                    <a:pt x="1444" y="5973"/>
                    <a:pt x="1398" y="5894"/>
                    <a:pt x="1365" y="5826"/>
                  </a:cubicBezTo>
                  <a:cubicBezTo>
                    <a:pt x="1216" y="5553"/>
                    <a:pt x="1103" y="5291"/>
                    <a:pt x="1012" y="5064"/>
                  </a:cubicBezTo>
                  <a:cubicBezTo>
                    <a:pt x="955" y="4939"/>
                    <a:pt x="898" y="4814"/>
                    <a:pt x="865" y="4700"/>
                  </a:cubicBezTo>
                  <a:cubicBezTo>
                    <a:pt x="933" y="4575"/>
                    <a:pt x="1194" y="4063"/>
                    <a:pt x="1206" y="3790"/>
                  </a:cubicBezTo>
                  <a:cubicBezTo>
                    <a:pt x="1228" y="3518"/>
                    <a:pt x="1160" y="3166"/>
                    <a:pt x="955" y="2984"/>
                  </a:cubicBezTo>
                  <a:cubicBezTo>
                    <a:pt x="858" y="2897"/>
                    <a:pt x="739" y="2854"/>
                    <a:pt x="622" y="2854"/>
                  </a:cubicBezTo>
                  <a:cubicBezTo>
                    <a:pt x="494" y="2854"/>
                    <a:pt x="368" y="2905"/>
                    <a:pt x="273" y="3007"/>
                  </a:cubicBezTo>
                  <a:cubicBezTo>
                    <a:pt x="262" y="3017"/>
                    <a:pt x="251" y="3040"/>
                    <a:pt x="239" y="3052"/>
                  </a:cubicBezTo>
                  <a:cubicBezTo>
                    <a:pt x="1" y="3381"/>
                    <a:pt x="262" y="4063"/>
                    <a:pt x="478" y="4359"/>
                  </a:cubicBezTo>
                  <a:cubicBezTo>
                    <a:pt x="501" y="4382"/>
                    <a:pt x="842" y="4735"/>
                    <a:pt x="842" y="4735"/>
                  </a:cubicBezTo>
                  <a:lnTo>
                    <a:pt x="842" y="4723"/>
                  </a:lnTo>
                  <a:cubicBezTo>
                    <a:pt x="887" y="4836"/>
                    <a:pt x="921" y="4950"/>
                    <a:pt x="978" y="5076"/>
                  </a:cubicBezTo>
                  <a:cubicBezTo>
                    <a:pt x="1069" y="5303"/>
                    <a:pt x="1183" y="5564"/>
                    <a:pt x="1319" y="5849"/>
                  </a:cubicBezTo>
                  <a:cubicBezTo>
                    <a:pt x="1456" y="6144"/>
                    <a:pt x="1626" y="6440"/>
                    <a:pt x="1808" y="6713"/>
                  </a:cubicBezTo>
                  <a:cubicBezTo>
                    <a:pt x="2001" y="7031"/>
                    <a:pt x="2229" y="7327"/>
                    <a:pt x="2479" y="7599"/>
                  </a:cubicBezTo>
                  <a:lnTo>
                    <a:pt x="2490" y="7610"/>
                  </a:lnTo>
                  <a:cubicBezTo>
                    <a:pt x="2376" y="7554"/>
                    <a:pt x="2092" y="7395"/>
                    <a:pt x="2058" y="7383"/>
                  </a:cubicBezTo>
                  <a:cubicBezTo>
                    <a:pt x="1907" y="7326"/>
                    <a:pt x="1669" y="7283"/>
                    <a:pt x="1432" y="7283"/>
                  </a:cubicBezTo>
                  <a:cubicBezTo>
                    <a:pt x="1152" y="7283"/>
                    <a:pt x="874" y="7342"/>
                    <a:pt x="739" y="7508"/>
                  </a:cubicBezTo>
                  <a:cubicBezTo>
                    <a:pt x="569" y="7724"/>
                    <a:pt x="614" y="8020"/>
                    <a:pt x="819" y="8191"/>
                  </a:cubicBezTo>
                  <a:cubicBezTo>
                    <a:pt x="842" y="8201"/>
                    <a:pt x="853" y="8201"/>
                    <a:pt x="865" y="8213"/>
                  </a:cubicBezTo>
                  <a:cubicBezTo>
                    <a:pt x="978" y="8289"/>
                    <a:pt x="1118" y="8319"/>
                    <a:pt x="1262" y="8319"/>
                  </a:cubicBezTo>
                  <a:cubicBezTo>
                    <a:pt x="1419" y="8319"/>
                    <a:pt x="1580" y="8284"/>
                    <a:pt x="1717" y="8236"/>
                  </a:cubicBezTo>
                  <a:cubicBezTo>
                    <a:pt x="2001" y="8133"/>
                    <a:pt x="2479" y="7679"/>
                    <a:pt x="2513" y="7645"/>
                  </a:cubicBezTo>
                  <a:cubicBezTo>
                    <a:pt x="2774" y="7918"/>
                    <a:pt x="3058" y="8168"/>
                    <a:pt x="3354" y="8406"/>
                  </a:cubicBezTo>
                  <a:cubicBezTo>
                    <a:pt x="3525" y="8543"/>
                    <a:pt x="3707" y="8679"/>
                    <a:pt x="3889" y="8815"/>
                  </a:cubicBezTo>
                  <a:cubicBezTo>
                    <a:pt x="3798" y="8759"/>
                    <a:pt x="3718" y="8724"/>
                    <a:pt x="3707" y="8713"/>
                  </a:cubicBezTo>
                  <a:cubicBezTo>
                    <a:pt x="3550" y="8656"/>
                    <a:pt x="3312" y="8613"/>
                    <a:pt x="3074" y="8613"/>
                  </a:cubicBezTo>
                  <a:cubicBezTo>
                    <a:pt x="2795" y="8613"/>
                    <a:pt x="2518" y="8672"/>
                    <a:pt x="2376" y="8838"/>
                  </a:cubicBezTo>
                  <a:cubicBezTo>
                    <a:pt x="2217" y="9055"/>
                    <a:pt x="2251" y="9350"/>
                    <a:pt x="2456" y="9520"/>
                  </a:cubicBezTo>
                  <a:cubicBezTo>
                    <a:pt x="2467" y="9532"/>
                    <a:pt x="2490" y="9543"/>
                    <a:pt x="2502" y="9555"/>
                  </a:cubicBezTo>
                  <a:cubicBezTo>
                    <a:pt x="2615" y="9631"/>
                    <a:pt x="2755" y="9660"/>
                    <a:pt x="2899" y="9660"/>
                  </a:cubicBezTo>
                  <a:cubicBezTo>
                    <a:pt x="3056" y="9660"/>
                    <a:pt x="3217" y="9625"/>
                    <a:pt x="3354" y="9577"/>
                  </a:cubicBezTo>
                  <a:cubicBezTo>
                    <a:pt x="3604" y="9487"/>
                    <a:pt x="4025" y="9100"/>
                    <a:pt x="4127" y="8997"/>
                  </a:cubicBezTo>
                  <a:cubicBezTo>
                    <a:pt x="4207" y="9043"/>
                    <a:pt x="4275" y="9100"/>
                    <a:pt x="4343" y="9145"/>
                  </a:cubicBezTo>
                  <a:lnTo>
                    <a:pt x="5332" y="9861"/>
                  </a:lnTo>
                  <a:cubicBezTo>
                    <a:pt x="5446" y="9952"/>
                    <a:pt x="5548" y="10032"/>
                    <a:pt x="5662" y="10123"/>
                  </a:cubicBezTo>
                  <a:cubicBezTo>
                    <a:pt x="5582" y="10078"/>
                    <a:pt x="5514" y="10043"/>
                    <a:pt x="5503" y="10043"/>
                  </a:cubicBezTo>
                  <a:cubicBezTo>
                    <a:pt x="5346" y="9980"/>
                    <a:pt x="5106" y="9934"/>
                    <a:pt x="4868" y="9934"/>
                  </a:cubicBezTo>
                  <a:cubicBezTo>
                    <a:pt x="4590" y="9934"/>
                    <a:pt x="4313" y="9997"/>
                    <a:pt x="4172" y="10169"/>
                  </a:cubicBezTo>
                  <a:cubicBezTo>
                    <a:pt x="4013" y="10384"/>
                    <a:pt x="4048" y="10680"/>
                    <a:pt x="4263" y="10839"/>
                  </a:cubicBezTo>
                  <a:lnTo>
                    <a:pt x="4298" y="10874"/>
                  </a:lnTo>
                  <a:cubicBezTo>
                    <a:pt x="4412" y="10950"/>
                    <a:pt x="4552" y="10979"/>
                    <a:pt x="4695" y="10979"/>
                  </a:cubicBezTo>
                  <a:cubicBezTo>
                    <a:pt x="4852" y="10979"/>
                    <a:pt x="5014" y="10944"/>
                    <a:pt x="5150" y="10896"/>
                  </a:cubicBezTo>
                  <a:cubicBezTo>
                    <a:pt x="5400" y="10805"/>
                    <a:pt x="5776" y="10452"/>
                    <a:pt x="5912" y="10339"/>
                  </a:cubicBezTo>
                  <a:cubicBezTo>
                    <a:pt x="6014" y="10430"/>
                    <a:pt x="6128" y="10521"/>
                    <a:pt x="6230" y="10623"/>
                  </a:cubicBezTo>
                  <a:cubicBezTo>
                    <a:pt x="6299" y="10680"/>
                    <a:pt x="6367" y="10748"/>
                    <a:pt x="6435" y="10816"/>
                  </a:cubicBezTo>
                  <a:lnTo>
                    <a:pt x="6628" y="11021"/>
                  </a:lnTo>
                  <a:cubicBezTo>
                    <a:pt x="6742" y="11157"/>
                    <a:pt x="6867" y="11294"/>
                    <a:pt x="6969" y="11419"/>
                  </a:cubicBezTo>
                  <a:cubicBezTo>
                    <a:pt x="7049" y="11521"/>
                    <a:pt x="7128" y="11601"/>
                    <a:pt x="7196" y="11692"/>
                  </a:cubicBezTo>
                  <a:cubicBezTo>
                    <a:pt x="7094" y="11612"/>
                    <a:pt x="6867" y="11442"/>
                    <a:pt x="6844" y="11430"/>
                  </a:cubicBezTo>
                  <a:cubicBezTo>
                    <a:pt x="6649" y="11319"/>
                    <a:pt x="6308" y="11215"/>
                    <a:pt x="6003" y="11215"/>
                  </a:cubicBezTo>
                  <a:cubicBezTo>
                    <a:pt x="5811" y="11215"/>
                    <a:pt x="5633" y="11256"/>
                    <a:pt x="5514" y="11362"/>
                  </a:cubicBezTo>
                  <a:cubicBezTo>
                    <a:pt x="5321" y="11544"/>
                    <a:pt x="5321" y="11839"/>
                    <a:pt x="5503" y="12033"/>
                  </a:cubicBezTo>
                  <a:cubicBezTo>
                    <a:pt x="5514" y="12044"/>
                    <a:pt x="5526" y="12067"/>
                    <a:pt x="5537" y="12079"/>
                  </a:cubicBezTo>
                  <a:cubicBezTo>
                    <a:pt x="5686" y="12205"/>
                    <a:pt x="5901" y="12249"/>
                    <a:pt x="6106" y="12249"/>
                  </a:cubicBezTo>
                  <a:cubicBezTo>
                    <a:pt x="6197" y="12249"/>
                    <a:pt x="6286" y="12240"/>
                    <a:pt x="6367" y="12226"/>
                  </a:cubicBezTo>
                  <a:cubicBezTo>
                    <a:pt x="6662" y="12170"/>
                    <a:pt x="7185" y="11806"/>
                    <a:pt x="7254" y="11760"/>
                  </a:cubicBezTo>
                  <a:cubicBezTo>
                    <a:pt x="7367" y="11908"/>
                    <a:pt x="7492" y="12056"/>
                    <a:pt x="7595" y="12192"/>
                  </a:cubicBezTo>
                  <a:cubicBezTo>
                    <a:pt x="7890" y="12567"/>
                    <a:pt x="8129" y="12908"/>
                    <a:pt x="8322" y="13170"/>
                  </a:cubicBezTo>
                  <a:lnTo>
                    <a:pt x="8561" y="13044"/>
                  </a:lnTo>
                  <a:cubicBezTo>
                    <a:pt x="8356" y="12772"/>
                    <a:pt x="8095" y="12431"/>
                    <a:pt x="7787" y="12044"/>
                  </a:cubicBezTo>
                  <a:cubicBezTo>
                    <a:pt x="7663" y="11897"/>
                    <a:pt x="7526" y="11726"/>
                    <a:pt x="7390" y="11567"/>
                  </a:cubicBezTo>
                  <a:cubicBezTo>
                    <a:pt x="7526" y="11407"/>
                    <a:pt x="7640" y="11248"/>
                    <a:pt x="7754" y="11078"/>
                  </a:cubicBezTo>
                  <a:cubicBezTo>
                    <a:pt x="7956" y="11148"/>
                    <a:pt x="8295" y="11165"/>
                    <a:pt x="8516" y="11165"/>
                  </a:cubicBezTo>
                  <a:cubicBezTo>
                    <a:pt x="8618" y="11165"/>
                    <a:pt x="8695" y="11161"/>
                    <a:pt x="8720" y="11157"/>
                  </a:cubicBezTo>
                  <a:cubicBezTo>
                    <a:pt x="8742" y="11351"/>
                    <a:pt x="8754" y="11544"/>
                    <a:pt x="8765" y="11715"/>
                  </a:cubicBezTo>
                  <a:cubicBezTo>
                    <a:pt x="8800" y="12180"/>
                    <a:pt x="8822" y="12579"/>
                    <a:pt x="8822" y="12908"/>
                  </a:cubicBezTo>
                  <a:lnTo>
                    <a:pt x="9083" y="12772"/>
                  </a:lnTo>
                  <a:cubicBezTo>
                    <a:pt x="9073" y="12465"/>
                    <a:pt x="9050" y="12101"/>
                    <a:pt x="9004" y="11703"/>
                  </a:cubicBezTo>
                  <a:cubicBezTo>
                    <a:pt x="8993" y="11510"/>
                    <a:pt x="8970" y="11294"/>
                    <a:pt x="8936" y="11089"/>
                  </a:cubicBezTo>
                  <a:cubicBezTo>
                    <a:pt x="9015" y="11066"/>
                    <a:pt x="9629" y="10884"/>
                    <a:pt x="9857" y="10692"/>
                  </a:cubicBezTo>
                  <a:cubicBezTo>
                    <a:pt x="10061" y="10510"/>
                    <a:pt x="10278" y="10237"/>
                    <a:pt x="10255" y="9941"/>
                  </a:cubicBezTo>
                  <a:cubicBezTo>
                    <a:pt x="10243" y="9686"/>
                    <a:pt x="10038" y="9474"/>
                    <a:pt x="9785" y="9474"/>
                  </a:cubicBezTo>
                  <a:cubicBezTo>
                    <a:pt x="9778" y="9474"/>
                    <a:pt x="9772" y="9474"/>
                    <a:pt x="9766" y="9475"/>
                  </a:cubicBezTo>
                  <a:lnTo>
                    <a:pt x="9709" y="9475"/>
                  </a:lnTo>
                  <a:cubicBezTo>
                    <a:pt x="9311" y="9543"/>
                    <a:pt x="8993" y="10202"/>
                    <a:pt x="8936" y="10566"/>
                  </a:cubicBezTo>
                  <a:cubicBezTo>
                    <a:pt x="8936" y="10589"/>
                    <a:pt x="8924" y="10816"/>
                    <a:pt x="8924" y="10964"/>
                  </a:cubicBezTo>
                  <a:cubicBezTo>
                    <a:pt x="8913" y="10874"/>
                    <a:pt x="8902" y="10793"/>
                    <a:pt x="8891" y="10703"/>
                  </a:cubicBezTo>
                  <a:cubicBezTo>
                    <a:pt x="8868" y="10532"/>
                    <a:pt x="8833" y="10351"/>
                    <a:pt x="8811" y="10157"/>
                  </a:cubicBezTo>
                  <a:cubicBezTo>
                    <a:pt x="8788" y="10078"/>
                    <a:pt x="8777" y="9975"/>
                    <a:pt x="8754" y="9884"/>
                  </a:cubicBezTo>
                  <a:cubicBezTo>
                    <a:pt x="8731" y="9793"/>
                    <a:pt x="8709" y="9702"/>
                    <a:pt x="8686" y="9600"/>
                  </a:cubicBezTo>
                  <a:cubicBezTo>
                    <a:pt x="8629" y="9384"/>
                    <a:pt x="8561" y="9168"/>
                    <a:pt x="8492" y="8952"/>
                  </a:cubicBezTo>
                  <a:cubicBezTo>
                    <a:pt x="8641" y="8929"/>
                    <a:pt x="9197" y="8838"/>
                    <a:pt x="9425" y="8702"/>
                  </a:cubicBezTo>
                  <a:cubicBezTo>
                    <a:pt x="9652" y="8565"/>
                    <a:pt x="9902" y="8315"/>
                    <a:pt x="9937" y="8031"/>
                  </a:cubicBezTo>
                  <a:cubicBezTo>
                    <a:pt x="9970" y="7759"/>
                    <a:pt x="9777" y="7519"/>
                    <a:pt x="9515" y="7486"/>
                  </a:cubicBezTo>
                  <a:lnTo>
                    <a:pt x="9470" y="7486"/>
                  </a:lnTo>
                  <a:cubicBezTo>
                    <a:pt x="9061" y="7486"/>
                    <a:pt x="8651" y="8088"/>
                    <a:pt x="8538" y="8441"/>
                  </a:cubicBezTo>
                  <a:cubicBezTo>
                    <a:pt x="8538" y="8463"/>
                    <a:pt x="8481" y="8724"/>
                    <a:pt x="8459" y="8861"/>
                  </a:cubicBezTo>
                  <a:cubicBezTo>
                    <a:pt x="8413" y="8736"/>
                    <a:pt x="8368" y="8600"/>
                    <a:pt x="8322" y="8474"/>
                  </a:cubicBezTo>
                  <a:cubicBezTo>
                    <a:pt x="8174" y="8088"/>
                    <a:pt x="8015" y="7713"/>
                    <a:pt x="7867" y="7327"/>
                  </a:cubicBezTo>
                  <a:lnTo>
                    <a:pt x="7719" y="6985"/>
                  </a:lnTo>
                  <a:cubicBezTo>
                    <a:pt x="7777" y="6974"/>
                    <a:pt x="8436" y="6895"/>
                    <a:pt x="8697" y="6735"/>
                  </a:cubicBezTo>
                  <a:cubicBezTo>
                    <a:pt x="8924" y="6587"/>
                    <a:pt x="9174" y="6337"/>
                    <a:pt x="9197" y="6053"/>
                  </a:cubicBezTo>
                  <a:cubicBezTo>
                    <a:pt x="9243" y="5791"/>
                    <a:pt x="9061" y="5553"/>
                    <a:pt x="8800" y="5508"/>
                  </a:cubicBezTo>
                  <a:lnTo>
                    <a:pt x="8731" y="5508"/>
                  </a:lnTo>
                  <a:cubicBezTo>
                    <a:pt x="8333" y="5508"/>
                    <a:pt x="7913" y="6110"/>
                    <a:pt x="7810" y="6463"/>
                  </a:cubicBezTo>
                  <a:cubicBezTo>
                    <a:pt x="7799" y="6485"/>
                    <a:pt x="7731" y="6860"/>
                    <a:pt x="7719" y="6951"/>
                  </a:cubicBezTo>
                  <a:cubicBezTo>
                    <a:pt x="7606" y="6701"/>
                    <a:pt x="7515" y="6440"/>
                    <a:pt x="7424" y="6178"/>
                  </a:cubicBezTo>
                  <a:cubicBezTo>
                    <a:pt x="7310" y="5837"/>
                    <a:pt x="7208" y="5485"/>
                    <a:pt x="7140" y="5121"/>
                  </a:cubicBezTo>
                  <a:cubicBezTo>
                    <a:pt x="7163" y="5121"/>
                    <a:pt x="7845" y="5041"/>
                    <a:pt x="8106" y="4871"/>
                  </a:cubicBezTo>
                  <a:cubicBezTo>
                    <a:pt x="8345" y="4735"/>
                    <a:pt x="8595" y="4484"/>
                    <a:pt x="8618" y="4200"/>
                  </a:cubicBezTo>
                  <a:cubicBezTo>
                    <a:pt x="8651" y="3939"/>
                    <a:pt x="8470" y="3689"/>
                    <a:pt x="8209" y="3654"/>
                  </a:cubicBezTo>
                  <a:lnTo>
                    <a:pt x="8151" y="3654"/>
                  </a:lnTo>
                  <a:cubicBezTo>
                    <a:pt x="7742" y="3654"/>
                    <a:pt x="7333" y="4268"/>
                    <a:pt x="7231" y="4609"/>
                  </a:cubicBezTo>
                  <a:cubicBezTo>
                    <a:pt x="7219" y="4644"/>
                    <a:pt x="7140" y="5041"/>
                    <a:pt x="7128" y="5109"/>
                  </a:cubicBezTo>
                  <a:cubicBezTo>
                    <a:pt x="7128" y="5086"/>
                    <a:pt x="7128" y="5064"/>
                    <a:pt x="7117" y="5041"/>
                  </a:cubicBezTo>
                  <a:cubicBezTo>
                    <a:pt x="7049" y="4689"/>
                    <a:pt x="7026" y="4313"/>
                    <a:pt x="7026" y="3950"/>
                  </a:cubicBezTo>
                  <a:cubicBezTo>
                    <a:pt x="7026" y="3745"/>
                    <a:pt x="7026" y="3552"/>
                    <a:pt x="7037" y="3370"/>
                  </a:cubicBezTo>
                  <a:cubicBezTo>
                    <a:pt x="7174" y="3370"/>
                    <a:pt x="7754" y="3348"/>
                    <a:pt x="8015" y="3222"/>
                  </a:cubicBezTo>
                  <a:cubicBezTo>
                    <a:pt x="8265" y="3097"/>
                    <a:pt x="8538" y="2893"/>
                    <a:pt x="8595" y="2608"/>
                  </a:cubicBezTo>
                  <a:cubicBezTo>
                    <a:pt x="8663" y="2347"/>
                    <a:pt x="8492" y="2085"/>
                    <a:pt x="8242" y="2029"/>
                  </a:cubicBezTo>
                  <a:cubicBezTo>
                    <a:pt x="8219" y="2017"/>
                    <a:pt x="8209" y="2017"/>
                    <a:pt x="8186" y="2017"/>
                  </a:cubicBezTo>
                  <a:cubicBezTo>
                    <a:pt x="8170" y="2015"/>
                    <a:pt x="8155" y="2014"/>
                    <a:pt x="8139" y="2014"/>
                  </a:cubicBezTo>
                  <a:cubicBezTo>
                    <a:pt x="7751" y="2014"/>
                    <a:pt x="7304" y="2542"/>
                    <a:pt x="7163" y="2870"/>
                  </a:cubicBezTo>
                  <a:cubicBezTo>
                    <a:pt x="7151" y="2881"/>
                    <a:pt x="7094" y="3075"/>
                    <a:pt x="7060" y="3211"/>
                  </a:cubicBezTo>
                  <a:cubicBezTo>
                    <a:pt x="7060" y="3131"/>
                    <a:pt x="7072" y="3040"/>
                    <a:pt x="7083" y="2961"/>
                  </a:cubicBezTo>
                  <a:cubicBezTo>
                    <a:pt x="7105" y="2654"/>
                    <a:pt x="7163" y="2381"/>
                    <a:pt x="7196" y="2131"/>
                  </a:cubicBezTo>
                  <a:cubicBezTo>
                    <a:pt x="7231" y="1994"/>
                    <a:pt x="7254" y="1870"/>
                    <a:pt x="7276" y="1756"/>
                  </a:cubicBezTo>
                  <a:cubicBezTo>
                    <a:pt x="7401" y="1676"/>
                    <a:pt x="7901" y="1403"/>
                    <a:pt x="8072" y="1176"/>
                  </a:cubicBezTo>
                  <a:cubicBezTo>
                    <a:pt x="8242" y="960"/>
                    <a:pt x="8379" y="642"/>
                    <a:pt x="8299" y="369"/>
                  </a:cubicBezTo>
                  <a:cubicBezTo>
                    <a:pt x="8251" y="148"/>
                    <a:pt x="8058" y="0"/>
                    <a:pt x="7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8187;p113">
              <a:extLst>
                <a:ext uri="{FF2B5EF4-FFF2-40B4-BE49-F238E27FC236}">
                  <a16:creationId xmlns:a16="http://schemas.microsoft.com/office/drawing/2014/main" id="{9B47698B-3F11-6AC6-2D9E-E7440B30D9A2}"/>
                </a:ext>
              </a:extLst>
            </p:cNvPr>
            <p:cNvSpPr/>
            <p:nvPr/>
          </p:nvSpPr>
          <p:spPr>
            <a:xfrm>
              <a:off x="2636350" y="3618525"/>
              <a:ext cx="38950" cy="35575"/>
            </a:xfrm>
            <a:custGeom>
              <a:avLst/>
              <a:gdLst/>
              <a:ahLst/>
              <a:cxnLst/>
              <a:rect l="l" t="t" r="r" b="b"/>
              <a:pathLst>
                <a:path w="1558" h="1423" extrusionOk="0">
                  <a:moveTo>
                    <a:pt x="478" y="0"/>
                  </a:moveTo>
                  <a:cubicBezTo>
                    <a:pt x="474" y="0"/>
                    <a:pt x="470" y="0"/>
                    <a:pt x="466" y="1"/>
                  </a:cubicBezTo>
                  <a:cubicBezTo>
                    <a:pt x="205" y="23"/>
                    <a:pt x="1" y="251"/>
                    <a:pt x="23" y="513"/>
                  </a:cubicBezTo>
                  <a:lnTo>
                    <a:pt x="23" y="558"/>
                  </a:lnTo>
                  <a:cubicBezTo>
                    <a:pt x="69" y="842"/>
                    <a:pt x="330" y="1081"/>
                    <a:pt x="569" y="1217"/>
                  </a:cubicBezTo>
                  <a:cubicBezTo>
                    <a:pt x="842" y="1365"/>
                    <a:pt x="1547" y="1422"/>
                    <a:pt x="1558" y="1422"/>
                  </a:cubicBezTo>
                  <a:cubicBezTo>
                    <a:pt x="1558" y="1422"/>
                    <a:pt x="1444" y="945"/>
                    <a:pt x="1433" y="910"/>
                  </a:cubicBezTo>
                  <a:cubicBezTo>
                    <a:pt x="1309" y="572"/>
                    <a:pt x="884" y="0"/>
                    <a:pt x="4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8188;p113">
              <a:extLst>
                <a:ext uri="{FF2B5EF4-FFF2-40B4-BE49-F238E27FC236}">
                  <a16:creationId xmlns:a16="http://schemas.microsoft.com/office/drawing/2014/main" id="{51E0F8A7-0145-2D68-60AD-578A9F09DF7E}"/>
                </a:ext>
              </a:extLst>
            </p:cNvPr>
            <p:cNvSpPr/>
            <p:nvPr/>
          </p:nvSpPr>
          <p:spPr>
            <a:xfrm>
              <a:off x="3717500" y="3708350"/>
              <a:ext cx="48325" cy="26500"/>
            </a:xfrm>
            <a:custGeom>
              <a:avLst/>
              <a:gdLst/>
              <a:ahLst/>
              <a:cxnLst/>
              <a:rect l="l" t="t" r="r" b="b"/>
              <a:pathLst>
                <a:path w="1933" h="1060" extrusionOk="0">
                  <a:moveTo>
                    <a:pt x="1335" y="1"/>
                  </a:moveTo>
                  <a:cubicBezTo>
                    <a:pt x="995" y="1"/>
                    <a:pt x="579" y="171"/>
                    <a:pt x="375" y="318"/>
                  </a:cubicBezTo>
                  <a:cubicBezTo>
                    <a:pt x="352" y="341"/>
                    <a:pt x="0" y="682"/>
                    <a:pt x="0" y="682"/>
                  </a:cubicBezTo>
                  <a:cubicBezTo>
                    <a:pt x="0" y="682"/>
                    <a:pt x="614" y="1035"/>
                    <a:pt x="932" y="1058"/>
                  </a:cubicBezTo>
                  <a:cubicBezTo>
                    <a:pt x="957" y="1059"/>
                    <a:pt x="981" y="1059"/>
                    <a:pt x="1007" y="1059"/>
                  </a:cubicBezTo>
                  <a:cubicBezTo>
                    <a:pt x="1265" y="1059"/>
                    <a:pt x="1563" y="1004"/>
                    <a:pt x="1739" y="808"/>
                  </a:cubicBezTo>
                  <a:cubicBezTo>
                    <a:pt x="1751" y="796"/>
                    <a:pt x="1762" y="785"/>
                    <a:pt x="1774" y="762"/>
                  </a:cubicBezTo>
                  <a:cubicBezTo>
                    <a:pt x="1933" y="558"/>
                    <a:pt x="1898" y="250"/>
                    <a:pt x="1683" y="91"/>
                  </a:cubicBezTo>
                  <a:cubicBezTo>
                    <a:pt x="1590" y="27"/>
                    <a:pt x="1468" y="1"/>
                    <a:pt x="1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8189;p113">
              <a:extLst>
                <a:ext uri="{FF2B5EF4-FFF2-40B4-BE49-F238E27FC236}">
                  <a16:creationId xmlns:a16="http://schemas.microsoft.com/office/drawing/2014/main" id="{7A593A92-2D97-60B1-9D20-971F173AB35A}"/>
                </a:ext>
              </a:extLst>
            </p:cNvPr>
            <p:cNvSpPr/>
            <p:nvPr/>
          </p:nvSpPr>
          <p:spPr>
            <a:xfrm>
              <a:off x="3497225" y="3571525"/>
              <a:ext cx="256675" cy="329250"/>
            </a:xfrm>
            <a:custGeom>
              <a:avLst/>
              <a:gdLst/>
              <a:ahLst/>
              <a:cxnLst/>
              <a:rect l="l" t="t" r="r" b="b"/>
              <a:pathLst>
                <a:path w="10267" h="13170" extrusionOk="0">
                  <a:moveTo>
                    <a:pt x="2436" y="0"/>
                  </a:moveTo>
                  <a:cubicBezTo>
                    <a:pt x="2220" y="0"/>
                    <a:pt x="2027" y="148"/>
                    <a:pt x="1978" y="369"/>
                  </a:cubicBezTo>
                  <a:cubicBezTo>
                    <a:pt x="1899" y="653"/>
                    <a:pt x="2047" y="960"/>
                    <a:pt x="2206" y="1176"/>
                  </a:cubicBezTo>
                  <a:cubicBezTo>
                    <a:pt x="2377" y="1403"/>
                    <a:pt x="2877" y="1688"/>
                    <a:pt x="3001" y="1756"/>
                  </a:cubicBezTo>
                  <a:cubicBezTo>
                    <a:pt x="3024" y="1870"/>
                    <a:pt x="3059" y="1994"/>
                    <a:pt x="3082" y="2143"/>
                  </a:cubicBezTo>
                  <a:cubicBezTo>
                    <a:pt x="3127" y="2381"/>
                    <a:pt x="3172" y="2665"/>
                    <a:pt x="3206" y="2972"/>
                  </a:cubicBezTo>
                  <a:cubicBezTo>
                    <a:pt x="3206" y="3052"/>
                    <a:pt x="3218" y="3131"/>
                    <a:pt x="3229" y="3222"/>
                  </a:cubicBezTo>
                  <a:cubicBezTo>
                    <a:pt x="3183" y="3086"/>
                    <a:pt x="3127" y="2893"/>
                    <a:pt x="3115" y="2870"/>
                  </a:cubicBezTo>
                  <a:cubicBezTo>
                    <a:pt x="2972" y="2550"/>
                    <a:pt x="2518" y="2016"/>
                    <a:pt x="2127" y="2016"/>
                  </a:cubicBezTo>
                  <a:cubicBezTo>
                    <a:pt x="2115" y="2016"/>
                    <a:pt x="2104" y="2016"/>
                    <a:pt x="2092" y="2017"/>
                  </a:cubicBezTo>
                  <a:cubicBezTo>
                    <a:pt x="2069" y="2029"/>
                    <a:pt x="2058" y="2029"/>
                    <a:pt x="2036" y="2029"/>
                  </a:cubicBezTo>
                  <a:cubicBezTo>
                    <a:pt x="1786" y="2097"/>
                    <a:pt x="1626" y="2358"/>
                    <a:pt x="1683" y="2608"/>
                  </a:cubicBezTo>
                  <a:cubicBezTo>
                    <a:pt x="1740" y="2893"/>
                    <a:pt x="2013" y="3108"/>
                    <a:pt x="2263" y="3222"/>
                  </a:cubicBezTo>
                  <a:cubicBezTo>
                    <a:pt x="2524" y="3348"/>
                    <a:pt x="3115" y="3370"/>
                    <a:pt x="3241" y="3370"/>
                  </a:cubicBezTo>
                  <a:cubicBezTo>
                    <a:pt x="3252" y="3552"/>
                    <a:pt x="3263" y="3757"/>
                    <a:pt x="3263" y="3950"/>
                  </a:cubicBezTo>
                  <a:cubicBezTo>
                    <a:pt x="3263" y="4325"/>
                    <a:pt x="3229" y="4689"/>
                    <a:pt x="3161" y="5053"/>
                  </a:cubicBezTo>
                  <a:cubicBezTo>
                    <a:pt x="3161" y="5076"/>
                    <a:pt x="3150" y="5098"/>
                    <a:pt x="3150" y="5109"/>
                  </a:cubicBezTo>
                  <a:cubicBezTo>
                    <a:pt x="3138" y="5041"/>
                    <a:pt x="3059" y="4644"/>
                    <a:pt x="3059" y="4609"/>
                  </a:cubicBezTo>
                  <a:cubicBezTo>
                    <a:pt x="2945" y="4268"/>
                    <a:pt x="2536" y="3654"/>
                    <a:pt x="2127" y="3654"/>
                  </a:cubicBezTo>
                  <a:cubicBezTo>
                    <a:pt x="2115" y="3666"/>
                    <a:pt x="2092" y="3666"/>
                    <a:pt x="2081" y="3666"/>
                  </a:cubicBezTo>
                  <a:cubicBezTo>
                    <a:pt x="1808" y="3700"/>
                    <a:pt x="1626" y="3939"/>
                    <a:pt x="1660" y="4200"/>
                  </a:cubicBezTo>
                  <a:cubicBezTo>
                    <a:pt x="1683" y="4484"/>
                    <a:pt x="1945" y="4735"/>
                    <a:pt x="2172" y="4871"/>
                  </a:cubicBezTo>
                  <a:cubicBezTo>
                    <a:pt x="2433" y="5041"/>
                    <a:pt x="3115" y="5132"/>
                    <a:pt x="3138" y="5132"/>
                  </a:cubicBezTo>
                  <a:cubicBezTo>
                    <a:pt x="3070" y="5485"/>
                    <a:pt x="2968" y="5837"/>
                    <a:pt x="2854" y="6190"/>
                  </a:cubicBezTo>
                  <a:cubicBezTo>
                    <a:pt x="2763" y="6440"/>
                    <a:pt x="2672" y="6701"/>
                    <a:pt x="2559" y="6951"/>
                  </a:cubicBezTo>
                  <a:cubicBezTo>
                    <a:pt x="2547" y="6860"/>
                    <a:pt x="2479" y="6496"/>
                    <a:pt x="2468" y="6463"/>
                  </a:cubicBezTo>
                  <a:cubicBezTo>
                    <a:pt x="2365" y="6121"/>
                    <a:pt x="1945" y="5508"/>
                    <a:pt x="1546" y="5508"/>
                  </a:cubicBezTo>
                  <a:cubicBezTo>
                    <a:pt x="1524" y="5508"/>
                    <a:pt x="1513" y="5508"/>
                    <a:pt x="1490" y="5518"/>
                  </a:cubicBezTo>
                  <a:cubicBezTo>
                    <a:pt x="1228" y="5541"/>
                    <a:pt x="1035" y="5791"/>
                    <a:pt x="1069" y="6053"/>
                  </a:cubicBezTo>
                  <a:cubicBezTo>
                    <a:pt x="1103" y="6337"/>
                    <a:pt x="1354" y="6587"/>
                    <a:pt x="1581" y="6724"/>
                  </a:cubicBezTo>
                  <a:cubicBezTo>
                    <a:pt x="1842" y="6883"/>
                    <a:pt x="2501" y="6974"/>
                    <a:pt x="2547" y="6974"/>
                  </a:cubicBezTo>
                  <a:cubicBezTo>
                    <a:pt x="2501" y="7099"/>
                    <a:pt x="2456" y="7213"/>
                    <a:pt x="2410" y="7327"/>
                  </a:cubicBezTo>
                  <a:cubicBezTo>
                    <a:pt x="2263" y="7701"/>
                    <a:pt x="2104" y="8088"/>
                    <a:pt x="1956" y="8463"/>
                  </a:cubicBezTo>
                  <a:cubicBezTo>
                    <a:pt x="1910" y="8600"/>
                    <a:pt x="1865" y="8724"/>
                    <a:pt x="1819" y="8861"/>
                  </a:cubicBezTo>
                  <a:cubicBezTo>
                    <a:pt x="1796" y="8713"/>
                    <a:pt x="1740" y="8463"/>
                    <a:pt x="1740" y="8441"/>
                  </a:cubicBezTo>
                  <a:cubicBezTo>
                    <a:pt x="1626" y="8088"/>
                    <a:pt x="1217" y="7474"/>
                    <a:pt x="808" y="7474"/>
                  </a:cubicBezTo>
                  <a:cubicBezTo>
                    <a:pt x="796" y="7474"/>
                    <a:pt x="773" y="7486"/>
                    <a:pt x="762" y="7486"/>
                  </a:cubicBezTo>
                  <a:cubicBezTo>
                    <a:pt x="500" y="7519"/>
                    <a:pt x="308" y="7759"/>
                    <a:pt x="341" y="8020"/>
                  </a:cubicBezTo>
                  <a:cubicBezTo>
                    <a:pt x="364" y="8304"/>
                    <a:pt x="626" y="8554"/>
                    <a:pt x="853" y="8691"/>
                  </a:cubicBezTo>
                  <a:cubicBezTo>
                    <a:pt x="1081" y="8838"/>
                    <a:pt x="1637" y="8918"/>
                    <a:pt x="1786" y="8941"/>
                  </a:cubicBezTo>
                  <a:cubicBezTo>
                    <a:pt x="1717" y="9156"/>
                    <a:pt x="1649" y="9384"/>
                    <a:pt x="1592" y="9600"/>
                  </a:cubicBezTo>
                  <a:cubicBezTo>
                    <a:pt x="1569" y="9691"/>
                    <a:pt x="1546" y="9793"/>
                    <a:pt x="1524" y="9884"/>
                  </a:cubicBezTo>
                  <a:cubicBezTo>
                    <a:pt x="1501" y="9975"/>
                    <a:pt x="1490" y="10066"/>
                    <a:pt x="1467" y="10157"/>
                  </a:cubicBezTo>
                  <a:cubicBezTo>
                    <a:pt x="1444" y="10351"/>
                    <a:pt x="1410" y="10521"/>
                    <a:pt x="1387" y="10703"/>
                  </a:cubicBezTo>
                  <a:cubicBezTo>
                    <a:pt x="1376" y="10793"/>
                    <a:pt x="1364" y="10874"/>
                    <a:pt x="1354" y="10964"/>
                  </a:cubicBezTo>
                  <a:cubicBezTo>
                    <a:pt x="1354" y="10816"/>
                    <a:pt x="1342" y="10578"/>
                    <a:pt x="1342" y="10555"/>
                  </a:cubicBezTo>
                  <a:cubicBezTo>
                    <a:pt x="1285" y="10202"/>
                    <a:pt x="967" y="9543"/>
                    <a:pt x="569" y="9475"/>
                  </a:cubicBezTo>
                  <a:cubicBezTo>
                    <a:pt x="546" y="9475"/>
                    <a:pt x="535" y="9475"/>
                    <a:pt x="512" y="9464"/>
                  </a:cubicBezTo>
                  <a:cubicBezTo>
                    <a:pt x="250" y="9464"/>
                    <a:pt x="35" y="9668"/>
                    <a:pt x="23" y="9941"/>
                  </a:cubicBezTo>
                  <a:cubicBezTo>
                    <a:pt x="0" y="10225"/>
                    <a:pt x="217" y="10510"/>
                    <a:pt x="421" y="10680"/>
                  </a:cubicBezTo>
                  <a:cubicBezTo>
                    <a:pt x="649" y="10874"/>
                    <a:pt x="1263" y="11055"/>
                    <a:pt x="1342" y="11078"/>
                  </a:cubicBezTo>
                  <a:cubicBezTo>
                    <a:pt x="1308" y="11294"/>
                    <a:pt x="1285" y="11498"/>
                    <a:pt x="1273" y="11692"/>
                  </a:cubicBezTo>
                  <a:cubicBezTo>
                    <a:pt x="1228" y="12101"/>
                    <a:pt x="1205" y="12453"/>
                    <a:pt x="1194" y="12761"/>
                  </a:cubicBezTo>
                  <a:lnTo>
                    <a:pt x="1455" y="12897"/>
                  </a:lnTo>
                  <a:cubicBezTo>
                    <a:pt x="1455" y="12579"/>
                    <a:pt x="1478" y="12170"/>
                    <a:pt x="1513" y="11715"/>
                  </a:cubicBezTo>
                  <a:cubicBezTo>
                    <a:pt x="1524" y="11533"/>
                    <a:pt x="1535" y="11351"/>
                    <a:pt x="1558" y="11157"/>
                  </a:cubicBezTo>
                  <a:cubicBezTo>
                    <a:pt x="1583" y="11157"/>
                    <a:pt x="1656" y="11159"/>
                    <a:pt x="1754" y="11159"/>
                  </a:cubicBezTo>
                  <a:cubicBezTo>
                    <a:pt x="1973" y="11159"/>
                    <a:pt x="2316" y="11149"/>
                    <a:pt x="2513" y="11078"/>
                  </a:cubicBezTo>
                  <a:cubicBezTo>
                    <a:pt x="2627" y="11248"/>
                    <a:pt x="2751" y="11407"/>
                    <a:pt x="2888" y="11567"/>
                  </a:cubicBezTo>
                  <a:cubicBezTo>
                    <a:pt x="2751" y="11726"/>
                    <a:pt x="2615" y="11885"/>
                    <a:pt x="2490" y="12044"/>
                  </a:cubicBezTo>
                  <a:cubicBezTo>
                    <a:pt x="2183" y="12420"/>
                    <a:pt x="1922" y="12772"/>
                    <a:pt x="1717" y="13044"/>
                  </a:cubicBezTo>
                  <a:lnTo>
                    <a:pt x="1967" y="13170"/>
                  </a:lnTo>
                  <a:cubicBezTo>
                    <a:pt x="2149" y="12897"/>
                    <a:pt x="2388" y="12567"/>
                    <a:pt x="2683" y="12192"/>
                  </a:cubicBezTo>
                  <a:cubicBezTo>
                    <a:pt x="2786" y="12044"/>
                    <a:pt x="2911" y="11897"/>
                    <a:pt x="3024" y="11748"/>
                  </a:cubicBezTo>
                  <a:cubicBezTo>
                    <a:pt x="3092" y="11794"/>
                    <a:pt x="3615" y="12158"/>
                    <a:pt x="3911" y="12215"/>
                  </a:cubicBezTo>
                  <a:cubicBezTo>
                    <a:pt x="3997" y="12233"/>
                    <a:pt x="4092" y="12245"/>
                    <a:pt x="4189" y="12245"/>
                  </a:cubicBezTo>
                  <a:cubicBezTo>
                    <a:pt x="4389" y="12245"/>
                    <a:pt x="4596" y="12197"/>
                    <a:pt x="4741" y="12067"/>
                  </a:cubicBezTo>
                  <a:lnTo>
                    <a:pt x="4775" y="12033"/>
                  </a:lnTo>
                  <a:cubicBezTo>
                    <a:pt x="4957" y="11839"/>
                    <a:pt x="4957" y="11533"/>
                    <a:pt x="4764" y="11351"/>
                  </a:cubicBezTo>
                  <a:cubicBezTo>
                    <a:pt x="4648" y="11248"/>
                    <a:pt x="4474" y="11208"/>
                    <a:pt x="4286" y="11208"/>
                  </a:cubicBezTo>
                  <a:cubicBezTo>
                    <a:pt x="3975" y="11208"/>
                    <a:pt x="3625" y="11317"/>
                    <a:pt x="3433" y="11430"/>
                  </a:cubicBezTo>
                  <a:cubicBezTo>
                    <a:pt x="3411" y="11442"/>
                    <a:pt x="3195" y="11601"/>
                    <a:pt x="3082" y="11692"/>
                  </a:cubicBezTo>
                  <a:cubicBezTo>
                    <a:pt x="3150" y="11601"/>
                    <a:pt x="3229" y="11510"/>
                    <a:pt x="3309" y="11419"/>
                  </a:cubicBezTo>
                  <a:cubicBezTo>
                    <a:pt x="3411" y="11283"/>
                    <a:pt x="3536" y="11146"/>
                    <a:pt x="3661" y="11010"/>
                  </a:cubicBezTo>
                  <a:cubicBezTo>
                    <a:pt x="3718" y="10942"/>
                    <a:pt x="3786" y="10884"/>
                    <a:pt x="3843" y="10805"/>
                  </a:cubicBezTo>
                  <a:cubicBezTo>
                    <a:pt x="3911" y="10737"/>
                    <a:pt x="3979" y="10680"/>
                    <a:pt x="4047" y="10612"/>
                  </a:cubicBezTo>
                  <a:cubicBezTo>
                    <a:pt x="4161" y="10521"/>
                    <a:pt x="4264" y="10419"/>
                    <a:pt x="4366" y="10328"/>
                  </a:cubicBezTo>
                  <a:cubicBezTo>
                    <a:pt x="4502" y="10452"/>
                    <a:pt x="4878" y="10805"/>
                    <a:pt x="5128" y="10896"/>
                  </a:cubicBezTo>
                  <a:cubicBezTo>
                    <a:pt x="5261" y="10937"/>
                    <a:pt x="5419" y="10968"/>
                    <a:pt x="5573" y="10968"/>
                  </a:cubicBezTo>
                  <a:cubicBezTo>
                    <a:pt x="5720" y="10968"/>
                    <a:pt x="5864" y="10939"/>
                    <a:pt x="5980" y="10862"/>
                  </a:cubicBezTo>
                  <a:cubicBezTo>
                    <a:pt x="5992" y="10862"/>
                    <a:pt x="6003" y="10851"/>
                    <a:pt x="6015" y="10839"/>
                  </a:cubicBezTo>
                  <a:cubicBezTo>
                    <a:pt x="6230" y="10680"/>
                    <a:pt x="6265" y="10373"/>
                    <a:pt x="6106" y="10169"/>
                  </a:cubicBezTo>
                  <a:cubicBezTo>
                    <a:pt x="5962" y="9995"/>
                    <a:pt x="5680" y="9933"/>
                    <a:pt x="5400" y="9933"/>
                  </a:cubicBezTo>
                  <a:cubicBezTo>
                    <a:pt x="5167" y="9933"/>
                    <a:pt x="4936" y="9975"/>
                    <a:pt x="4787" y="10032"/>
                  </a:cubicBezTo>
                  <a:cubicBezTo>
                    <a:pt x="4775" y="10043"/>
                    <a:pt x="4707" y="10078"/>
                    <a:pt x="4616" y="10123"/>
                  </a:cubicBezTo>
                  <a:cubicBezTo>
                    <a:pt x="4729" y="10032"/>
                    <a:pt x="4843" y="9941"/>
                    <a:pt x="4957" y="9861"/>
                  </a:cubicBezTo>
                  <a:cubicBezTo>
                    <a:pt x="5275" y="9611"/>
                    <a:pt x="5605" y="9384"/>
                    <a:pt x="5935" y="9145"/>
                  </a:cubicBezTo>
                  <a:lnTo>
                    <a:pt x="6151" y="8986"/>
                  </a:lnTo>
                  <a:cubicBezTo>
                    <a:pt x="6253" y="9088"/>
                    <a:pt x="6674" y="9475"/>
                    <a:pt x="6935" y="9566"/>
                  </a:cubicBezTo>
                  <a:cubicBezTo>
                    <a:pt x="7066" y="9613"/>
                    <a:pt x="7224" y="9648"/>
                    <a:pt x="7380" y="9648"/>
                  </a:cubicBezTo>
                  <a:cubicBezTo>
                    <a:pt x="7522" y="9648"/>
                    <a:pt x="7662" y="9619"/>
                    <a:pt x="7776" y="9543"/>
                  </a:cubicBezTo>
                  <a:cubicBezTo>
                    <a:pt x="7788" y="9532"/>
                    <a:pt x="7799" y="9520"/>
                    <a:pt x="7822" y="9520"/>
                  </a:cubicBezTo>
                  <a:cubicBezTo>
                    <a:pt x="8026" y="9350"/>
                    <a:pt x="8072" y="9055"/>
                    <a:pt x="7902" y="8838"/>
                  </a:cubicBezTo>
                  <a:cubicBezTo>
                    <a:pt x="7767" y="8672"/>
                    <a:pt x="7492" y="8613"/>
                    <a:pt x="7214" y="8613"/>
                  </a:cubicBezTo>
                  <a:cubicBezTo>
                    <a:pt x="6978" y="8613"/>
                    <a:pt x="6740" y="8656"/>
                    <a:pt x="6583" y="8713"/>
                  </a:cubicBezTo>
                  <a:cubicBezTo>
                    <a:pt x="6571" y="8724"/>
                    <a:pt x="6492" y="8759"/>
                    <a:pt x="6401" y="8815"/>
                  </a:cubicBezTo>
                  <a:cubicBezTo>
                    <a:pt x="6571" y="8679"/>
                    <a:pt x="6753" y="8543"/>
                    <a:pt x="6924" y="8406"/>
                  </a:cubicBezTo>
                  <a:cubicBezTo>
                    <a:pt x="7220" y="8168"/>
                    <a:pt x="7503" y="7918"/>
                    <a:pt x="7765" y="7645"/>
                  </a:cubicBezTo>
                  <a:cubicBezTo>
                    <a:pt x="7799" y="7679"/>
                    <a:pt x="8276" y="8133"/>
                    <a:pt x="8572" y="8236"/>
                  </a:cubicBezTo>
                  <a:cubicBezTo>
                    <a:pt x="8703" y="8284"/>
                    <a:pt x="8861" y="8319"/>
                    <a:pt x="9017" y="8319"/>
                  </a:cubicBezTo>
                  <a:cubicBezTo>
                    <a:pt x="9160" y="8319"/>
                    <a:pt x="9299" y="8289"/>
                    <a:pt x="9413" y="8213"/>
                  </a:cubicBezTo>
                  <a:cubicBezTo>
                    <a:pt x="9425" y="8201"/>
                    <a:pt x="9436" y="8201"/>
                    <a:pt x="9459" y="8191"/>
                  </a:cubicBezTo>
                  <a:cubicBezTo>
                    <a:pt x="9663" y="8020"/>
                    <a:pt x="9709" y="7724"/>
                    <a:pt x="9539" y="7508"/>
                  </a:cubicBezTo>
                  <a:cubicBezTo>
                    <a:pt x="9404" y="7342"/>
                    <a:pt x="9125" y="7283"/>
                    <a:pt x="8846" y="7283"/>
                  </a:cubicBezTo>
                  <a:cubicBezTo>
                    <a:pt x="8609" y="7283"/>
                    <a:pt x="8371" y="7326"/>
                    <a:pt x="8220" y="7383"/>
                  </a:cubicBezTo>
                  <a:cubicBezTo>
                    <a:pt x="8185" y="7395"/>
                    <a:pt x="7902" y="7554"/>
                    <a:pt x="7788" y="7610"/>
                  </a:cubicBezTo>
                  <a:lnTo>
                    <a:pt x="7799" y="7599"/>
                  </a:lnTo>
                  <a:cubicBezTo>
                    <a:pt x="8049" y="7327"/>
                    <a:pt x="8276" y="7031"/>
                    <a:pt x="8470" y="6713"/>
                  </a:cubicBezTo>
                  <a:cubicBezTo>
                    <a:pt x="8652" y="6440"/>
                    <a:pt x="8811" y="6144"/>
                    <a:pt x="8959" y="5849"/>
                  </a:cubicBezTo>
                  <a:cubicBezTo>
                    <a:pt x="9095" y="5564"/>
                    <a:pt x="9209" y="5303"/>
                    <a:pt x="9300" y="5076"/>
                  </a:cubicBezTo>
                  <a:cubicBezTo>
                    <a:pt x="9345" y="4950"/>
                    <a:pt x="9391" y="4836"/>
                    <a:pt x="9436" y="4723"/>
                  </a:cubicBezTo>
                  <a:lnTo>
                    <a:pt x="9436" y="4735"/>
                  </a:lnTo>
                  <a:cubicBezTo>
                    <a:pt x="9436" y="4735"/>
                    <a:pt x="9777" y="4382"/>
                    <a:pt x="9800" y="4359"/>
                  </a:cubicBezTo>
                  <a:cubicBezTo>
                    <a:pt x="10016" y="4063"/>
                    <a:pt x="10266" y="3381"/>
                    <a:pt x="10039" y="3052"/>
                  </a:cubicBezTo>
                  <a:cubicBezTo>
                    <a:pt x="10027" y="3040"/>
                    <a:pt x="10016" y="3017"/>
                    <a:pt x="10004" y="3007"/>
                  </a:cubicBezTo>
                  <a:cubicBezTo>
                    <a:pt x="9909" y="2905"/>
                    <a:pt x="9780" y="2854"/>
                    <a:pt x="9651" y="2854"/>
                  </a:cubicBezTo>
                  <a:cubicBezTo>
                    <a:pt x="9533" y="2854"/>
                    <a:pt x="9415" y="2897"/>
                    <a:pt x="9322" y="2984"/>
                  </a:cubicBezTo>
                  <a:cubicBezTo>
                    <a:pt x="9107" y="3166"/>
                    <a:pt x="9049" y="3518"/>
                    <a:pt x="9072" y="3790"/>
                  </a:cubicBezTo>
                  <a:cubicBezTo>
                    <a:pt x="9095" y="4063"/>
                    <a:pt x="9345" y="4575"/>
                    <a:pt x="9413" y="4700"/>
                  </a:cubicBezTo>
                  <a:cubicBezTo>
                    <a:pt x="9380" y="4814"/>
                    <a:pt x="9322" y="4939"/>
                    <a:pt x="9277" y="5064"/>
                  </a:cubicBezTo>
                  <a:cubicBezTo>
                    <a:pt x="9175" y="5291"/>
                    <a:pt x="9061" y="5553"/>
                    <a:pt x="8913" y="5826"/>
                  </a:cubicBezTo>
                  <a:cubicBezTo>
                    <a:pt x="8879" y="5894"/>
                    <a:pt x="8834" y="5973"/>
                    <a:pt x="8788" y="6053"/>
                  </a:cubicBezTo>
                  <a:cubicBezTo>
                    <a:pt x="8845" y="5905"/>
                    <a:pt x="8902" y="5712"/>
                    <a:pt x="8902" y="5700"/>
                  </a:cubicBezTo>
                  <a:cubicBezTo>
                    <a:pt x="8959" y="5337"/>
                    <a:pt x="8868" y="4609"/>
                    <a:pt x="8516" y="4416"/>
                  </a:cubicBezTo>
                  <a:cubicBezTo>
                    <a:pt x="8493" y="4416"/>
                    <a:pt x="8481" y="4404"/>
                    <a:pt x="8470" y="4404"/>
                  </a:cubicBezTo>
                  <a:cubicBezTo>
                    <a:pt x="8415" y="4384"/>
                    <a:pt x="8358" y="4375"/>
                    <a:pt x="8302" y="4375"/>
                  </a:cubicBezTo>
                  <a:cubicBezTo>
                    <a:pt x="8104" y="4375"/>
                    <a:pt x="7915" y="4494"/>
                    <a:pt x="7844" y="4689"/>
                  </a:cubicBezTo>
                  <a:cubicBezTo>
                    <a:pt x="7743" y="4950"/>
                    <a:pt x="7844" y="5280"/>
                    <a:pt x="7993" y="5518"/>
                  </a:cubicBezTo>
                  <a:cubicBezTo>
                    <a:pt x="8140" y="5769"/>
                    <a:pt x="8617" y="6110"/>
                    <a:pt x="8731" y="6178"/>
                  </a:cubicBezTo>
                  <a:cubicBezTo>
                    <a:pt x="8629" y="6349"/>
                    <a:pt x="8538" y="6508"/>
                    <a:pt x="8425" y="6678"/>
                  </a:cubicBezTo>
                  <a:cubicBezTo>
                    <a:pt x="8220" y="6985"/>
                    <a:pt x="7993" y="7269"/>
                    <a:pt x="7731" y="7542"/>
                  </a:cubicBezTo>
                  <a:lnTo>
                    <a:pt x="7685" y="7588"/>
                  </a:lnTo>
                  <a:cubicBezTo>
                    <a:pt x="7720" y="7519"/>
                    <a:pt x="7879" y="7145"/>
                    <a:pt x="7879" y="7110"/>
                  </a:cubicBezTo>
                  <a:cubicBezTo>
                    <a:pt x="7981" y="6769"/>
                    <a:pt x="7970" y="6031"/>
                    <a:pt x="7640" y="5803"/>
                  </a:cubicBezTo>
                  <a:cubicBezTo>
                    <a:pt x="7617" y="5803"/>
                    <a:pt x="7606" y="5791"/>
                    <a:pt x="7594" y="5780"/>
                  </a:cubicBezTo>
                  <a:cubicBezTo>
                    <a:pt x="7528" y="5749"/>
                    <a:pt x="7457" y="5734"/>
                    <a:pt x="7388" y="5734"/>
                  </a:cubicBezTo>
                  <a:cubicBezTo>
                    <a:pt x="7209" y="5734"/>
                    <a:pt x="7036" y="5832"/>
                    <a:pt x="6947" y="5996"/>
                  </a:cubicBezTo>
                  <a:cubicBezTo>
                    <a:pt x="6810" y="6258"/>
                    <a:pt x="6889" y="6599"/>
                    <a:pt x="7003" y="6849"/>
                  </a:cubicBezTo>
                  <a:cubicBezTo>
                    <a:pt x="7129" y="7122"/>
                    <a:pt x="7652" y="7577"/>
                    <a:pt x="7674" y="7588"/>
                  </a:cubicBezTo>
                  <a:cubicBezTo>
                    <a:pt x="7412" y="7849"/>
                    <a:pt x="7140" y="8088"/>
                    <a:pt x="6844" y="8315"/>
                  </a:cubicBezTo>
                  <a:cubicBezTo>
                    <a:pt x="6628" y="8474"/>
                    <a:pt x="6412" y="8633"/>
                    <a:pt x="6185" y="8793"/>
                  </a:cubicBezTo>
                  <a:cubicBezTo>
                    <a:pt x="6219" y="8713"/>
                    <a:pt x="6367" y="8361"/>
                    <a:pt x="6378" y="8338"/>
                  </a:cubicBezTo>
                  <a:cubicBezTo>
                    <a:pt x="6480" y="7986"/>
                    <a:pt x="6469" y="7258"/>
                    <a:pt x="6128" y="7031"/>
                  </a:cubicBezTo>
                  <a:cubicBezTo>
                    <a:pt x="6116" y="7019"/>
                    <a:pt x="6106" y="7008"/>
                    <a:pt x="6083" y="6996"/>
                  </a:cubicBezTo>
                  <a:cubicBezTo>
                    <a:pt x="6017" y="6965"/>
                    <a:pt x="5947" y="6950"/>
                    <a:pt x="5878" y="6950"/>
                  </a:cubicBezTo>
                  <a:cubicBezTo>
                    <a:pt x="5699" y="6950"/>
                    <a:pt x="5528" y="7051"/>
                    <a:pt x="5446" y="7224"/>
                  </a:cubicBezTo>
                  <a:cubicBezTo>
                    <a:pt x="5310" y="7474"/>
                    <a:pt x="5378" y="7815"/>
                    <a:pt x="5492" y="8065"/>
                  </a:cubicBezTo>
                  <a:cubicBezTo>
                    <a:pt x="5628" y="8338"/>
                    <a:pt x="6116" y="8770"/>
                    <a:pt x="6162" y="8804"/>
                  </a:cubicBezTo>
                  <a:lnTo>
                    <a:pt x="5855" y="9020"/>
                  </a:lnTo>
                  <a:cubicBezTo>
                    <a:pt x="5514" y="9259"/>
                    <a:pt x="5173" y="9487"/>
                    <a:pt x="4843" y="9725"/>
                  </a:cubicBezTo>
                  <a:cubicBezTo>
                    <a:pt x="4729" y="9805"/>
                    <a:pt x="4616" y="9884"/>
                    <a:pt x="4514" y="9975"/>
                  </a:cubicBezTo>
                  <a:cubicBezTo>
                    <a:pt x="4570" y="9839"/>
                    <a:pt x="4673" y="9600"/>
                    <a:pt x="4673" y="9577"/>
                  </a:cubicBezTo>
                  <a:cubicBezTo>
                    <a:pt x="4775" y="9225"/>
                    <a:pt x="4764" y="8497"/>
                    <a:pt x="4434" y="8270"/>
                  </a:cubicBezTo>
                  <a:cubicBezTo>
                    <a:pt x="4411" y="8259"/>
                    <a:pt x="4400" y="8247"/>
                    <a:pt x="4388" y="8247"/>
                  </a:cubicBezTo>
                  <a:cubicBezTo>
                    <a:pt x="4319" y="8211"/>
                    <a:pt x="4244" y="8193"/>
                    <a:pt x="4171" y="8193"/>
                  </a:cubicBezTo>
                  <a:cubicBezTo>
                    <a:pt x="3993" y="8193"/>
                    <a:pt x="3821" y="8294"/>
                    <a:pt x="3741" y="8463"/>
                  </a:cubicBezTo>
                  <a:cubicBezTo>
                    <a:pt x="3604" y="8713"/>
                    <a:pt x="3695" y="9065"/>
                    <a:pt x="3797" y="9305"/>
                  </a:cubicBezTo>
                  <a:cubicBezTo>
                    <a:pt x="3900" y="9555"/>
                    <a:pt x="4320" y="9919"/>
                    <a:pt x="4434" y="10032"/>
                  </a:cubicBezTo>
                  <a:cubicBezTo>
                    <a:pt x="4252" y="10169"/>
                    <a:pt x="4082" y="10316"/>
                    <a:pt x="3911" y="10464"/>
                  </a:cubicBezTo>
                  <a:cubicBezTo>
                    <a:pt x="3843" y="10532"/>
                    <a:pt x="3764" y="10601"/>
                    <a:pt x="3695" y="10669"/>
                  </a:cubicBezTo>
                  <a:lnTo>
                    <a:pt x="3502" y="10874"/>
                  </a:lnTo>
                  <a:cubicBezTo>
                    <a:pt x="3365" y="11010"/>
                    <a:pt x="3252" y="11146"/>
                    <a:pt x="3127" y="11271"/>
                  </a:cubicBezTo>
                  <a:lnTo>
                    <a:pt x="2956" y="11476"/>
                  </a:lnTo>
                  <a:cubicBezTo>
                    <a:pt x="3047" y="11351"/>
                    <a:pt x="3161" y="11146"/>
                    <a:pt x="3172" y="11135"/>
                  </a:cubicBezTo>
                  <a:cubicBezTo>
                    <a:pt x="3320" y="10805"/>
                    <a:pt x="3423" y="10078"/>
                    <a:pt x="3127" y="9805"/>
                  </a:cubicBezTo>
                  <a:cubicBezTo>
                    <a:pt x="3115" y="9793"/>
                    <a:pt x="3104" y="9782"/>
                    <a:pt x="3082" y="9770"/>
                  </a:cubicBezTo>
                  <a:cubicBezTo>
                    <a:pt x="2998" y="9709"/>
                    <a:pt x="2902" y="9679"/>
                    <a:pt x="2807" y="9679"/>
                  </a:cubicBezTo>
                  <a:cubicBezTo>
                    <a:pt x="2658" y="9679"/>
                    <a:pt x="2512" y="9752"/>
                    <a:pt x="2422" y="9884"/>
                  </a:cubicBezTo>
                  <a:cubicBezTo>
                    <a:pt x="2399" y="9919"/>
                    <a:pt x="2377" y="9941"/>
                    <a:pt x="2365" y="9975"/>
                  </a:cubicBezTo>
                  <a:cubicBezTo>
                    <a:pt x="2092" y="10146"/>
                    <a:pt x="1876" y="10396"/>
                    <a:pt x="1728" y="10669"/>
                  </a:cubicBezTo>
                  <a:cubicBezTo>
                    <a:pt x="1717" y="10692"/>
                    <a:pt x="1615" y="10953"/>
                    <a:pt x="1569" y="11089"/>
                  </a:cubicBezTo>
                  <a:cubicBezTo>
                    <a:pt x="1581" y="10975"/>
                    <a:pt x="1592" y="10862"/>
                    <a:pt x="1615" y="10737"/>
                  </a:cubicBezTo>
                  <a:cubicBezTo>
                    <a:pt x="1626" y="10566"/>
                    <a:pt x="1660" y="10384"/>
                    <a:pt x="1683" y="10202"/>
                  </a:cubicBezTo>
                  <a:cubicBezTo>
                    <a:pt x="1695" y="10111"/>
                    <a:pt x="1717" y="10020"/>
                    <a:pt x="1728" y="9929"/>
                  </a:cubicBezTo>
                  <a:cubicBezTo>
                    <a:pt x="1740" y="9828"/>
                    <a:pt x="1774" y="9748"/>
                    <a:pt x="1786" y="9657"/>
                  </a:cubicBezTo>
                  <a:cubicBezTo>
                    <a:pt x="1819" y="9520"/>
                    <a:pt x="1854" y="9384"/>
                    <a:pt x="1899" y="9236"/>
                  </a:cubicBezTo>
                  <a:cubicBezTo>
                    <a:pt x="2027" y="9262"/>
                    <a:pt x="2339" y="9313"/>
                    <a:pt x="2603" y="9313"/>
                  </a:cubicBezTo>
                  <a:cubicBezTo>
                    <a:pt x="2691" y="9313"/>
                    <a:pt x="2774" y="9307"/>
                    <a:pt x="2842" y="9293"/>
                  </a:cubicBezTo>
                  <a:cubicBezTo>
                    <a:pt x="3104" y="9225"/>
                    <a:pt x="3423" y="9065"/>
                    <a:pt x="3536" y="8804"/>
                  </a:cubicBezTo>
                  <a:cubicBezTo>
                    <a:pt x="3536" y="8782"/>
                    <a:pt x="3547" y="8770"/>
                    <a:pt x="3547" y="8759"/>
                  </a:cubicBezTo>
                  <a:cubicBezTo>
                    <a:pt x="3638" y="8509"/>
                    <a:pt x="3502" y="8224"/>
                    <a:pt x="3252" y="8145"/>
                  </a:cubicBezTo>
                  <a:cubicBezTo>
                    <a:pt x="3206" y="8130"/>
                    <a:pt x="3159" y="8124"/>
                    <a:pt x="3109" y="8124"/>
                  </a:cubicBezTo>
                  <a:cubicBezTo>
                    <a:pt x="2737" y="8124"/>
                    <a:pt x="2271" y="8509"/>
                    <a:pt x="2081" y="8770"/>
                  </a:cubicBezTo>
                  <a:cubicBezTo>
                    <a:pt x="2069" y="8782"/>
                    <a:pt x="2036" y="8850"/>
                    <a:pt x="1990" y="8929"/>
                  </a:cubicBezTo>
                  <a:cubicBezTo>
                    <a:pt x="2036" y="8793"/>
                    <a:pt x="2069" y="8656"/>
                    <a:pt x="2127" y="8532"/>
                  </a:cubicBezTo>
                  <a:cubicBezTo>
                    <a:pt x="2251" y="8145"/>
                    <a:pt x="2399" y="7769"/>
                    <a:pt x="2547" y="7383"/>
                  </a:cubicBezTo>
                  <a:lnTo>
                    <a:pt x="2638" y="7145"/>
                  </a:lnTo>
                  <a:cubicBezTo>
                    <a:pt x="2747" y="7161"/>
                    <a:pt x="3077" y="7215"/>
                    <a:pt x="3348" y="7215"/>
                  </a:cubicBezTo>
                  <a:cubicBezTo>
                    <a:pt x="3446" y="7215"/>
                    <a:pt x="3535" y="7208"/>
                    <a:pt x="3604" y="7190"/>
                  </a:cubicBezTo>
                  <a:cubicBezTo>
                    <a:pt x="3877" y="7122"/>
                    <a:pt x="4184" y="6974"/>
                    <a:pt x="4297" y="6701"/>
                  </a:cubicBezTo>
                  <a:cubicBezTo>
                    <a:pt x="4309" y="6690"/>
                    <a:pt x="4320" y="6678"/>
                    <a:pt x="4320" y="6655"/>
                  </a:cubicBezTo>
                  <a:cubicBezTo>
                    <a:pt x="4411" y="6405"/>
                    <a:pt x="4275" y="6132"/>
                    <a:pt x="4025" y="6053"/>
                  </a:cubicBezTo>
                  <a:cubicBezTo>
                    <a:pt x="3979" y="6039"/>
                    <a:pt x="3932" y="6032"/>
                    <a:pt x="3882" y="6032"/>
                  </a:cubicBezTo>
                  <a:cubicBezTo>
                    <a:pt x="3508" y="6032"/>
                    <a:pt x="3033" y="6417"/>
                    <a:pt x="2842" y="6678"/>
                  </a:cubicBezTo>
                  <a:cubicBezTo>
                    <a:pt x="2842" y="6690"/>
                    <a:pt x="2797" y="6769"/>
                    <a:pt x="2751" y="6860"/>
                  </a:cubicBezTo>
                  <a:cubicBezTo>
                    <a:pt x="2820" y="6644"/>
                    <a:pt x="2888" y="6440"/>
                    <a:pt x="2956" y="6223"/>
                  </a:cubicBezTo>
                  <a:cubicBezTo>
                    <a:pt x="3082" y="5871"/>
                    <a:pt x="3172" y="5496"/>
                    <a:pt x="3241" y="5121"/>
                  </a:cubicBezTo>
                  <a:cubicBezTo>
                    <a:pt x="3275" y="5129"/>
                    <a:pt x="3665" y="5204"/>
                    <a:pt x="3980" y="5204"/>
                  </a:cubicBezTo>
                  <a:cubicBezTo>
                    <a:pt x="4079" y="5204"/>
                    <a:pt x="4170" y="5197"/>
                    <a:pt x="4241" y="5177"/>
                  </a:cubicBezTo>
                  <a:cubicBezTo>
                    <a:pt x="4502" y="5121"/>
                    <a:pt x="4820" y="4962"/>
                    <a:pt x="4934" y="4700"/>
                  </a:cubicBezTo>
                  <a:cubicBezTo>
                    <a:pt x="4934" y="4677"/>
                    <a:pt x="4946" y="4666"/>
                    <a:pt x="4946" y="4644"/>
                  </a:cubicBezTo>
                  <a:cubicBezTo>
                    <a:pt x="5037" y="4393"/>
                    <a:pt x="4900" y="4121"/>
                    <a:pt x="4650" y="4041"/>
                  </a:cubicBezTo>
                  <a:cubicBezTo>
                    <a:pt x="4605" y="4026"/>
                    <a:pt x="4558" y="4019"/>
                    <a:pt x="4509" y="4019"/>
                  </a:cubicBezTo>
                  <a:cubicBezTo>
                    <a:pt x="4137" y="4019"/>
                    <a:pt x="3670" y="4405"/>
                    <a:pt x="3479" y="4666"/>
                  </a:cubicBezTo>
                  <a:cubicBezTo>
                    <a:pt x="3456" y="4689"/>
                    <a:pt x="3297" y="4973"/>
                    <a:pt x="3252" y="5086"/>
                  </a:cubicBezTo>
                  <a:lnTo>
                    <a:pt x="3252" y="5076"/>
                  </a:lnTo>
                  <a:cubicBezTo>
                    <a:pt x="3309" y="4700"/>
                    <a:pt x="3332" y="4325"/>
                    <a:pt x="3320" y="3961"/>
                  </a:cubicBezTo>
                  <a:cubicBezTo>
                    <a:pt x="3320" y="3620"/>
                    <a:pt x="3286" y="3290"/>
                    <a:pt x="3252" y="2961"/>
                  </a:cubicBezTo>
                  <a:cubicBezTo>
                    <a:pt x="3218" y="2654"/>
                    <a:pt x="3161" y="2381"/>
                    <a:pt x="3104" y="2131"/>
                  </a:cubicBezTo>
                  <a:cubicBezTo>
                    <a:pt x="3082" y="2006"/>
                    <a:pt x="3047" y="1881"/>
                    <a:pt x="3024" y="1767"/>
                  </a:cubicBezTo>
                  <a:lnTo>
                    <a:pt x="3036" y="1767"/>
                  </a:lnTo>
                  <a:cubicBezTo>
                    <a:pt x="3036" y="1767"/>
                    <a:pt x="3036" y="1767"/>
                    <a:pt x="3036" y="1767"/>
                  </a:cubicBezTo>
                  <a:cubicBezTo>
                    <a:pt x="3038" y="1767"/>
                    <a:pt x="3127" y="1289"/>
                    <a:pt x="3127" y="1256"/>
                  </a:cubicBezTo>
                  <a:cubicBezTo>
                    <a:pt x="3150" y="892"/>
                    <a:pt x="2979" y="187"/>
                    <a:pt x="2604" y="28"/>
                  </a:cubicBezTo>
                  <a:cubicBezTo>
                    <a:pt x="2592" y="28"/>
                    <a:pt x="2569" y="16"/>
                    <a:pt x="2559" y="16"/>
                  </a:cubicBezTo>
                  <a:cubicBezTo>
                    <a:pt x="2518" y="5"/>
                    <a:pt x="2476" y="0"/>
                    <a:pt x="2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8190;p113">
              <a:extLst>
                <a:ext uri="{FF2B5EF4-FFF2-40B4-BE49-F238E27FC236}">
                  <a16:creationId xmlns:a16="http://schemas.microsoft.com/office/drawing/2014/main" id="{6C43939B-B8AF-B12A-44D3-20A876AAA1C1}"/>
                </a:ext>
              </a:extLst>
            </p:cNvPr>
            <p:cNvSpPr/>
            <p:nvPr/>
          </p:nvSpPr>
          <p:spPr>
            <a:xfrm>
              <a:off x="3579375" y="3618525"/>
              <a:ext cx="38950" cy="35575"/>
            </a:xfrm>
            <a:custGeom>
              <a:avLst/>
              <a:gdLst/>
              <a:ahLst/>
              <a:cxnLst/>
              <a:rect l="l" t="t" r="r" b="b"/>
              <a:pathLst>
                <a:path w="1558" h="1423" extrusionOk="0">
                  <a:moveTo>
                    <a:pt x="1080" y="0"/>
                  </a:moveTo>
                  <a:cubicBezTo>
                    <a:pt x="674" y="0"/>
                    <a:pt x="249" y="572"/>
                    <a:pt x="125" y="910"/>
                  </a:cubicBezTo>
                  <a:cubicBezTo>
                    <a:pt x="114" y="945"/>
                    <a:pt x="0" y="1422"/>
                    <a:pt x="11" y="1422"/>
                  </a:cubicBezTo>
                  <a:cubicBezTo>
                    <a:pt x="11" y="1422"/>
                    <a:pt x="716" y="1365"/>
                    <a:pt x="1001" y="1217"/>
                  </a:cubicBezTo>
                  <a:cubicBezTo>
                    <a:pt x="1228" y="1081"/>
                    <a:pt x="1501" y="842"/>
                    <a:pt x="1534" y="558"/>
                  </a:cubicBezTo>
                  <a:lnTo>
                    <a:pt x="1534" y="513"/>
                  </a:lnTo>
                  <a:cubicBezTo>
                    <a:pt x="1557" y="251"/>
                    <a:pt x="1353" y="23"/>
                    <a:pt x="1092" y="1"/>
                  </a:cubicBezTo>
                  <a:cubicBezTo>
                    <a:pt x="1088" y="0"/>
                    <a:pt x="1084" y="0"/>
                    <a:pt x="10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8191;p113">
              <a:extLst>
                <a:ext uri="{FF2B5EF4-FFF2-40B4-BE49-F238E27FC236}">
                  <a16:creationId xmlns:a16="http://schemas.microsoft.com/office/drawing/2014/main" id="{1BD9CF25-F66A-D5FD-6EF5-5B48765FB074}"/>
                </a:ext>
              </a:extLst>
            </p:cNvPr>
            <p:cNvSpPr/>
            <p:nvPr/>
          </p:nvSpPr>
          <p:spPr>
            <a:xfrm>
              <a:off x="2708250" y="3269525"/>
              <a:ext cx="3425" cy="3725"/>
            </a:xfrm>
            <a:custGeom>
              <a:avLst/>
              <a:gdLst/>
              <a:ahLst/>
              <a:cxnLst/>
              <a:rect l="l" t="t" r="r" b="b"/>
              <a:pathLst>
                <a:path w="137" h="149" extrusionOk="0">
                  <a:moveTo>
                    <a:pt x="58" y="0"/>
                  </a:moveTo>
                  <a:lnTo>
                    <a:pt x="0" y="80"/>
                  </a:lnTo>
                  <a:lnTo>
                    <a:pt x="80" y="148"/>
                  </a:lnTo>
                  <a:lnTo>
                    <a:pt x="137" y="57"/>
                  </a:lnTo>
                  <a:lnTo>
                    <a:pt x="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8192;p113">
              <a:extLst>
                <a:ext uri="{FF2B5EF4-FFF2-40B4-BE49-F238E27FC236}">
                  <a16:creationId xmlns:a16="http://schemas.microsoft.com/office/drawing/2014/main" id="{6E00668F-EC1A-E42D-AB9A-4A75AC1AFDF3}"/>
                </a:ext>
              </a:extLst>
            </p:cNvPr>
            <p:cNvSpPr/>
            <p:nvPr/>
          </p:nvSpPr>
          <p:spPr>
            <a:xfrm>
              <a:off x="2714800" y="3273800"/>
              <a:ext cx="407850" cy="266600"/>
            </a:xfrm>
            <a:custGeom>
              <a:avLst/>
              <a:gdLst/>
              <a:ahLst/>
              <a:cxnLst/>
              <a:rect l="l" t="t" r="r" b="b"/>
              <a:pathLst>
                <a:path w="16314" h="10664" extrusionOk="0">
                  <a:moveTo>
                    <a:pt x="57" y="0"/>
                  </a:moveTo>
                  <a:lnTo>
                    <a:pt x="0" y="91"/>
                  </a:lnTo>
                  <a:lnTo>
                    <a:pt x="182" y="205"/>
                  </a:lnTo>
                  <a:lnTo>
                    <a:pt x="239" y="114"/>
                  </a:lnTo>
                  <a:lnTo>
                    <a:pt x="57" y="0"/>
                  </a:lnTo>
                  <a:close/>
                  <a:moveTo>
                    <a:pt x="421" y="227"/>
                  </a:moveTo>
                  <a:lnTo>
                    <a:pt x="364" y="318"/>
                  </a:lnTo>
                  <a:lnTo>
                    <a:pt x="534" y="432"/>
                  </a:lnTo>
                  <a:lnTo>
                    <a:pt x="591" y="352"/>
                  </a:lnTo>
                  <a:lnTo>
                    <a:pt x="421" y="227"/>
                  </a:lnTo>
                  <a:close/>
                  <a:moveTo>
                    <a:pt x="773" y="466"/>
                  </a:moveTo>
                  <a:lnTo>
                    <a:pt x="716" y="557"/>
                  </a:lnTo>
                  <a:lnTo>
                    <a:pt x="898" y="670"/>
                  </a:lnTo>
                  <a:lnTo>
                    <a:pt x="955" y="579"/>
                  </a:lnTo>
                  <a:lnTo>
                    <a:pt x="773" y="466"/>
                  </a:lnTo>
                  <a:close/>
                  <a:moveTo>
                    <a:pt x="1125" y="693"/>
                  </a:moveTo>
                  <a:lnTo>
                    <a:pt x="1069" y="784"/>
                  </a:lnTo>
                  <a:lnTo>
                    <a:pt x="1251" y="898"/>
                  </a:lnTo>
                  <a:lnTo>
                    <a:pt x="1307" y="807"/>
                  </a:lnTo>
                  <a:lnTo>
                    <a:pt x="1125" y="693"/>
                  </a:lnTo>
                  <a:close/>
                  <a:moveTo>
                    <a:pt x="1489" y="932"/>
                  </a:moveTo>
                  <a:lnTo>
                    <a:pt x="1433" y="1023"/>
                  </a:lnTo>
                  <a:lnTo>
                    <a:pt x="1615" y="1137"/>
                  </a:lnTo>
                  <a:lnTo>
                    <a:pt x="1671" y="1046"/>
                  </a:lnTo>
                  <a:lnTo>
                    <a:pt x="1489" y="932"/>
                  </a:lnTo>
                  <a:close/>
                  <a:moveTo>
                    <a:pt x="1842" y="1160"/>
                  </a:moveTo>
                  <a:lnTo>
                    <a:pt x="1785" y="1251"/>
                  </a:lnTo>
                  <a:lnTo>
                    <a:pt x="1967" y="1364"/>
                  </a:lnTo>
                  <a:lnTo>
                    <a:pt x="2024" y="1273"/>
                  </a:lnTo>
                  <a:lnTo>
                    <a:pt x="1842" y="1160"/>
                  </a:lnTo>
                  <a:close/>
                  <a:moveTo>
                    <a:pt x="2206" y="1398"/>
                  </a:moveTo>
                  <a:lnTo>
                    <a:pt x="2149" y="1478"/>
                  </a:lnTo>
                  <a:lnTo>
                    <a:pt x="2320" y="1603"/>
                  </a:lnTo>
                  <a:lnTo>
                    <a:pt x="2376" y="1512"/>
                  </a:lnTo>
                  <a:lnTo>
                    <a:pt x="2206" y="1398"/>
                  </a:lnTo>
                  <a:close/>
                  <a:moveTo>
                    <a:pt x="2558" y="1625"/>
                  </a:moveTo>
                  <a:lnTo>
                    <a:pt x="2501" y="1716"/>
                  </a:lnTo>
                  <a:lnTo>
                    <a:pt x="2683" y="1830"/>
                  </a:lnTo>
                  <a:lnTo>
                    <a:pt x="2740" y="1739"/>
                  </a:lnTo>
                  <a:lnTo>
                    <a:pt x="2558" y="1625"/>
                  </a:lnTo>
                  <a:close/>
                  <a:moveTo>
                    <a:pt x="2922" y="1853"/>
                  </a:moveTo>
                  <a:lnTo>
                    <a:pt x="2865" y="1944"/>
                  </a:lnTo>
                  <a:lnTo>
                    <a:pt x="3035" y="2069"/>
                  </a:lnTo>
                  <a:lnTo>
                    <a:pt x="3093" y="1978"/>
                  </a:lnTo>
                  <a:lnTo>
                    <a:pt x="2922" y="1853"/>
                  </a:lnTo>
                  <a:close/>
                  <a:moveTo>
                    <a:pt x="3274" y="2092"/>
                  </a:moveTo>
                  <a:lnTo>
                    <a:pt x="3217" y="2183"/>
                  </a:lnTo>
                  <a:lnTo>
                    <a:pt x="3399" y="2297"/>
                  </a:lnTo>
                  <a:lnTo>
                    <a:pt x="3456" y="2206"/>
                  </a:lnTo>
                  <a:lnTo>
                    <a:pt x="3274" y="2092"/>
                  </a:lnTo>
                  <a:close/>
                  <a:moveTo>
                    <a:pt x="3626" y="2319"/>
                  </a:moveTo>
                  <a:lnTo>
                    <a:pt x="3570" y="2410"/>
                  </a:lnTo>
                  <a:lnTo>
                    <a:pt x="3752" y="2524"/>
                  </a:lnTo>
                  <a:lnTo>
                    <a:pt x="3808" y="2444"/>
                  </a:lnTo>
                  <a:lnTo>
                    <a:pt x="3626" y="2319"/>
                  </a:lnTo>
                  <a:close/>
                  <a:moveTo>
                    <a:pt x="3990" y="2558"/>
                  </a:moveTo>
                  <a:lnTo>
                    <a:pt x="3934" y="2648"/>
                  </a:lnTo>
                  <a:lnTo>
                    <a:pt x="4116" y="2762"/>
                  </a:lnTo>
                  <a:lnTo>
                    <a:pt x="4172" y="2671"/>
                  </a:lnTo>
                  <a:lnTo>
                    <a:pt x="3990" y="2558"/>
                  </a:lnTo>
                  <a:close/>
                  <a:moveTo>
                    <a:pt x="4343" y="2785"/>
                  </a:moveTo>
                  <a:lnTo>
                    <a:pt x="4286" y="2876"/>
                  </a:lnTo>
                  <a:lnTo>
                    <a:pt x="4468" y="2990"/>
                  </a:lnTo>
                  <a:lnTo>
                    <a:pt x="4525" y="2899"/>
                  </a:lnTo>
                  <a:lnTo>
                    <a:pt x="4343" y="2785"/>
                  </a:lnTo>
                  <a:close/>
                  <a:moveTo>
                    <a:pt x="4707" y="3024"/>
                  </a:moveTo>
                  <a:lnTo>
                    <a:pt x="4650" y="3103"/>
                  </a:lnTo>
                  <a:lnTo>
                    <a:pt x="4821" y="3229"/>
                  </a:lnTo>
                  <a:lnTo>
                    <a:pt x="4877" y="3138"/>
                  </a:lnTo>
                  <a:lnTo>
                    <a:pt x="4707" y="3024"/>
                  </a:lnTo>
                  <a:close/>
                  <a:moveTo>
                    <a:pt x="5059" y="3251"/>
                  </a:moveTo>
                  <a:lnTo>
                    <a:pt x="5002" y="3342"/>
                  </a:lnTo>
                  <a:lnTo>
                    <a:pt x="5184" y="3456"/>
                  </a:lnTo>
                  <a:lnTo>
                    <a:pt x="5241" y="3365"/>
                  </a:lnTo>
                  <a:lnTo>
                    <a:pt x="5059" y="3251"/>
                  </a:lnTo>
                  <a:close/>
                  <a:moveTo>
                    <a:pt x="5423" y="3479"/>
                  </a:moveTo>
                  <a:lnTo>
                    <a:pt x="5354" y="3570"/>
                  </a:lnTo>
                  <a:lnTo>
                    <a:pt x="5536" y="3694"/>
                  </a:lnTo>
                  <a:lnTo>
                    <a:pt x="5594" y="3603"/>
                  </a:lnTo>
                  <a:lnTo>
                    <a:pt x="5423" y="3479"/>
                  </a:lnTo>
                  <a:close/>
                  <a:moveTo>
                    <a:pt x="5776" y="3717"/>
                  </a:moveTo>
                  <a:lnTo>
                    <a:pt x="5718" y="3808"/>
                  </a:lnTo>
                  <a:lnTo>
                    <a:pt x="5900" y="3922"/>
                  </a:lnTo>
                  <a:lnTo>
                    <a:pt x="5957" y="3831"/>
                  </a:lnTo>
                  <a:lnTo>
                    <a:pt x="5776" y="3717"/>
                  </a:lnTo>
                  <a:close/>
                  <a:moveTo>
                    <a:pt x="6127" y="3944"/>
                  </a:moveTo>
                  <a:lnTo>
                    <a:pt x="6071" y="4035"/>
                  </a:lnTo>
                  <a:lnTo>
                    <a:pt x="6253" y="4149"/>
                  </a:lnTo>
                  <a:lnTo>
                    <a:pt x="6309" y="4070"/>
                  </a:lnTo>
                  <a:lnTo>
                    <a:pt x="6127" y="3944"/>
                  </a:lnTo>
                  <a:close/>
                  <a:moveTo>
                    <a:pt x="6491" y="4184"/>
                  </a:moveTo>
                  <a:lnTo>
                    <a:pt x="6435" y="4275"/>
                  </a:lnTo>
                  <a:lnTo>
                    <a:pt x="6605" y="4388"/>
                  </a:lnTo>
                  <a:lnTo>
                    <a:pt x="6673" y="4297"/>
                  </a:lnTo>
                  <a:lnTo>
                    <a:pt x="6491" y="4184"/>
                  </a:lnTo>
                  <a:close/>
                  <a:moveTo>
                    <a:pt x="6844" y="4411"/>
                  </a:moveTo>
                  <a:lnTo>
                    <a:pt x="6787" y="4502"/>
                  </a:lnTo>
                  <a:lnTo>
                    <a:pt x="6969" y="4616"/>
                  </a:lnTo>
                  <a:lnTo>
                    <a:pt x="7026" y="4525"/>
                  </a:lnTo>
                  <a:lnTo>
                    <a:pt x="6844" y="4411"/>
                  </a:lnTo>
                  <a:close/>
                  <a:moveTo>
                    <a:pt x="7208" y="4649"/>
                  </a:moveTo>
                  <a:lnTo>
                    <a:pt x="7151" y="4740"/>
                  </a:lnTo>
                  <a:lnTo>
                    <a:pt x="7322" y="4854"/>
                  </a:lnTo>
                  <a:lnTo>
                    <a:pt x="7378" y="4763"/>
                  </a:lnTo>
                  <a:lnTo>
                    <a:pt x="7208" y="4649"/>
                  </a:lnTo>
                  <a:close/>
                  <a:moveTo>
                    <a:pt x="7560" y="4877"/>
                  </a:moveTo>
                  <a:lnTo>
                    <a:pt x="7504" y="4968"/>
                  </a:lnTo>
                  <a:lnTo>
                    <a:pt x="7685" y="5081"/>
                  </a:lnTo>
                  <a:lnTo>
                    <a:pt x="7742" y="4990"/>
                  </a:lnTo>
                  <a:lnTo>
                    <a:pt x="7560" y="4877"/>
                  </a:lnTo>
                  <a:close/>
                  <a:moveTo>
                    <a:pt x="7924" y="5116"/>
                  </a:moveTo>
                  <a:lnTo>
                    <a:pt x="7855" y="5195"/>
                  </a:lnTo>
                  <a:lnTo>
                    <a:pt x="8037" y="5321"/>
                  </a:lnTo>
                  <a:lnTo>
                    <a:pt x="8095" y="5230"/>
                  </a:lnTo>
                  <a:lnTo>
                    <a:pt x="7924" y="5116"/>
                  </a:lnTo>
                  <a:close/>
                  <a:moveTo>
                    <a:pt x="8277" y="5343"/>
                  </a:moveTo>
                  <a:lnTo>
                    <a:pt x="8219" y="5434"/>
                  </a:lnTo>
                  <a:lnTo>
                    <a:pt x="8401" y="5548"/>
                  </a:lnTo>
                  <a:lnTo>
                    <a:pt x="8458" y="5457"/>
                  </a:lnTo>
                  <a:lnTo>
                    <a:pt x="8277" y="5343"/>
                  </a:lnTo>
                  <a:close/>
                  <a:moveTo>
                    <a:pt x="8629" y="5571"/>
                  </a:moveTo>
                  <a:lnTo>
                    <a:pt x="8572" y="5662"/>
                  </a:lnTo>
                  <a:lnTo>
                    <a:pt x="8754" y="5775"/>
                  </a:lnTo>
                  <a:lnTo>
                    <a:pt x="8810" y="5695"/>
                  </a:lnTo>
                  <a:lnTo>
                    <a:pt x="8629" y="5571"/>
                  </a:lnTo>
                  <a:close/>
                  <a:moveTo>
                    <a:pt x="8992" y="5809"/>
                  </a:moveTo>
                  <a:lnTo>
                    <a:pt x="8936" y="5900"/>
                  </a:lnTo>
                  <a:lnTo>
                    <a:pt x="9106" y="6014"/>
                  </a:lnTo>
                  <a:lnTo>
                    <a:pt x="9174" y="5923"/>
                  </a:lnTo>
                  <a:lnTo>
                    <a:pt x="8992" y="5809"/>
                  </a:lnTo>
                  <a:close/>
                  <a:moveTo>
                    <a:pt x="9345" y="6036"/>
                  </a:moveTo>
                  <a:lnTo>
                    <a:pt x="9288" y="6127"/>
                  </a:lnTo>
                  <a:lnTo>
                    <a:pt x="9470" y="6241"/>
                  </a:lnTo>
                  <a:lnTo>
                    <a:pt x="9527" y="6150"/>
                  </a:lnTo>
                  <a:lnTo>
                    <a:pt x="9345" y="6036"/>
                  </a:lnTo>
                  <a:close/>
                  <a:moveTo>
                    <a:pt x="9709" y="6275"/>
                  </a:moveTo>
                  <a:lnTo>
                    <a:pt x="9652" y="6366"/>
                  </a:lnTo>
                  <a:lnTo>
                    <a:pt x="9823" y="6480"/>
                  </a:lnTo>
                  <a:lnTo>
                    <a:pt x="9879" y="6389"/>
                  </a:lnTo>
                  <a:lnTo>
                    <a:pt x="9709" y="6275"/>
                  </a:lnTo>
                  <a:close/>
                  <a:moveTo>
                    <a:pt x="10061" y="6503"/>
                  </a:moveTo>
                  <a:lnTo>
                    <a:pt x="10005" y="6594"/>
                  </a:lnTo>
                  <a:lnTo>
                    <a:pt x="10186" y="6707"/>
                  </a:lnTo>
                  <a:lnTo>
                    <a:pt x="10243" y="6617"/>
                  </a:lnTo>
                  <a:lnTo>
                    <a:pt x="10061" y="6503"/>
                  </a:lnTo>
                  <a:close/>
                  <a:moveTo>
                    <a:pt x="10425" y="6741"/>
                  </a:moveTo>
                  <a:lnTo>
                    <a:pt x="10357" y="6821"/>
                  </a:lnTo>
                  <a:lnTo>
                    <a:pt x="10538" y="6946"/>
                  </a:lnTo>
                  <a:lnTo>
                    <a:pt x="10596" y="6855"/>
                  </a:lnTo>
                  <a:lnTo>
                    <a:pt x="10425" y="6741"/>
                  </a:lnTo>
                  <a:close/>
                  <a:moveTo>
                    <a:pt x="10778" y="6969"/>
                  </a:moveTo>
                  <a:lnTo>
                    <a:pt x="10720" y="7059"/>
                  </a:lnTo>
                  <a:lnTo>
                    <a:pt x="10902" y="7173"/>
                  </a:lnTo>
                  <a:lnTo>
                    <a:pt x="10960" y="7082"/>
                  </a:lnTo>
                  <a:lnTo>
                    <a:pt x="10778" y="6969"/>
                  </a:lnTo>
                  <a:close/>
                  <a:moveTo>
                    <a:pt x="11130" y="7196"/>
                  </a:moveTo>
                  <a:lnTo>
                    <a:pt x="11073" y="7287"/>
                  </a:lnTo>
                  <a:lnTo>
                    <a:pt x="11255" y="7412"/>
                  </a:lnTo>
                  <a:lnTo>
                    <a:pt x="11311" y="7321"/>
                  </a:lnTo>
                  <a:lnTo>
                    <a:pt x="11130" y="7196"/>
                  </a:lnTo>
                  <a:close/>
                  <a:moveTo>
                    <a:pt x="11493" y="7435"/>
                  </a:moveTo>
                  <a:lnTo>
                    <a:pt x="11437" y="7526"/>
                  </a:lnTo>
                  <a:lnTo>
                    <a:pt x="11607" y="7640"/>
                  </a:lnTo>
                  <a:lnTo>
                    <a:pt x="11675" y="7549"/>
                  </a:lnTo>
                  <a:lnTo>
                    <a:pt x="11493" y="7435"/>
                  </a:lnTo>
                  <a:close/>
                  <a:moveTo>
                    <a:pt x="11846" y="7662"/>
                  </a:moveTo>
                  <a:lnTo>
                    <a:pt x="11789" y="7753"/>
                  </a:lnTo>
                  <a:lnTo>
                    <a:pt x="11971" y="7867"/>
                  </a:lnTo>
                  <a:lnTo>
                    <a:pt x="12028" y="7787"/>
                  </a:lnTo>
                  <a:lnTo>
                    <a:pt x="11846" y="7662"/>
                  </a:lnTo>
                  <a:close/>
                  <a:moveTo>
                    <a:pt x="12210" y="7901"/>
                  </a:moveTo>
                  <a:lnTo>
                    <a:pt x="12153" y="7992"/>
                  </a:lnTo>
                  <a:lnTo>
                    <a:pt x="12324" y="8105"/>
                  </a:lnTo>
                  <a:lnTo>
                    <a:pt x="12380" y="8014"/>
                  </a:lnTo>
                  <a:lnTo>
                    <a:pt x="12210" y="7901"/>
                  </a:lnTo>
                  <a:close/>
                  <a:moveTo>
                    <a:pt x="12562" y="8128"/>
                  </a:moveTo>
                  <a:lnTo>
                    <a:pt x="12506" y="8219"/>
                  </a:lnTo>
                  <a:lnTo>
                    <a:pt x="12688" y="8333"/>
                  </a:lnTo>
                  <a:lnTo>
                    <a:pt x="12744" y="8242"/>
                  </a:lnTo>
                  <a:lnTo>
                    <a:pt x="12562" y="8128"/>
                  </a:lnTo>
                  <a:close/>
                  <a:moveTo>
                    <a:pt x="12926" y="8367"/>
                  </a:moveTo>
                  <a:lnTo>
                    <a:pt x="12858" y="8446"/>
                  </a:lnTo>
                  <a:lnTo>
                    <a:pt x="13039" y="8572"/>
                  </a:lnTo>
                  <a:lnTo>
                    <a:pt x="13097" y="8481"/>
                  </a:lnTo>
                  <a:lnTo>
                    <a:pt x="12926" y="8367"/>
                  </a:lnTo>
                  <a:close/>
                  <a:moveTo>
                    <a:pt x="13279" y="8595"/>
                  </a:moveTo>
                  <a:lnTo>
                    <a:pt x="13221" y="8686"/>
                  </a:lnTo>
                  <a:lnTo>
                    <a:pt x="13403" y="8799"/>
                  </a:lnTo>
                  <a:lnTo>
                    <a:pt x="13461" y="8708"/>
                  </a:lnTo>
                  <a:lnTo>
                    <a:pt x="13279" y="8595"/>
                  </a:lnTo>
                  <a:close/>
                  <a:moveTo>
                    <a:pt x="13631" y="8822"/>
                  </a:moveTo>
                  <a:lnTo>
                    <a:pt x="13574" y="8913"/>
                  </a:lnTo>
                  <a:lnTo>
                    <a:pt x="13756" y="9038"/>
                  </a:lnTo>
                  <a:lnTo>
                    <a:pt x="13813" y="8947"/>
                  </a:lnTo>
                  <a:lnTo>
                    <a:pt x="13631" y="8822"/>
                  </a:lnTo>
                  <a:close/>
                  <a:moveTo>
                    <a:pt x="13994" y="9060"/>
                  </a:moveTo>
                  <a:lnTo>
                    <a:pt x="13938" y="9151"/>
                  </a:lnTo>
                  <a:lnTo>
                    <a:pt x="14108" y="9265"/>
                  </a:lnTo>
                  <a:lnTo>
                    <a:pt x="14176" y="9174"/>
                  </a:lnTo>
                  <a:lnTo>
                    <a:pt x="13994" y="9060"/>
                  </a:lnTo>
                  <a:close/>
                  <a:moveTo>
                    <a:pt x="14347" y="9288"/>
                  </a:moveTo>
                  <a:lnTo>
                    <a:pt x="14290" y="9379"/>
                  </a:lnTo>
                  <a:lnTo>
                    <a:pt x="14472" y="9492"/>
                  </a:lnTo>
                  <a:lnTo>
                    <a:pt x="14529" y="9413"/>
                  </a:lnTo>
                  <a:lnTo>
                    <a:pt x="14347" y="9288"/>
                  </a:lnTo>
                  <a:close/>
                  <a:moveTo>
                    <a:pt x="14711" y="9527"/>
                  </a:moveTo>
                  <a:lnTo>
                    <a:pt x="14654" y="9618"/>
                  </a:lnTo>
                  <a:lnTo>
                    <a:pt x="14825" y="9731"/>
                  </a:lnTo>
                  <a:lnTo>
                    <a:pt x="14881" y="9641"/>
                  </a:lnTo>
                  <a:lnTo>
                    <a:pt x="14711" y="9527"/>
                  </a:lnTo>
                  <a:close/>
                  <a:moveTo>
                    <a:pt x="15063" y="9754"/>
                  </a:moveTo>
                  <a:lnTo>
                    <a:pt x="15007" y="9845"/>
                  </a:lnTo>
                  <a:lnTo>
                    <a:pt x="15189" y="9959"/>
                  </a:lnTo>
                  <a:lnTo>
                    <a:pt x="15245" y="9868"/>
                  </a:lnTo>
                  <a:lnTo>
                    <a:pt x="15063" y="9754"/>
                  </a:lnTo>
                  <a:close/>
                  <a:moveTo>
                    <a:pt x="15427" y="9993"/>
                  </a:moveTo>
                  <a:lnTo>
                    <a:pt x="15359" y="10073"/>
                  </a:lnTo>
                  <a:lnTo>
                    <a:pt x="15541" y="10197"/>
                  </a:lnTo>
                  <a:lnTo>
                    <a:pt x="15598" y="10106"/>
                  </a:lnTo>
                  <a:lnTo>
                    <a:pt x="15427" y="9993"/>
                  </a:lnTo>
                  <a:close/>
                  <a:moveTo>
                    <a:pt x="15780" y="10220"/>
                  </a:moveTo>
                  <a:lnTo>
                    <a:pt x="15722" y="10311"/>
                  </a:lnTo>
                  <a:lnTo>
                    <a:pt x="15904" y="10425"/>
                  </a:lnTo>
                  <a:lnTo>
                    <a:pt x="15962" y="10334"/>
                  </a:lnTo>
                  <a:lnTo>
                    <a:pt x="15780" y="10220"/>
                  </a:lnTo>
                  <a:close/>
                  <a:moveTo>
                    <a:pt x="16132" y="10447"/>
                  </a:moveTo>
                  <a:lnTo>
                    <a:pt x="16075" y="10538"/>
                  </a:lnTo>
                  <a:lnTo>
                    <a:pt x="16257" y="10664"/>
                  </a:lnTo>
                  <a:lnTo>
                    <a:pt x="16314" y="10573"/>
                  </a:lnTo>
                  <a:lnTo>
                    <a:pt x="16132" y="1044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8193;p113">
              <a:extLst>
                <a:ext uri="{FF2B5EF4-FFF2-40B4-BE49-F238E27FC236}">
                  <a16:creationId xmlns:a16="http://schemas.microsoft.com/office/drawing/2014/main" id="{2D162A18-F1F8-ADF0-E676-0A89FFE9DF8F}"/>
                </a:ext>
              </a:extLst>
            </p:cNvPr>
            <p:cNvSpPr/>
            <p:nvPr/>
          </p:nvSpPr>
          <p:spPr>
            <a:xfrm>
              <a:off x="3125775" y="3540650"/>
              <a:ext cx="7400" cy="7425"/>
            </a:xfrm>
            <a:custGeom>
              <a:avLst/>
              <a:gdLst/>
              <a:ahLst/>
              <a:cxnLst/>
              <a:rect l="l" t="t" r="r" b="b"/>
              <a:pathLst>
                <a:path w="296" h="297" extrusionOk="0">
                  <a:moveTo>
                    <a:pt x="102" y="1"/>
                  </a:moveTo>
                  <a:lnTo>
                    <a:pt x="68" y="23"/>
                  </a:lnTo>
                  <a:lnTo>
                    <a:pt x="56" y="12"/>
                  </a:lnTo>
                  <a:lnTo>
                    <a:pt x="34" y="35"/>
                  </a:lnTo>
                  <a:lnTo>
                    <a:pt x="11" y="58"/>
                  </a:lnTo>
                  <a:lnTo>
                    <a:pt x="23" y="69"/>
                  </a:lnTo>
                  <a:lnTo>
                    <a:pt x="0" y="103"/>
                  </a:lnTo>
                  <a:lnTo>
                    <a:pt x="296" y="296"/>
                  </a:lnTo>
                  <a:lnTo>
                    <a:pt x="296" y="296"/>
                  </a:lnTo>
                  <a:lnTo>
                    <a:pt x="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8194;p113">
              <a:extLst>
                <a:ext uri="{FF2B5EF4-FFF2-40B4-BE49-F238E27FC236}">
                  <a16:creationId xmlns:a16="http://schemas.microsoft.com/office/drawing/2014/main" id="{F5070617-4DBC-68AF-EF96-712EF943F175}"/>
                </a:ext>
              </a:extLst>
            </p:cNvPr>
            <p:cNvSpPr/>
            <p:nvPr/>
          </p:nvSpPr>
          <p:spPr>
            <a:xfrm>
              <a:off x="2774175" y="2999250"/>
              <a:ext cx="351325" cy="538325"/>
            </a:xfrm>
            <a:custGeom>
              <a:avLst/>
              <a:gdLst/>
              <a:ahLst/>
              <a:cxnLst/>
              <a:rect l="l" t="t" r="r" b="b"/>
              <a:pathLst>
                <a:path w="14053" h="21533" extrusionOk="0">
                  <a:moveTo>
                    <a:pt x="92" y="0"/>
                  </a:moveTo>
                  <a:lnTo>
                    <a:pt x="1" y="68"/>
                  </a:lnTo>
                  <a:lnTo>
                    <a:pt x="115" y="238"/>
                  </a:lnTo>
                  <a:lnTo>
                    <a:pt x="206" y="182"/>
                  </a:lnTo>
                  <a:lnTo>
                    <a:pt x="92" y="0"/>
                  </a:lnTo>
                  <a:close/>
                  <a:moveTo>
                    <a:pt x="319" y="364"/>
                  </a:moveTo>
                  <a:lnTo>
                    <a:pt x="228" y="420"/>
                  </a:lnTo>
                  <a:lnTo>
                    <a:pt x="342" y="591"/>
                  </a:lnTo>
                  <a:lnTo>
                    <a:pt x="433" y="534"/>
                  </a:lnTo>
                  <a:lnTo>
                    <a:pt x="319" y="364"/>
                  </a:lnTo>
                  <a:close/>
                  <a:moveTo>
                    <a:pt x="547" y="716"/>
                  </a:moveTo>
                  <a:lnTo>
                    <a:pt x="456" y="773"/>
                  </a:lnTo>
                  <a:lnTo>
                    <a:pt x="569" y="955"/>
                  </a:lnTo>
                  <a:lnTo>
                    <a:pt x="660" y="887"/>
                  </a:lnTo>
                  <a:lnTo>
                    <a:pt x="547" y="716"/>
                  </a:lnTo>
                  <a:close/>
                  <a:moveTo>
                    <a:pt x="774" y="1069"/>
                  </a:moveTo>
                  <a:lnTo>
                    <a:pt x="695" y="1125"/>
                  </a:lnTo>
                  <a:lnTo>
                    <a:pt x="809" y="1307"/>
                  </a:lnTo>
                  <a:lnTo>
                    <a:pt x="899" y="1251"/>
                  </a:lnTo>
                  <a:lnTo>
                    <a:pt x="774" y="1069"/>
                  </a:lnTo>
                  <a:close/>
                  <a:moveTo>
                    <a:pt x="1013" y="1421"/>
                  </a:moveTo>
                  <a:lnTo>
                    <a:pt x="922" y="1478"/>
                  </a:lnTo>
                  <a:lnTo>
                    <a:pt x="1036" y="1660"/>
                  </a:lnTo>
                  <a:lnTo>
                    <a:pt x="1127" y="1603"/>
                  </a:lnTo>
                  <a:lnTo>
                    <a:pt x="1013" y="1421"/>
                  </a:lnTo>
                  <a:close/>
                  <a:moveTo>
                    <a:pt x="1241" y="1785"/>
                  </a:moveTo>
                  <a:lnTo>
                    <a:pt x="1150" y="1842"/>
                  </a:lnTo>
                  <a:lnTo>
                    <a:pt x="1263" y="2012"/>
                  </a:lnTo>
                  <a:lnTo>
                    <a:pt x="1354" y="1956"/>
                  </a:lnTo>
                  <a:lnTo>
                    <a:pt x="1241" y="1785"/>
                  </a:lnTo>
                  <a:close/>
                  <a:moveTo>
                    <a:pt x="1468" y="2137"/>
                  </a:moveTo>
                  <a:lnTo>
                    <a:pt x="1388" y="2194"/>
                  </a:lnTo>
                  <a:lnTo>
                    <a:pt x="1502" y="2365"/>
                  </a:lnTo>
                  <a:lnTo>
                    <a:pt x="1592" y="2307"/>
                  </a:lnTo>
                  <a:lnTo>
                    <a:pt x="1468" y="2137"/>
                  </a:lnTo>
                  <a:close/>
                  <a:moveTo>
                    <a:pt x="1706" y="2489"/>
                  </a:moveTo>
                  <a:lnTo>
                    <a:pt x="1615" y="2547"/>
                  </a:lnTo>
                  <a:lnTo>
                    <a:pt x="1729" y="2729"/>
                  </a:lnTo>
                  <a:lnTo>
                    <a:pt x="1820" y="2671"/>
                  </a:lnTo>
                  <a:lnTo>
                    <a:pt x="1706" y="2489"/>
                  </a:lnTo>
                  <a:close/>
                  <a:moveTo>
                    <a:pt x="1934" y="2842"/>
                  </a:moveTo>
                  <a:lnTo>
                    <a:pt x="1843" y="2899"/>
                  </a:lnTo>
                  <a:lnTo>
                    <a:pt x="1956" y="3081"/>
                  </a:lnTo>
                  <a:lnTo>
                    <a:pt x="2047" y="3024"/>
                  </a:lnTo>
                  <a:lnTo>
                    <a:pt x="1934" y="2842"/>
                  </a:lnTo>
                  <a:close/>
                  <a:moveTo>
                    <a:pt x="2161" y="3194"/>
                  </a:moveTo>
                  <a:lnTo>
                    <a:pt x="2070" y="3252"/>
                  </a:lnTo>
                  <a:lnTo>
                    <a:pt x="2195" y="3433"/>
                  </a:lnTo>
                  <a:lnTo>
                    <a:pt x="2275" y="3376"/>
                  </a:lnTo>
                  <a:lnTo>
                    <a:pt x="2161" y="3194"/>
                  </a:lnTo>
                  <a:close/>
                  <a:moveTo>
                    <a:pt x="2400" y="3558"/>
                  </a:moveTo>
                  <a:lnTo>
                    <a:pt x="2309" y="3615"/>
                  </a:lnTo>
                  <a:lnTo>
                    <a:pt x="2423" y="3785"/>
                  </a:lnTo>
                  <a:lnTo>
                    <a:pt x="2514" y="3729"/>
                  </a:lnTo>
                  <a:lnTo>
                    <a:pt x="2400" y="3558"/>
                  </a:lnTo>
                  <a:close/>
                  <a:moveTo>
                    <a:pt x="2627" y="3911"/>
                  </a:moveTo>
                  <a:lnTo>
                    <a:pt x="2537" y="3967"/>
                  </a:lnTo>
                  <a:lnTo>
                    <a:pt x="2650" y="4149"/>
                  </a:lnTo>
                  <a:lnTo>
                    <a:pt x="2741" y="4081"/>
                  </a:lnTo>
                  <a:lnTo>
                    <a:pt x="2627" y="3911"/>
                  </a:lnTo>
                  <a:close/>
                  <a:moveTo>
                    <a:pt x="2855" y="4263"/>
                  </a:moveTo>
                  <a:lnTo>
                    <a:pt x="2764" y="4320"/>
                  </a:lnTo>
                  <a:lnTo>
                    <a:pt x="2878" y="4502"/>
                  </a:lnTo>
                  <a:lnTo>
                    <a:pt x="2969" y="4445"/>
                  </a:lnTo>
                  <a:lnTo>
                    <a:pt x="2855" y="4263"/>
                  </a:lnTo>
                  <a:close/>
                  <a:moveTo>
                    <a:pt x="3082" y="4616"/>
                  </a:moveTo>
                  <a:lnTo>
                    <a:pt x="3002" y="4672"/>
                  </a:lnTo>
                  <a:lnTo>
                    <a:pt x="3116" y="4854"/>
                  </a:lnTo>
                  <a:lnTo>
                    <a:pt x="3207" y="4798"/>
                  </a:lnTo>
                  <a:lnTo>
                    <a:pt x="3082" y="4616"/>
                  </a:lnTo>
                  <a:close/>
                  <a:moveTo>
                    <a:pt x="3320" y="4968"/>
                  </a:moveTo>
                  <a:lnTo>
                    <a:pt x="3230" y="5036"/>
                  </a:lnTo>
                  <a:lnTo>
                    <a:pt x="3343" y="5207"/>
                  </a:lnTo>
                  <a:lnTo>
                    <a:pt x="3434" y="5150"/>
                  </a:lnTo>
                  <a:lnTo>
                    <a:pt x="3320" y="4968"/>
                  </a:lnTo>
                  <a:close/>
                  <a:moveTo>
                    <a:pt x="3548" y="5331"/>
                  </a:moveTo>
                  <a:lnTo>
                    <a:pt x="3457" y="5389"/>
                  </a:lnTo>
                  <a:lnTo>
                    <a:pt x="3571" y="5559"/>
                  </a:lnTo>
                  <a:lnTo>
                    <a:pt x="3662" y="5502"/>
                  </a:lnTo>
                  <a:lnTo>
                    <a:pt x="3548" y="5331"/>
                  </a:lnTo>
                  <a:close/>
                  <a:moveTo>
                    <a:pt x="3775" y="5684"/>
                  </a:moveTo>
                  <a:lnTo>
                    <a:pt x="3696" y="5741"/>
                  </a:lnTo>
                  <a:lnTo>
                    <a:pt x="3810" y="5923"/>
                  </a:lnTo>
                  <a:lnTo>
                    <a:pt x="3901" y="5854"/>
                  </a:lnTo>
                  <a:lnTo>
                    <a:pt x="3775" y="5684"/>
                  </a:lnTo>
                  <a:close/>
                  <a:moveTo>
                    <a:pt x="4014" y="6036"/>
                  </a:moveTo>
                  <a:lnTo>
                    <a:pt x="3923" y="6094"/>
                  </a:lnTo>
                  <a:lnTo>
                    <a:pt x="4037" y="6276"/>
                  </a:lnTo>
                  <a:lnTo>
                    <a:pt x="4128" y="6218"/>
                  </a:lnTo>
                  <a:lnTo>
                    <a:pt x="4014" y="6036"/>
                  </a:lnTo>
                  <a:close/>
                  <a:moveTo>
                    <a:pt x="4242" y="6389"/>
                  </a:moveTo>
                  <a:lnTo>
                    <a:pt x="4151" y="6446"/>
                  </a:lnTo>
                  <a:lnTo>
                    <a:pt x="4265" y="6628"/>
                  </a:lnTo>
                  <a:lnTo>
                    <a:pt x="4355" y="6571"/>
                  </a:lnTo>
                  <a:lnTo>
                    <a:pt x="4242" y="6389"/>
                  </a:lnTo>
                  <a:close/>
                  <a:moveTo>
                    <a:pt x="4469" y="6753"/>
                  </a:moveTo>
                  <a:lnTo>
                    <a:pt x="4378" y="6809"/>
                  </a:lnTo>
                  <a:lnTo>
                    <a:pt x="4503" y="6980"/>
                  </a:lnTo>
                  <a:lnTo>
                    <a:pt x="4583" y="6923"/>
                  </a:lnTo>
                  <a:lnTo>
                    <a:pt x="4469" y="6753"/>
                  </a:lnTo>
                  <a:close/>
                  <a:moveTo>
                    <a:pt x="4707" y="7105"/>
                  </a:moveTo>
                  <a:lnTo>
                    <a:pt x="4616" y="7162"/>
                  </a:lnTo>
                  <a:lnTo>
                    <a:pt x="4730" y="7332"/>
                  </a:lnTo>
                  <a:lnTo>
                    <a:pt x="4821" y="7276"/>
                  </a:lnTo>
                  <a:lnTo>
                    <a:pt x="4707" y="7105"/>
                  </a:lnTo>
                  <a:close/>
                  <a:moveTo>
                    <a:pt x="4935" y="7458"/>
                  </a:moveTo>
                  <a:lnTo>
                    <a:pt x="4844" y="7514"/>
                  </a:lnTo>
                  <a:lnTo>
                    <a:pt x="4958" y="7696"/>
                  </a:lnTo>
                  <a:lnTo>
                    <a:pt x="5048" y="7640"/>
                  </a:lnTo>
                  <a:lnTo>
                    <a:pt x="4935" y="7458"/>
                  </a:lnTo>
                  <a:close/>
                  <a:moveTo>
                    <a:pt x="5162" y="7810"/>
                  </a:moveTo>
                  <a:lnTo>
                    <a:pt x="5071" y="7867"/>
                  </a:lnTo>
                  <a:lnTo>
                    <a:pt x="5185" y="8049"/>
                  </a:lnTo>
                  <a:lnTo>
                    <a:pt x="5276" y="7992"/>
                  </a:lnTo>
                  <a:lnTo>
                    <a:pt x="5162" y="7810"/>
                  </a:lnTo>
                  <a:close/>
                  <a:moveTo>
                    <a:pt x="5390" y="8163"/>
                  </a:moveTo>
                  <a:lnTo>
                    <a:pt x="5310" y="8219"/>
                  </a:lnTo>
                  <a:lnTo>
                    <a:pt x="5424" y="8401"/>
                  </a:lnTo>
                  <a:lnTo>
                    <a:pt x="5515" y="8345"/>
                  </a:lnTo>
                  <a:lnTo>
                    <a:pt x="5390" y="8163"/>
                  </a:lnTo>
                  <a:close/>
                  <a:moveTo>
                    <a:pt x="5629" y="8526"/>
                  </a:moveTo>
                  <a:lnTo>
                    <a:pt x="5538" y="8583"/>
                  </a:lnTo>
                  <a:lnTo>
                    <a:pt x="5651" y="8754"/>
                  </a:lnTo>
                  <a:lnTo>
                    <a:pt x="5742" y="8697"/>
                  </a:lnTo>
                  <a:lnTo>
                    <a:pt x="5629" y="8526"/>
                  </a:lnTo>
                  <a:close/>
                  <a:moveTo>
                    <a:pt x="5856" y="8878"/>
                  </a:moveTo>
                  <a:lnTo>
                    <a:pt x="5765" y="8936"/>
                  </a:lnTo>
                  <a:lnTo>
                    <a:pt x="5879" y="9118"/>
                  </a:lnTo>
                  <a:lnTo>
                    <a:pt x="5970" y="9049"/>
                  </a:lnTo>
                  <a:lnTo>
                    <a:pt x="5856" y="8878"/>
                  </a:lnTo>
                  <a:close/>
                  <a:moveTo>
                    <a:pt x="6083" y="9231"/>
                  </a:moveTo>
                  <a:lnTo>
                    <a:pt x="6003" y="9288"/>
                  </a:lnTo>
                  <a:lnTo>
                    <a:pt x="6117" y="9470"/>
                  </a:lnTo>
                  <a:lnTo>
                    <a:pt x="6208" y="9413"/>
                  </a:lnTo>
                  <a:lnTo>
                    <a:pt x="6083" y="9231"/>
                  </a:lnTo>
                  <a:close/>
                  <a:moveTo>
                    <a:pt x="6322" y="9583"/>
                  </a:moveTo>
                  <a:lnTo>
                    <a:pt x="6231" y="9641"/>
                  </a:lnTo>
                  <a:lnTo>
                    <a:pt x="6344" y="9822"/>
                  </a:lnTo>
                  <a:lnTo>
                    <a:pt x="6435" y="9765"/>
                  </a:lnTo>
                  <a:lnTo>
                    <a:pt x="6322" y="9583"/>
                  </a:lnTo>
                  <a:close/>
                  <a:moveTo>
                    <a:pt x="6549" y="9936"/>
                  </a:moveTo>
                  <a:lnTo>
                    <a:pt x="6458" y="10004"/>
                  </a:lnTo>
                  <a:lnTo>
                    <a:pt x="6572" y="10174"/>
                  </a:lnTo>
                  <a:lnTo>
                    <a:pt x="6663" y="10118"/>
                  </a:lnTo>
                  <a:lnTo>
                    <a:pt x="6549" y="9936"/>
                  </a:lnTo>
                  <a:close/>
                  <a:moveTo>
                    <a:pt x="6776" y="10300"/>
                  </a:moveTo>
                  <a:lnTo>
                    <a:pt x="6686" y="10356"/>
                  </a:lnTo>
                  <a:lnTo>
                    <a:pt x="6811" y="10527"/>
                  </a:lnTo>
                  <a:lnTo>
                    <a:pt x="6890" y="10470"/>
                  </a:lnTo>
                  <a:lnTo>
                    <a:pt x="6776" y="10300"/>
                  </a:lnTo>
                  <a:close/>
                  <a:moveTo>
                    <a:pt x="7016" y="10652"/>
                  </a:moveTo>
                  <a:lnTo>
                    <a:pt x="6925" y="10709"/>
                  </a:lnTo>
                  <a:lnTo>
                    <a:pt x="7038" y="10891"/>
                  </a:lnTo>
                  <a:lnTo>
                    <a:pt x="7129" y="10823"/>
                  </a:lnTo>
                  <a:lnTo>
                    <a:pt x="7016" y="10652"/>
                  </a:lnTo>
                  <a:close/>
                  <a:moveTo>
                    <a:pt x="7243" y="11005"/>
                  </a:moveTo>
                  <a:lnTo>
                    <a:pt x="7152" y="11061"/>
                  </a:lnTo>
                  <a:lnTo>
                    <a:pt x="7266" y="11243"/>
                  </a:lnTo>
                  <a:lnTo>
                    <a:pt x="7357" y="11187"/>
                  </a:lnTo>
                  <a:lnTo>
                    <a:pt x="7243" y="11005"/>
                  </a:lnTo>
                  <a:close/>
                  <a:moveTo>
                    <a:pt x="7470" y="11357"/>
                  </a:moveTo>
                  <a:lnTo>
                    <a:pt x="7379" y="11414"/>
                  </a:lnTo>
                  <a:lnTo>
                    <a:pt x="7493" y="11596"/>
                  </a:lnTo>
                  <a:lnTo>
                    <a:pt x="7584" y="11539"/>
                  </a:lnTo>
                  <a:lnTo>
                    <a:pt x="7470" y="11357"/>
                  </a:lnTo>
                  <a:close/>
                  <a:moveTo>
                    <a:pt x="7709" y="11721"/>
                  </a:moveTo>
                  <a:lnTo>
                    <a:pt x="7618" y="11778"/>
                  </a:lnTo>
                  <a:lnTo>
                    <a:pt x="7731" y="11948"/>
                  </a:lnTo>
                  <a:lnTo>
                    <a:pt x="7822" y="11892"/>
                  </a:lnTo>
                  <a:lnTo>
                    <a:pt x="7709" y="11721"/>
                  </a:lnTo>
                  <a:close/>
                  <a:moveTo>
                    <a:pt x="7936" y="12073"/>
                  </a:moveTo>
                  <a:lnTo>
                    <a:pt x="7845" y="12130"/>
                  </a:lnTo>
                  <a:lnTo>
                    <a:pt x="7959" y="12301"/>
                  </a:lnTo>
                  <a:lnTo>
                    <a:pt x="8050" y="12244"/>
                  </a:lnTo>
                  <a:lnTo>
                    <a:pt x="7936" y="12073"/>
                  </a:lnTo>
                  <a:close/>
                  <a:moveTo>
                    <a:pt x="8163" y="12425"/>
                  </a:moveTo>
                  <a:lnTo>
                    <a:pt x="8072" y="12483"/>
                  </a:lnTo>
                  <a:lnTo>
                    <a:pt x="8186" y="12665"/>
                  </a:lnTo>
                  <a:lnTo>
                    <a:pt x="8277" y="12607"/>
                  </a:lnTo>
                  <a:lnTo>
                    <a:pt x="8163" y="12425"/>
                  </a:lnTo>
                  <a:close/>
                  <a:moveTo>
                    <a:pt x="8391" y="12778"/>
                  </a:moveTo>
                  <a:lnTo>
                    <a:pt x="8312" y="12835"/>
                  </a:lnTo>
                  <a:lnTo>
                    <a:pt x="8425" y="13017"/>
                  </a:lnTo>
                  <a:lnTo>
                    <a:pt x="8516" y="12960"/>
                  </a:lnTo>
                  <a:lnTo>
                    <a:pt x="8391" y="12778"/>
                  </a:lnTo>
                  <a:close/>
                  <a:moveTo>
                    <a:pt x="8630" y="13130"/>
                  </a:moveTo>
                  <a:lnTo>
                    <a:pt x="8539" y="13198"/>
                  </a:lnTo>
                  <a:lnTo>
                    <a:pt x="8653" y="13369"/>
                  </a:lnTo>
                  <a:lnTo>
                    <a:pt x="8744" y="13312"/>
                  </a:lnTo>
                  <a:lnTo>
                    <a:pt x="8630" y="13130"/>
                  </a:lnTo>
                  <a:close/>
                  <a:moveTo>
                    <a:pt x="8857" y="13494"/>
                  </a:moveTo>
                  <a:lnTo>
                    <a:pt x="8766" y="13551"/>
                  </a:lnTo>
                  <a:lnTo>
                    <a:pt x="8880" y="13721"/>
                  </a:lnTo>
                  <a:lnTo>
                    <a:pt x="8971" y="13665"/>
                  </a:lnTo>
                  <a:lnTo>
                    <a:pt x="8857" y="13494"/>
                  </a:lnTo>
                  <a:close/>
                  <a:moveTo>
                    <a:pt x="9085" y="13847"/>
                  </a:moveTo>
                  <a:lnTo>
                    <a:pt x="8994" y="13903"/>
                  </a:lnTo>
                  <a:lnTo>
                    <a:pt x="9118" y="14085"/>
                  </a:lnTo>
                  <a:lnTo>
                    <a:pt x="9198" y="14017"/>
                  </a:lnTo>
                  <a:lnTo>
                    <a:pt x="9085" y="13847"/>
                  </a:lnTo>
                  <a:close/>
                  <a:moveTo>
                    <a:pt x="9323" y="14199"/>
                  </a:moveTo>
                  <a:lnTo>
                    <a:pt x="9232" y="14256"/>
                  </a:lnTo>
                  <a:lnTo>
                    <a:pt x="9346" y="14438"/>
                  </a:lnTo>
                  <a:lnTo>
                    <a:pt x="9437" y="14381"/>
                  </a:lnTo>
                  <a:lnTo>
                    <a:pt x="9323" y="14199"/>
                  </a:lnTo>
                  <a:close/>
                  <a:moveTo>
                    <a:pt x="9550" y="14552"/>
                  </a:moveTo>
                  <a:lnTo>
                    <a:pt x="9459" y="14608"/>
                  </a:lnTo>
                  <a:lnTo>
                    <a:pt x="9573" y="14790"/>
                  </a:lnTo>
                  <a:lnTo>
                    <a:pt x="9664" y="14734"/>
                  </a:lnTo>
                  <a:lnTo>
                    <a:pt x="9550" y="14552"/>
                  </a:lnTo>
                  <a:close/>
                  <a:moveTo>
                    <a:pt x="9778" y="14904"/>
                  </a:moveTo>
                  <a:lnTo>
                    <a:pt x="9687" y="14972"/>
                  </a:lnTo>
                  <a:lnTo>
                    <a:pt x="9812" y="15143"/>
                  </a:lnTo>
                  <a:lnTo>
                    <a:pt x="9891" y="15086"/>
                  </a:lnTo>
                  <a:lnTo>
                    <a:pt x="9778" y="14904"/>
                  </a:lnTo>
                  <a:close/>
                  <a:moveTo>
                    <a:pt x="10017" y="15268"/>
                  </a:moveTo>
                  <a:lnTo>
                    <a:pt x="9926" y="15325"/>
                  </a:lnTo>
                  <a:lnTo>
                    <a:pt x="10040" y="15495"/>
                  </a:lnTo>
                  <a:lnTo>
                    <a:pt x="10131" y="15439"/>
                  </a:lnTo>
                  <a:lnTo>
                    <a:pt x="10017" y="15268"/>
                  </a:lnTo>
                  <a:close/>
                  <a:moveTo>
                    <a:pt x="10244" y="15620"/>
                  </a:moveTo>
                  <a:lnTo>
                    <a:pt x="10153" y="15677"/>
                  </a:lnTo>
                  <a:lnTo>
                    <a:pt x="10267" y="15859"/>
                  </a:lnTo>
                  <a:lnTo>
                    <a:pt x="10358" y="15790"/>
                  </a:lnTo>
                  <a:lnTo>
                    <a:pt x="10244" y="15620"/>
                  </a:lnTo>
                  <a:close/>
                  <a:moveTo>
                    <a:pt x="10472" y="15972"/>
                  </a:moveTo>
                  <a:lnTo>
                    <a:pt x="10381" y="16030"/>
                  </a:lnTo>
                  <a:lnTo>
                    <a:pt x="10494" y="16212"/>
                  </a:lnTo>
                  <a:lnTo>
                    <a:pt x="10585" y="16154"/>
                  </a:lnTo>
                  <a:lnTo>
                    <a:pt x="10472" y="15972"/>
                  </a:lnTo>
                  <a:close/>
                  <a:moveTo>
                    <a:pt x="10699" y="16325"/>
                  </a:moveTo>
                  <a:lnTo>
                    <a:pt x="10619" y="16382"/>
                  </a:lnTo>
                  <a:lnTo>
                    <a:pt x="10733" y="16564"/>
                  </a:lnTo>
                  <a:lnTo>
                    <a:pt x="10824" y="16507"/>
                  </a:lnTo>
                  <a:lnTo>
                    <a:pt x="10699" y="16325"/>
                  </a:lnTo>
                  <a:close/>
                  <a:moveTo>
                    <a:pt x="10937" y="16689"/>
                  </a:moveTo>
                  <a:lnTo>
                    <a:pt x="10846" y="16745"/>
                  </a:lnTo>
                  <a:lnTo>
                    <a:pt x="10960" y="16916"/>
                  </a:lnTo>
                  <a:lnTo>
                    <a:pt x="11051" y="16859"/>
                  </a:lnTo>
                  <a:lnTo>
                    <a:pt x="10937" y="16689"/>
                  </a:lnTo>
                  <a:close/>
                  <a:moveTo>
                    <a:pt x="11165" y="17041"/>
                  </a:moveTo>
                  <a:lnTo>
                    <a:pt x="11074" y="17098"/>
                  </a:lnTo>
                  <a:lnTo>
                    <a:pt x="11187" y="17268"/>
                  </a:lnTo>
                  <a:lnTo>
                    <a:pt x="11278" y="17212"/>
                  </a:lnTo>
                  <a:lnTo>
                    <a:pt x="11165" y="17041"/>
                  </a:lnTo>
                  <a:close/>
                  <a:moveTo>
                    <a:pt x="11392" y="17394"/>
                  </a:moveTo>
                  <a:lnTo>
                    <a:pt x="11301" y="17450"/>
                  </a:lnTo>
                  <a:lnTo>
                    <a:pt x="11427" y="17632"/>
                  </a:lnTo>
                  <a:lnTo>
                    <a:pt x="11506" y="17576"/>
                  </a:lnTo>
                  <a:lnTo>
                    <a:pt x="11392" y="17394"/>
                  </a:lnTo>
                  <a:close/>
                  <a:moveTo>
                    <a:pt x="11631" y="17746"/>
                  </a:moveTo>
                  <a:lnTo>
                    <a:pt x="11540" y="17803"/>
                  </a:lnTo>
                  <a:lnTo>
                    <a:pt x="11654" y="17985"/>
                  </a:lnTo>
                  <a:lnTo>
                    <a:pt x="11745" y="17928"/>
                  </a:lnTo>
                  <a:lnTo>
                    <a:pt x="11631" y="17746"/>
                  </a:lnTo>
                  <a:close/>
                  <a:moveTo>
                    <a:pt x="11859" y="18099"/>
                  </a:moveTo>
                  <a:lnTo>
                    <a:pt x="11768" y="18167"/>
                  </a:lnTo>
                  <a:lnTo>
                    <a:pt x="11881" y="18337"/>
                  </a:lnTo>
                  <a:lnTo>
                    <a:pt x="11972" y="18281"/>
                  </a:lnTo>
                  <a:lnTo>
                    <a:pt x="11859" y="18099"/>
                  </a:lnTo>
                  <a:close/>
                  <a:moveTo>
                    <a:pt x="12086" y="18463"/>
                  </a:moveTo>
                  <a:lnTo>
                    <a:pt x="11995" y="18519"/>
                  </a:lnTo>
                  <a:lnTo>
                    <a:pt x="12120" y="18690"/>
                  </a:lnTo>
                  <a:lnTo>
                    <a:pt x="12200" y="18633"/>
                  </a:lnTo>
                  <a:lnTo>
                    <a:pt x="12086" y="18463"/>
                  </a:lnTo>
                  <a:close/>
                  <a:moveTo>
                    <a:pt x="12324" y="18815"/>
                  </a:moveTo>
                  <a:lnTo>
                    <a:pt x="12233" y="18872"/>
                  </a:lnTo>
                  <a:lnTo>
                    <a:pt x="12347" y="19054"/>
                  </a:lnTo>
                  <a:lnTo>
                    <a:pt x="12438" y="18985"/>
                  </a:lnTo>
                  <a:lnTo>
                    <a:pt x="12324" y="18815"/>
                  </a:lnTo>
                  <a:close/>
                  <a:moveTo>
                    <a:pt x="12552" y="19167"/>
                  </a:moveTo>
                  <a:lnTo>
                    <a:pt x="12461" y="19224"/>
                  </a:lnTo>
                  <a:lnTo>
                    <a:pt x="12574" y="19406"/>
                  </a:lnTo>
                  <a:lnTo>
                    <a:pt x="12665" y="19349"/>
                  </a:lnTo>
                  <a:lnTo>
                    <a:pt x="12552" y="19167"/>
                  </a:lnTo>
                  <a:close/>
                  <a:moveTo>
                    <a:pt x="12779" y="19519"/>
                  </a:moveTo>
                  <a:lnTo>
                    <a:pt x="12688" y="19577"/>
                  </a:lnTo>
                  <a:lnTo>
                    <a:pt x="12802" y="19759"/>
                  </a:lnTo>
                  <a:lnTo>
                    <a:pt x="12893" y="19701"/>
                  </a:lnTo>
                  <a:lnTo>
                    <a:pt x="12779" y="19519"/>
                  </a:lnTo>
                  <a:close/>
                  <a:moveTo>
                    <a:pt x="13006" y="19872"/>
                  </a:moveTo>
                  <a:lnTo>
                    <a:pt x="12927" y="19940"/>
                  </a:lnTo>
                  <a:lnTo>
                    <a:pt x="13041" y="20111"/>
                  </a:lnTo>
                  <a:lnTo>
                    <a:pt x="13132" y="20054"/>
                  </a:lnTo>
                  <a:lnTo>
                    <a:pt x="13006" y="19872"/>
                  </a:lnTo>
                  <a:close/>
                  <a:moveTo>
                    <a:pt x="13246" y="20236"/>
                  </a:moveTo>
                  <a:lnTo>
                    <a:pt x="13155" y="20292"/>
                  </a:lnTo>
                  <a:lnTo>
                    <a:pt x="13268" y="20463"/>
                  </a:lnTo>
                  <a:lnTo>
                    <a:pt x="13359" y="20406"/>
                  </a:lnTo>
                  <a:lnTo>
                    <a:pt x="13246" y="20236"/>
                  </a:lnTo>
                  <a:close/>
                  <a:moveTo>
                    <a:pt x="13473" y="20588"/>
                  </a:moveTo>
                  <a:lnTo>
                    <a:pt x="13382" y="20645"/>
                  </a:lnTo>
                  <a:lnTo>
                    <a:pt x="13496" y="20827"/>
                  </a:lnTo>
                  <a:lnTo>
                    <a:pt x="13587" y="20770"/>
                  </a:lnTo>
                  <a:lnTo>
                    <a:pt x="13473" y="20588"/>
                  </a:lnTo>
                  <a:close/>
                  <a:moveTo>
                    <a:pt x="13700" y="20941"/>
                  </a:moveTo>
                  <a:lnTo>
                    <a:pt x="13609" y="20997"/>
                  </a:lnTo>
                  <a:lnTo>
                    <a:pt x="13734" y="21179"/>
                  </a:lnTo>
                  <a:lnTo>
                    <a:pt x="13814" y="21123"/>
                  </a:lnTo>
                  <a:lnTo>
                    <a:pt x="13700" y="20941"/>
                  </a:lnTo>
                  <a:close/>
                  <a:moveTo>
                    <a:pt x="13939" y="21293"/>
                  </a:moveTo>
                  <a:lnTo>
                    <a:pt x="13848" y="21350"/>
                  </a:lnTo>
                  <a:lnTo>
                    <a:pt x="13961" y="21532"/>
                  </a:lnTo>
                  <a:lnTo>
                    <a:pt x="14052" y="21475"/>
                  </a:lnTo>
                  <a:lnTo>
                    <a:pt x="13939" y="2129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8195;p113">
              <a:extLst>
                <a:ext uri="{FF2B5EF4-FFF2-40B4-BE49-F238E27FC236}">
                  <a16:creationId xmlns:a16="http://schemas.microsoft.com/office/drawing/2014/main" id="{3B0948EF-5B71-E0CF-454D-794ACFB4BCC0}"/>
                </a:ext>
              </a:extLst>
            </p:cNvPr>
            <p:cNvSpPr/>
            <p:nvPr/>
          </p:nvSpPr>
          <p:spPr>
            <a:xfrm>
              <a:off x="2769625" y="2992700"/>
              <a:ext cx="3750" cy="3725"/>
            </a:xfrm>
            <a:custGeom>
              <a:avLst/>
              <a:gdLst/>
              <a:ahLst/>
              <a:cxnLst/>
              <a:rect l="l" t="t" r="r" b="b"/>
              <a:pathLst>
                <a:path w="150" h="149" extrusionOk="0">
                  <a:moveTo>
                    <a:pt x="92" y="0"/>
                  </a:moveTo>
                  <a:lnTo>
                    <a:pt x="1" y="58"/>
                  </a:lnTo>
                  <a:lnTo>
                    <a:pt x="58" y="148"/>
                  </a:lnTo>
                  <a:lnTo>
                    <a:pt x="149" y="91"/>
                  </a:lnTo>
                  <a:lnTo>
                    <a:pt x="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8196;p113">
              <a:extLst>
                <a:ext uri="{FF2B5EF4-FFF2-40B4-BE49-F238E27FC236}">
                  <a16:creationId xmlns:a16="http://schemas.microsoft.com/office/drawing/2014/main" id="{268CBA30-4F46-7009-161C-4EF46A760B19}"/>
                </a:ext>
              </a:extLst>
            </p:cNvPr>
            <p:cNvSpPr/>
            <p:nvPr/>
          </p:nvSpPr>
          <p:spPr>
            <a:xfrm>
              <a:off x="3545525" y="3269525"/>
              <a:ext cx="3750" cy="3725"/>
            </a:xfrm>
            <a:custGeom>
              <a:avLst/>
              <a:gdLst/>
              <a:ahLst/>
              <a:cxnLst/>
              <a:rect l="l" t="t" r="r" b="b"/>
              <a:pathLst>
                <a:path w="150" h="149" extrusionOk="0">
                  <a:moveTo>
                    <a:pt x="92" y="0"/>
                  </a:moveTo>
                  <a:lnTo>
                    <a:pt x="1" y="57"/>
                  </a:lnTo>
                  <a:lnTo>
                    <a:pt x="58" y="148"/>
                  </a:lnTo>
                  <a:lnTo>
                    <a:pt x="149" y="80"/>
                  </a:lnTo>
                  <a:lnTo>
                    <a:pt x="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8197;p113">
              <a:extLst>
                <a:ext uri="{FF2B5EF4-FFF2-40B4-BE49-F238E27FC236}">
                  <a16:creationId xmlns:a16="http://schemas.microsoft.com/office/drawing/2014/main" id="{5D282E27-EE2E-1416-F098-CB76C3D0C39A}"/>
                </a:ext>
              </a:extLst>
            </p:cNvPr>
            <p:cNvSpPr/>
            <p:nvPr/>
          </p:nvSpPr>
          <p:spPr>
            <a:xfrm>
              <a:off x="3134575" y="3273800"/>
              <a:ext cx="407875" cy="266600"/>
            </a:xfrm>
            <a:custGeom>
              <a:avLst/>
              <a:gdLst/>
              <a:ahLst/>
              <a:cxnLst/>
              <a:rect l="l" t="t" r="r" b="b"/>
              <a:pathLst>
                <a:path w="16315" h="10664" extrusionOk="0">
                  <a:moveTo>
                    <a:pt x="16257" y="0"/>
                  </a:moveTo>
                  <a:lnTo>
                    <a:pt x="16075" y="114"/>
                  </a:lnTo>
                  <a:lnTo>
                    <a:pt x="16132" y="205"/>
                  </a:lnTo>
                  <a:lnTo>
                    <a:pt x="16314" y="91"/>
                  </a:lnTo>
                  <a:lnTo>
                    <a:pt x="16257" y="0"/>
                  </a:lnTo>
                  <a:close/>
                  <a:moveTo>
                    <a:pt x="15905" y="227"/>
                  </a:moveTo>
                  <a:lnTo>
                    <a:pt x="15723" y="352"/>
                  </a:lnTo>
                  <a:lnTo>
                    <a:pt x="15779" y="432"/>
                  </a:lnTo>
                  <a:lnTo>
                    <a:pt x="15961" y="318"/>
                  </a:lnTo>
                  <a:lnTo>
                    <a:pt x="15905" y="227"/>
                  </a:lnTo>
                  <a:close/>
                  <a:moveTo>
                    <a:pt x="15541" y="466"/>
                  </a:moveTo>
                  <a:lnTo>
                    <a:pt x="15359" y="579"/>
                  </a:lnTo>
                  <a:lnTo>
                    <a:pt x="15428" y="670"/>
                  </a:lnTo>
                  <a:lnTo>
                    <a:pt x="15598" y="557"/>
                  </a:lnTo>
                  <a:lnTo>
                    <a:pt x="15541" y="466"/>
                  </a:lnTo>
                  <a:close/>
                  <a:moveTo>
                    <a:pt x="15188" y="693"/>
                  </a:moveTo>
                  <a:lnTo>
                    <a:pt x="15006" y="807"/>
                  </a:lnTo>
                  <a:lnTo>
                    <a:pt x="15064" y="898"/>
                  </a:lnTo>
                  <a:lnTo>
                    <a:pt x="15246" y="784"/>
                  </a:lnTo>
                  <a:lnTo>
                    <a:pt x="15188" y="693"/>
                  </a:lnTo>
                  <a:close/>
                  <a:moveTo>
                    <a:pt x="14825" y="932"/>
                  </a:moveTo>
                  <a:lnTo>
                    <a:pt x="14654" y="1046"/>
                  </a:lnTo>
                  <a:lnTo>
                    <a:pt x="14711" y="1137"/>
                  </a:lnTo>
                  <a:lnTo>
                    <a:pt x="14882" y="1023"/>
                  </a:lnTo>
                  <a:lnTo>
                    <a:pt x="14825" y="932"/>
                  </a:lnTo>
                  <a:close/>
                  <a:moveTo>
                    <a:pt x="14473" y="1160"/>
                  </a:moveTo>
                  <a:lnTo>
                    <a:pt x="14291" y="1273"/>
                  </a:lnTo>
                  <a:lnTo>
                    <a:pt x="14347" y="1364"/>
                  </a:lnTo>
                  <a:lnTo>
                    <a:pt x="14529" y="1251"/>
                  </a:lnTo>
                  <a:lnTo>
                    <a:pt x="14473" y="1160"/>
                  </a:lnTo>
                  <a:close/>
                  <a:moveTo>
                    <a:pt x="14109" y="1398"/>
                  </a:moveTo>
                  <a:lnTo>
                    <a:pt x="13938" y="1512"/>
                  </a:lnTo>
                  <a:lnTo>
                    <a:pt x="13995" y="1603"/>
                  </a:lnTo>
                  <a:lnTo>
                    <a:pt x="14177" y="1478"/>
                  </a:lnTo>
                  <a:lnTo>
                    <a:pt x="14109" y="1398"/>
                  </a:lnTo>
                  <a:close/>
                  <a:moveTo>
                    <a:pt x="13756" y="1625"/>
                  </a:moveTo>
                  <a:lnTo>
                    <a:pt x="13574" y="1739"/>
                  </a:lnTo>
                  <a:lnTo>
                    <a:pt x="13631" y="1830"/>
                  </a:lnTo>
                  <a:lnTo>
                    <a:pt x="13813" y="1716"/>
                  </a:lnTo>
                  <a:lnTo>
                    <a:pt x="13756" y="1625"/>
                  </a:lnTo>
                  <a:close/>
                  <a:moveTo>
                    <a:pt x="13404" y="1853"/>
                  </a:moveTo>
                  <a:lnTo>
                    <a:pt x="13222" y="1978"/>
                  </a:lnTo>
                  <a:lnTo>
                    <a:pt x="13278" y="2069"/>
                  </a:lnTo>
                  <a:lnTo>
                    <a:pt x="13460" y="1944"/>
                  </a:lnTo>
                  <a:lnTo>
                    <a:pt x="13404" y="1853"/>
                  </a:lnTo>
                  <a:close/>
                  <a:moveTo>
                    <a:pt x="13040" y="2092"/>
                  </a:moveTo>
                  <a:lnTo>
                    <a:pt x="12858" y="2206"/>
                  </a:lnTo>
                  <a:lnTo>
                    <a:pt x="12926" y="2297"/>
                  </a:lnTo>
                  <a:lnTo>
                    <a:pt x="13097" y="2183"/>
                  </a:lnTo>
                  <a:lnTo>
                    <a:pt x="13040" y="2092"/>
                  </a:lnTo>
                  <a:close/>
                  <a:moveTo>
                    <a:pt x="12687" y="2319"/>
                  </a:moveTo>
                  <a:lnTo>
                    <a:pt x="12505" y="2444"/>
                  </a:lnTo>
                  <a:lnTo>
                    <a:pt x="12563" y="2524"/>
                  </a:lnTo>
                  <a:lnTo>
                    <a:pt x="12745" y="2410"/>
                  </a:lnTo>
                  <a:lnTo>
                    <a:pt x="12687" y="2319"/>
                  </a:lnTo>
                  <a:close/>
                  <a:moveTo>
                    <a:pt x="12323" y="2558"/>
                  </a:moveTo>
                  <a:lnTo>
                    <a:pt x="12153" y="2671"/>
                  </a:lnTo>
                  <a:lnTo>
                    <a:pt x="12210" y="2762"/>
                  </a:lnTo>
                  <a:lnTo>
                    <a:pt x="12381" y="2648"/>
                  </a:lnTo>
                  <a:lnTo>
                    <a:pt x="12323" y="2558"/>
                  </a:lnTo>
                  <a:close/>
                  <a:moveTo>
                    <a:pt x="11972" y="2785"/>
                  </a:moveTo>
                  <a:lnTo>
                    <a:pt x="11790" y="2899"/>
                  </a:lnTo>
                  <a:lnTo>
                    <a:pt x="11846" y="2990"/>
                  </a:lnTo>
                  <a:lnTo>
                    <a:pt x="12028" y="2876"/>
                  </a:lnTo>
                  <a:lnTo>
                    <a:pt x="11972" y="2785"/>
                  </a:lnTo>
                  <a:close/>
                  <a:moveTo>
                    <a:pt x="11608" y="3024"/>
                  </a:moveTo>
                  <a:lnTo>
                    <a:pt x="11437" y="3138"/>
                  </a:lnTo>
                  <a:lnTo>
                    <a:pt x="11494" y="3229"/>
                  </a:lnTo>
                  <a:lnTo>
                    <a:pt x="11676" y="3103"/>
                  </a:lnTo>
                  <a:lnTo>
                    <a:pt x="11608" y="3024"/>
                  </a:lnTo>
                  <a:close/>
                  <a:moveTo>
                    <a:pt x="11255" y="3251"/>
                  </a:moveTo>
                  <a:lnTo>
                    <a:pt x="11073" y="3365"/>
                  </a:lnTo>
                  <a:lnTo>
                    <a:pt x="11130" y="3456"/>
                  </a:lnTo>
                  <a:lnTo>
                    <a:pt x="11312" y="3342"/>
                  </a:lnTo>
                  <a:lnTo>
                    <a:pt x="11255" y="3251"/>
                  </a:lnTo>
                  <a:close/>
                  <a:moveTo>
                    <a:pt x="10903" y="3479"/>
                  </a:moveTo>
                  <a:lnTo>
                    <a:pt x="10721" y="3603"/>
                  </a:lnTo>
                  <a:lnTo>
                    <a:pt x="10777" y="3694"/>
                  </a:lnTo>
                  <a:lnTo>
                    <a:pt x="10959" y="3570"/>
                  </a:lnTo>
                  <a:lnTo>
                    <a:pt x="10903" y="3479"/>
                  </a:lnTo>
                  <a:close/>
                  <a:moveTo>
                    <a:pt x="10539" y="3717"/>
                  </a:moveTo>
                  <a:lnTo>
                    <a:pt x="10357" y="3831"/>
                  </a:lnTo>
                  <a:lnTo>
                    <a:pt x="10425" y="3922"/>
                  </a:lnTo>
                  <a:lnTo>
                    <a:pt x="10595" y="3808"/>
                  </a:lnTo>
                  <a:lnTo>
                    <a:pt x="10539" y="3717"/>
                  </a:lnTo>
                  <a:close/>
                  <a:moveTo>
                    <a:pt x="10186" y="3944"/>
                  </a:moveTo>
                  <a:lnTo>
                    <a:pt x="10004" y="4070"/>
                  </a:lnTo>
                  <a:lnTo>
                    <a:pt x="10062" y="4149"/>
                  </a:lnTo>
                  <a:lnTo>
                    <a:pt x="10244" y="4035"/>
                  </a:lnTo>
                  <a:lnTo>
                    <a:pt x="10186" y="3944"/>
                  </a:lnTo>
                  <a:close/>
                  <a:moveTo>
                    <a:pt x="9822" y="4184"/>
                  </a:moveTo>
                  <a:lnTo>
                    <a:pt x="9652" y="4297"/>
                  </a:lnTo>
                  <a:lnTo>
                    <a:pt x="9709" y="4388"/>
                  </a:lnTo>
                  <a:lnTo>
                    <a:pt x="9880" y="4275"/>
                  </a:lnTo>
                  <a:lnTo>
                    <a:pt x="9822" y="4184"/>
                  </a:lnTo>
                  <a:close/>
                  <a:moveTo>
                    <a:pt x="9470" y="4411"/>
                  </a:moveTo>
                  <a:lnTo>
                    <a:pt x="9289" y="4525"/>
                  </a:lnTo>
                  <a:lnTo>
                    <a:pt x="9345" y="4616"/>
                  </a:lnTo>
                  <a:lnTo>
                    <a:pt x="9527" y="4502"/>
                  </a:lnTo>
                  <a:lnTo>
                    <a:pt x="9470" y="4411"/>
                  </a:lnTo>
                  <a:close/>
                  <a:moveTo>
                    <a:pt x="9107" y="4649"/>
                  </a:moveTo>
                  <a:lnTo>
                    <a:pt x="8936" y="4763"/>
                  </a:lnTo>
                  <a:lnTo>
                    <a:pt x="8993" y="4854"/>
                  </a:lnTo>
                  <a:lnTo>
                    <a:pt x="9175" y="4740"/>
                  </a:lnTo>
                  <a:lnTo>
                    <a:pt x="9107" y="4649"/>
                  </a:lnTo>
                  <a:close/>
                  <a:moveTo>
                    <a:pt x="8754" y="4877"/>
                  </a:moveTo>
                  <a:lnTo>
                    <a:pt x="8572" y="4990"/>
                  </a:lnTo>
                  <a:lnTo>
                    <a:pt x="8629" y="5081"/>
                  </a:lnTo>
                  <a:lnTo>
                    <a:pt x="8811" y="4968"/>
                  </a:lnTo>
                  <a:lnTo>
                    <a:pt x="8754" y="4877"/>
                  </a:lnTo>
                  <a:close/>
                  <a:moveTo>
                    <a:pt x="8402" y="5116"/>
                  </a:moveTo>
                  <a:lnTo>
                    <a:pt x="8220" y="5230"/>
                  </a:lnTo>
                  <a:lnTo>
                    <a:pt x="8276" y="5321"/>
                  </a:lnTo>
                  <a:lnTo>
                    <a:pt x="8458" y="5195"/>
                  </a:lnTo>
                  <a:lnTo>
                    <a:pt x="8402" y="5116"/>
                  </a:lnTo>
                  <a:close/>
                  <a:moveTo>
                    <a:pt x="8038" y="5343"/>
                  </a:moveTo>
                  <a:lnTo>
                    <a:pt x="7856" y="5457"/>
                  </a:lnTo>
                  <a:lnTo>
                    <a:pt x="7924" y="5548"/>
                  </a:lnTo>
                  <a:lnTo>
                    <a:pt x="8094" y="5434"/>
                  </a:lnTo>
                  <a:lnTo>
                    <a:pt x="8038" y="5343"/>
                  </a:lnTo>
                  <a:close/>
                  <a:moveTo>
                    <a:pt x="7685" y="5571"/>
                  </a:moveTo>
                  <a:lnTo>
                    <a:pt x="7503" y="5695"/>
                  </a:lnTo>
                  <a:lnTo>
                    <a:pt x="7561" y="5775"/>
                  </a:lnTo>
                  <a:lnTo>
                    <a:pt x="7742" y="5662"/>
                  </a:lnTo>
                  <a:lnTo>
                    <a:pt x="7685" y="5571"/>
                  </a:lnTo>
                  <a:close/>
                  <a:moveTo>
                    <a:pt x="7321" y="5809"/>
                  </a:moveTo>
                  <a:lnTo>
                    <a:pt x="7151" y="5923"/>
                  </a:lnTo>
                  <a:lnTo>
                    <a:pt x="7208" y="6014"/>
                  </a:lnTo>
                  <a:lnTo>
                    <a:pt x="7379" y="5900"/>
                  </a:lnTo>
                  <a:lnTo>
                    <a:pt x="7321" y="5809"/>
                  </a:lnTo>
                  <a:close/>
                  <a:moveTo>
                    <a:pt x="6969" y="6036"/>
                  </a:moveTo>
                  <a:lnTo>
                    <a:pt x="6787" y="6150"/>
                  </a:lnTo>
                  <a:lnTo>
                    <a:pt x="6844" y="6241"/>
                  </a:lnTo>
                  <a:lnTo>
                    <a:pt x="7026" y="6127"/>
                  </a:lnTo>
                  <a:lnTo>
                    <a:pt x="6969" y="6036"/>
                  </a:lnTo>
                  <a:close/>
                  <a:moveTo>
                    <a:pt x="6606" y="6275"/>
                  </a:moveTo>
                  <a:lnTo>
                    <a:pt x="6435" y="6389"/>
                  </a:lnTo>
                  <a:lnTo>
                    <a:pt x="6492" y="6480"/>
                  </a:lnTo>
                  <a:lnTo>
                    <a:pt x="6674" y="6366"/>
                  </a:lnTo>
                  <a:lnTo>
                    <a:pt x="6606" y="6275"/>
                  </a:lnTo>
                  <a:close/>
                  <a:moveTo>
                    <a:pt x="6253" y="6503"/>
                  </a:moveTo>
                  <a:lnTo>
                    <a:pt x="6071" y="6617"/>
                  </a:lnTo>
                  <a:lnTo>
                    <a:pt x="6128" y="6707"/>
                  </a:lnTo>
                  <a:lnTo>
                    <a:pt x="6310" y="6594"/>
                  </a:lnTo>
                  <a:lnTo>
                    <a:pt x="6253" y="6503"/>
                  </a:lnTo>
                  <a:close/>
                  <a:moveTo>
                    <a:pt x="5901" y="6741"/>
                  </a:moveTo>
                  <a:lnTo>
                    <a:pt x="5719" y="6855"/>
                  </a:lnTo>
                  <a:lnTo>
                    <a:pt x="5775" y="6946"/>
                  </a:lnTo>
                  <a:lnTo>
                    <a:pt x="5957" y="6821"/>
                  </a:lnTo>
                  <a:lnTo>
                    <a:pt x="5901" y="6741"/>
                  </a:lnTo>
                  <a:close/>
                  <a:moveTo>
                    <a:pt x="5537" y="6969"/>
                  </a:moveTo>
                  <a:lnTo>
                    <a:pt x="5355" y="7082"/>
                  </a:lnTo>
                  <a:lnTo>
                    <a:pt x="5423" y="7173"/>
                  </a:lnTo>
                  <a:lnTo>
                    <a:pt x="5593" y="7059"/>
                  </a:lnTo>
                  <a:lnTo>
                    <a:pt x="5537" y="6969"/>
                  </a:lnTo>
                  <a:close/>
                  <a:moveTo>
                    <a:pt x="5184" y="7196"/>
                  </a:moveTo>
                  <a:lnTo>
                    <a:pt x="5002" y="7321"/>
                  </a:lnTo>
                  <a:lnTo>
                    <a:pt x="5059" y="7412"/>
                  </a:lnTo>
                  <a:lnTo>
                    <a:pt x="5241" y="7287"/>
                  </a:lnTo>
                  <a:lnTo>
                    <a:pt x="5184" y="7196"/>
                  </a:lnTo>
                  <a:close/>
                  <a:moveTo>
                    <a:pt x="4820" y="7435"/>
                  </a:moveTo>
                  <a:lnTo>
                    <a:pt x="4650" y="7549"/>
                  </a:lnTo>
                  <a:lnTo>
                    <a:pt x="4707" y="7640"/>
                  </a:lnTo>
                  <a:lnTo>
                    <a:pt x="4878" y="7526"/>
                  </a:lnTo>
                  <a:lnTo>
                    <a:pt x="4820" y="7435"/>
                  </a:lnTo>
                  <a:close/>
                  <a:moveTo>
                    <a:pt x="4468" y="7662"/>
                  </a:moveTo>
                  <a:lnTo>
                    <a:pt x="4286" y="7787"/>
                  </a:lnTo>
                  <a:lnTo>
                    <a:pt x="4343" y="7867"/>
                  </a:lnTo>
                  <a:lnTo>
                    <a:pt x="4525" y="7753"/>
                  </a:lnTo>
                  <a:lnTo>
                    <a:pt x="4468" y="7662"/>
                  </a:lnTo>
                  <a:close/>
                  <a:moveTo>
                    <a:pt x="4115" y="7901"/>
                  </a:moveTo>
                  <a:lnTo>
                    <a:pt x="3934" y="8014"/>
                  </a:lnTo>
                  <a:lnTo>
                    <a:pt x="3991" y="8105"/>
                  </a:lnTo>
                  <a:lnTo>
                    <a:pt x="4173" y="7992"/>
                  </a:lnTo>
                  <a:lnTo>
                    <a:pt x="4115" y="7901"/>
                  </a:lnTo>
                  <a:close/>
                  <a:moveTo>
                    <a:pt x="3752" y="8128"/>
                  </a:moveTo>
                  <a:lnTo>
                    <a:pt x="3570" y="8242"/>
                  </a:lnTo>
                  <a:lnTo>
                    <a:pt x="3627" y="8333"/>
                  </a:lnTo>
                  <a:lnTo>
                    <a:pt x="3809" y="8219"/>
                  </a:lnTo>
                  <a:lnTo>
                    <a:pt x="3752" y="8128"/>
                  </a:lnTo>
                  <a:close/>
                  <a:moveTo>
                    <a:pt x="3400" y="8367"/>
                  </a:moveTo>
                  <a:lnTo>
                    <a:pt x="3218" y="8481"/>
                  </a:lnTo>
                  <a:lnTo>
                    <a:pt x="3274" y="8572"/>
                  </a:lnTo>
                  <a:lnTo>
                    <a:pt x="3456" y="8446"/>
                  </a:lnTo>
                  <a:lnTo>
                    <a:pt x="3400" y="8367"/>
                  </a:lnTo>
                  <a:close/>
                  <a:moveTo>
                    <a:pt x="3036" y="8595"/>
                  </a:moveTo>
                  <a:lnTo>
                    <a:pt x="2865" y="8708"/>
                  </a:lnTo>
                  <a:lnTo>
                    <a:pt x="2922" y="8799"/>
                  </a:lnTo>
                  <a:lnTo>
                    <a:pt x="3092" y="8686"/>
                  </a:lnTo>
                  <a:lnTo>
                    <a:pt x="3036" y="8595"/>
                  </a:lnTo>
                  <a:close/>
                  <a:moveTo>
                    <a:pt x="2683" y="8822"/>
                  </a:moveTo>
                  <a:lnTo>
                    <a:pt x="2501" y="8947"/>
                  </a:lnTo>
                  <a:lnTo>
                    <a:pt x="2558" y="9038"/>
                  </a:lnTo>
                  <a:lnTo>
                    <a:pt x="2740" y="8913"/>
                  </a:lnTo>
                  <a:lnTo>
                    <a:pt x="2683" y="8822"/>
                  </a:lnTo>
                  <a:close/>
                  <a:moveTo>
                    <a:pt x="2319" y="9060"/>
                  </a:moveTo>
                  <a:lnTo>
                    <a:pt x="2149" y="9174"/>
                  </a:lnTo>
                  <a:lnTo>
                    <a:pt x="2206" y="9265"/>
                  </a:lnTo>
                  <a:lnTo>
                    <a:pt x="2377" y="9151"/>
                  </a:lnTo>
                  <a:lnTo>
                    <a:pt x="2319" y="9060"/>
                  </a:lnTo>
                  <a:close/>
                  <a:moveTo>
                    <a:pt x="1967" y="9288"/>
                  </a:moveTo>
                  <a:lnTo>
                    <a:pt x="1785" y="9413"/>
                  </a:lnTo>
                  <a:lnTo>
                    <a:pt x="1842" y="9492"/>
                  </a:lnTo>
                  <a:lnTo>
                    <a:pt x="2024" y="9379"/>
                  </a:lnTo>
                  <a:lnTo>
                    <a:pt x="1967" y="9288"/>
                  </a:lnTo>
                  <a:close/>
                  <a:moveTo>
                    <a:pt x="1614" y="9527"/>
                  </a:moveTo>
                  <a:lnTo>
                    <a:pt x="1433" y="9641"/>
                  </a:lnTo>
                  <a:lnTo>
                    <a:pt x="1490" y="9731"/>
                  </a:lnTo>
                  <a:lnTo>
                    <a:pt x="1672" y="9618"/>
                  </a:lnTo>
                  <a:lnTo>
                    <a:pt x="1614" y="9527"/>
                  </a:lnTo>
                  <a:close/>
                  <a:moveTo>
                    <a:pt x="1251" y="9754"/>
                  </a:moveTo>
                  <a:lnTo>
                    <a:pt x="1069" y="9868"/>
                  </a:lnTo>
                  <a:lnTo>
                    <a:pt x="1126" y="9959"/>
                  </a:lnTo>
                  <a:lnTo>
                    <a:pt x="1308" y="9845"/>
                  </a:lnTo>
                  <a:lnTo>
                    <a:pt x="1251" y="9754"/>
                  </a:lnTo>
                  <a:close/>
                  <a:moveTo>
                    <a:pt x="899" y="9993"/>
                  </a:moveTo>
                  <a:lnTo>
                    <a:pt x="717" y="10106"/>
                  </a:lnTo>
                  <a:lnTo>
                    <a:pt x="773" y="10197"/>
                  </a:lnTo>
                  <a:lnTo>
                    <a:pt x="955" y="10073"/>
                  </a:lnTo>
                  <a:lnTo>
                    <a:pt x="899" y="9993"/>
                  </a:lnTo>
                  <a:close/>
                  <a:moveTo>
                    <a:pt x="535" y="10220"/>
                  </a:moveTo>
                  <a:lnTo>
                    <a:pt x="364" y="10334"/>
                  </a:lnTo>
                  <a:lnTo>
                    <a:pt x="421" y="10425"/>
                  </a:lnTo>
                  <a:lnTo>
                    <a:pt x="591" y="10311"/>
                  </a:lnTo>
                  <a:lnTo>
                    <a:pt x="535" y="10220"/>
                  </a:lnTo>
                  <a:close/>
                  <a:moveTo>
                    <a:pt x="182" y="10447"/>
                  </a:moveTo>
                  <a:lnTo>
                    <a:pt x="0" y="10573"/>
                  </a:lnTo>
                  <a:lnTo>
                    <a:pt x="57" y="10664"/>
                  </a:lnTo>
                  <a:lnTo>
                    <a:pt x="239" y="10538"/>
                  </a:lnTo>
                  <a:lnTo>
                    <a:pt x="182" y="1044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8198;p113">
              <a:extLst>
                <a:ext uri="{FF2B5EF4-FFF2-40B4-BE49-F238E27FC236}">
                  <a16:creationId xmlns:a16="http://schemas.microsoft.com/office/drawing/2014/main" id="{FB753B40-36BC-8800-F545-79B4FE9B8BBD}"/>
                </a:ext>
              </a:extLst>
            </p:cNvPr>
            <p:cNvSpPr/>
            <p:nvPr/>
          </p:nvSpPr>
          <p:spPr>
            <a:xfrm>
              <a:off x="3124050" y="3540650"/>
              <a:ext cx="7425" cy="7425"/>
            </a:xfrm>
            <a:custGeom>
              <a:avLst/>
              <a:gdLst/>
              <a:ahLst/>
              <a:cxnLst/>
              <a:rect l="l" t="t" r="r" b="b"/>
              <a:pathLst>
                <a:path w="297" h="297" extrusionOk="0">
                  <a:moveTo>
                    <a:pt x="194" y="1"/>
                  </a:moveTo>
                  <a:lnTo>
                    <a:pt x="1" y="296"/>
                  </a:lnTo>
                  <a:lnTo>
                    <a:pt x="296" y="103"/>
                  </a:lnTo>
                  <a:lnTo>
                    <a:pt x="274" y="69"/>
                  </a:lnTo>
                  <a:lnTo>
                    <a:pt x="285" y="58"/>
                  </a:lnTo>
                  <a:lnTo>
                    <a:pt x="262" y="35"/>
                  </a:lnTo>
                  <a:lnTo>
                    <a:pt x="239" y="12"/>
                  </a:lnTo>
                  <a:lnTo>
                    <a:pt x="228" y="23"/>
                  </a:lnTo>
                  <a:lnTo>
                    <a:pt x="1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8199;p113">
              <a:extLst>
                <a:ext uri="{FF2B5EF4-FFF2-40B4-BE49-F238E27FC236}">
                  <a16:creationId xmlns:a16="http://schemas.microsoft.com/office/drawing/2014/main" id="{FDC1F638-7274-A7AA-C084-1230B10FCAFE}"/>
                </a:ext>
              </a:extLst>
            </p:cNvPr>
            <p:cNvSpPr/>
            <p:nvPr/>
          </p:nvSpPr>
          <p:spPr>
            <a:xfrm>
              <a:off x="3131725" y="2999250"/>
              <a:ext cx="351600" cy="538325"/>
            </a:xfrm>
            <a:custGeom>
              <a:avLst/>
              <a:gdLst/>
              <a:ahLst/>
              <a:cxnLst/>
              <a:rect l="l" t="t" r="r" b="b"/>
              <a:pathLst>
                <a:path w="14064" h="21533" extrusionOk="0">
                  <a:moveTo>
                    <a:pt x="13973" y="0"/>
                  </a:moveTo>
                  <a:lnTo>
                    <a:pt x="13847" y="182"/>
                  </a:lnTo>
                  <a:lnTo>
                    <a:pt x="13938" y="238"/>
                  </a:lnTo>
                  <a:lnTo>
                    <a:pt x="14064" y="68"/>
                  </a:lnTo>
                  <a:lnTo>
                    <a:pt x="13973" y="0"/>
                  </a:lnTo>
                  <a:close/>
                  <a:moveTo>
                    <a:pt x="13733" y="364"/>
                  </a:moveTo>
                  <a:lnTo>
                    <a:pt x="13620" y="534"/>
                  </a:lnTo>
                  <a:lnTo>
                    <a:pt x="13711" y="591"/>
                  </a:lnTo>
                  <a:lnTo>
                    <a:pt x="13824" y="420"/>
                  </a:lnTo>
                  <a:lnTo>
                    <a:pt x="13733" y="364"/>
                  </a:lnTo>
                  <a:close/>
                  <a:moveTo>
                    <a:pt x="13506" y="716"/>
                  </a:moveTo>
                  <a:lnTo>
                    <a:pt x="13392" y="887"/>
                  </a:lnTo>
                  <a:lnTo>
                    <a:pt x="13483" y="955"/>
                  </a:lnTo>
                  <a:lnTo>
                    <a:pt x="13597" y="773"/>
                  </a:lnTo>
                  <a:lnTo>
                    <a:pt x="13506" y="716"/>
                  </a:lnTo>
                  <a:close/>
                  <a:moveTo>
                    <a:pt x="13279" y="1069"/>
                  </a:moveTo>
                  <a:lnTo>
                    <a:pt x="13165" y="1251"/>
                  </a:lnTo>
                  <a:lnTo>
                    <a:pt x="13245" y="1307"/>
                  </a:lnTo>
                  <a:lnTo>
                    <a:pt x="13370" y="1125"/>
                  </a:lnTo>
                  <a:lnTo>
                    <a:pt x="13279" y="1069"/>
                  </a:lnTo>
                  <a:close/>
                  <a:moveTo>
                    <a:pt x="13040" y="1421"/>
                  </a:moveTo>
                  <a:lnTo>
                    <a:pt x="12927" y="1603"/>
                  </a:lnTo>
                  <a:lnTo>
                    <a:pt x="13018" y="1660"/>
                  </a:lnTo>
                  <a:lnTo>
                    <a:pt x="13131" y="1478"/>
                  </a:lnTo>
                  <a:lnTo>
                    <a:pt x="13040" y="1421"/>
                  </a:lnTo>
                  <a:close/>
                  <a:moveTo>
                    <a:pt x="12813" y="1785"/>
                  </a:moveTo>
                  <a:lnTo>
                    <a:pt x="12699" y="1956"/>
                  </a:lnTo>
                  <a:lnTo>
                    <a:pt x="12790" y="2012"/>
                  </a:lnTo>
                  <a:lnTo>
                    <a:pt x="12904" y="1842"/>
                  </a:lnTo>
                  <a:lnTo>
                    <a:pt x="12813" y="1785"/>
                  </a:lnTo>
                  <a:close/>
                  <a:moveTo>
                    <a:pt x="12586" y="2137"/>
                  </a:moveTo>
                  <a:lnTo>
                    <a:pt x="12472" y="2307"/>
                  </a:lnTo>
                  <a:lnTo>
                    <a:pt x="12563" y="2365"/>
                  </a:lnTo>
                  <a:lnTo>
                    <a:pt x="12677" y="2194"/>
                  </a:lnTo>
                  <a:lnTo>
                    <a:pt x="12586" y="2137"/>
                  </a:lnTo>
                  <a:close/>
                  <a:moveTo>
                    <a:pt x="12358" y="2489"/>
                  </a:moveTo>
                  <a:lnTo>
                    <a:pt x="12233" y="2671"/>
                  </a:lnTo>
                  <a:lnTo>
                    <a:pt x="12324" y="2729"/>
                  </a:lnTo>
                  <a:lnTo>
                    <a:pt x="12437" y="2547"/>
                  </a:lnTo>
                  <a:lnTo>
                    <a:pt x="12358" y="2489"/>
                  </a:lnTo>
                  <a:close/>
                  <a:moveTo>
                    <a:pt x="12119" y="2842"/>
                  </a:moveTo>
                  <a:lnTo>
                    <a:pt x="12005" y="3024"/>
                  </a:lnTo>
                  <a:lnTo>
                    <a:pt x="12096" y="3081"/>
                  </a:lnTo>
                  <a:lnTo>
                    <a:pt x="12210" y="2899"/>
                  </a:lnTo>
                  <a:lnTo>
                    <a:pt x="12119" y="2842"/>
                  </a:lnTo>
                  <a:close/>
                  <a:moveTo>
                    <a:pt x="11892" y="3194"/>
                  </a:moveTo>
                  <a:lnTo>
                    <a:pt x="11778" y="3376"/>
                  </a:lnTo>
                  <a:lnTo>
                    <a:pt x="11869" y="3433"/>
                  </a:lnTo>
                  <a:lnTo>
                    <a:pt x="11983" y="3252"/>
                  </a:lnTo>
                  <a:lnTo>
                    <a:pt x="11892" y="3194"/>
                  </a:lnTo>
                  <a:close/>
                  <a:moveTo>
                    <a:pt x="11664" y="3558"/>
                  </a:moveTo>
                  <a:lnTo>
                    <a:pt x="11540" y="3729"/>
                  </a:lnTo>
                  <a:lnTo>
                    <a:pt x="11631" y="3785"/>
                  </a:lnTo>
                  <a:lnTo>
                    <a:pt x="11744" y="3615"/>
                  </a:lnTo>
                  <a:lnTo>
                    <a:pt x="11664" y="3558"/>
                  </a:lnTo>
                  <a:close/>
                  <a:moveTo>
                    <a:pt x="11426" y="3911"/>
                  </a:moveTo>
                  <a:lnTo>
                    <a:pt x="11312" y="4081"/>
                  </a:lnTo>
                  <a:lnTo>
                    <a:pt x="11403" y="4149"/>
                  </a:lnTo>
                  <a:lnTo>
                    <a:pt x="11517" y="3967"/>
                  </a:lnTo>
                  <a:lnTo>
                    <a:pt x="11426" y="3911"/>
                  </a:lnTo>
                  <a:close/>
                  <a:moveTo>
                    <a:pt x="11199" y="4263"/>
                  </a:moveTo>
                  <a:lnTo>
                    <a:pt x="11085" y="4445"/>
                  </a:lnTo>
                  <a:lnTo>
                    <a:pt x="11176" y="4502"/>
                  </a:lnTo>
                  <a:lnTo>
                    <a:pt x="11290" y="4320"/>
                  </a:lnTo>
                  <a:lnTo>
                    <a:pt x="11199" y="4263"/>
                  </a:lnTo>
                  <a:close/>
                  <a:moveTo>
                    <a:pt x="10971" y="4616"/>
                  </a:moveTo>
                  <a:lnTo>
                    <a:pt x="10858" y="4798"/>
                  </a:lnTo>
                  <a:lnTo>
                    <a:pt x="10937" y="4854"/>
                  </a:lnTo>
                  <a:lnTo>
                    <a:pt x="11062" y="4672"/>
                  </a:lnTo>
                  <a:lnTo>
                    <a:pt x="10971" y="4616"/>
                  </a:lnTo>
                  <a:close/>
                  <a:moveTo>
                    <a:pt x="10732" y="4968"/>
                  </a:moveTo>
                  <a:lnTo>
                    <a:pt x="10619" y="5150"/>
                  </a:lnTo>
                  <a:lnTo>
                    <a:pt x="10709" y="5207"/>
                  </a:lnTo>
                  <a:lnTo>
                    <a:pt x="10823" y="5036"/>
                  </a:lnTo>
                  <a:lnTo>
                    <a:pt x="10732" y="4968"/>
                  </a:lnTo>
                  <a:close/>
                  <a:moveTo>
                    <a:pt x="10505" y="5331"/>
                  </a:moveTo>
                  <a:lnTo>
                    <a:pt x="10391" y="5502"/>
                  </a:lnTo>
                  <a:lnTo>
                    <a:pt x="10482" y="5559"/>
                  </a:lnTo>
                  <a:lnTo>
                    <a:pt x="10596" y="5389"/>
                  </a:lnTo>
                  <a:lnTo>
                    <a:pt x="10505" y="5331"/>
                  </a:lnTo>
                  <a:close/>
                  <a:moveTo>
                    <a:pt x="10277" y="5684"/>
                  </a:moveTo>
                  <a:lnTo>
                    <a:pt x="10164" y="5854"/>
                  </a:lnTo>
                  <a:lnTo>
                    <a:pt x="10255" y="5923"/>
                  </a:lnTo>
                  <a:lnTo>
                    <a:pt x="10368" y="5741"/>
                  </a:lnTo>
                  <a:lnTo>
                    <a:pt x="10277" y="5684"/>
                  </a:lnTo>
                  <a:close/>
                  <a:moveTo>
                    <a:pt x="10050" y="6036"/>
                  </a:moveTo>
                  <a:lnTo>
                    <a:pt x="9926" y="6218"/>
                  </a:lnTo>
                  <a:lnTo>
                    <a:pt x="10016" y="6276"/>
                  </a:lnTo>
                  <a:lnTo>
                    <a:pt x="10130" y="6094"/>
                  </a:lnTo>
                  <a:lnTo>
                    <a:pt x="10050" y="6036"/>
                  </a:lnTo>
                  <a:close/>
                  <a:moveTo>
                    <a:pt x="9812" y="6389"/>
                  </a:moveTo>
                  <a:lnTo>
                    <a:pt x="9698" y="6571"/>
                  </a:lnTo>
                  <a:lnTo>
                    <a:pt x="9789" y="6628"/>
                  </a:lnTo>
                  <a:lnTo>
                    <a:pt x="9903" y="6446"/>
                  </a:lnTo>
                  <a:lnTo>
                    <a:pt x="9812" y="6389"/>
                  </a:lnTo>
                  <a:close/>
                  <a:moveTo>
                    <a:pt x="9584" y="6753"/>
                  </a:moveTo>
                  <a:lnTo>
                    <a:pt x="9471" y="6923"/>
                  </a:lnTo>
                  <a:lnTo>
                    <a:pt x="9562" y="6980"/>
                  </a:lnTo>
                  <a:lnTo>
                    <a:pt x="9675" y="6809"/>
                  </a:lnTo>
                  <a:lnTo>
                    <a:pt x="9584" y="6753"/>
                  </a:lnTo>
                  <a:close/>
                  <a:moveTo>
                    <a:pt x="9357" y="7105"/>
                  </a:moveTo>
                  <a:lnTo>
                    <a:pt x="9232" y="7276"/>
                  </a:lnTo>
                  <a:lnTo>
                    <a:pt x="9323" y="7332"/>
                  </a:lnTo>
                  <a:lnTo>
                    <a:pt x="9436" y="7162"/>
                  </a:lnTo>
                  <a:lnTo>
                    <a:pt x="9357" y="7105"/>
                  </a:lnTo>
                  <a:close/>
                  <a:moveTo>
                    <a:pt x="9118" y="7458"/>
                  </a:moveTo>
                  <a:lnTo>
                    <a:pt x="9004" y="7640"/>
                  </a:lnTo>
                  <a:lnTo>
                    <a:pt x="9095" y="7696"/>
                  </a:lnTo>
                  <a:lnTo>
                    <a:pt x="9209" y="7514"/>
                  </a:lnTo>
                  <a:lnTo>
                    <a:pt x="9118" y="7458"/>
                  </a:lnTo>
                  <a:close/>
                  <a:moveTo>
                    <a:pt x="8891" y="7810"/>
                  </a:moveTo>
                  <a:lnTo>
                    <a:pt x="8777" y="7992"/>
                  </a:lnTo>
                  <a:lnTo>
                    <a:pt x="8868" y="8049"/>
                  </a:lnTo>
                  <a:lnTo>
                    <a:pt x="8981" y="7867"/>
                  </a:lnTo>
                  <a:lnTo>
                    <a:pt x="8891" y="7810"/>
                  </a:lnTo>
                  <a:close/>
                  <a:moveTo>
                    <a:pt x="8663" y="8163"/>
                  </a:moveTo>
                  <a:lnTo>
                    <a:pt x="8549" y="8345"/>
                  </a:lnTo>
                  <a:lnTo>
                    <a:pt x="8630" y="8401"/>
                  </a:lnTo>
                  <a:lnTo>
                    <a:pt x="8754" y="8219"/>
                  </a:lnTo>
                  <a:lnTo>
                    <a:pt x="8663" y="8163"/>
                  </a:lnTo>
                  <a:close/>
                  <a:moveTo>
                    <a:pt x="8425" y="8526"/>
                  </a:moveTo>
                  <a:lnTo>
                    <a:pt x="8311" y="8697"/>
                  </a:lnTo>
                  <a:lnTo>
                    <a:pt x="8402" y="8754"/>
                  </a:lnTo>
                  <a:lnTo>
                    <a:pt x="8516" y="8583"/>
                  </a:lnTo>
                  <a:lnTo>
                    <a:pt x="8425" y="8526"/>
                  </a:lnTo>
                  <a:close/>
                  <a:moveTo>
                    <a:pt x="8197" y="8878"/>
                  </a:moveTo>
                  <a:lnTo>
                    <a:pt x="8084" y="9049"/>
                  </a:lnTo>
                  <a:lnTo>
                    <a:pt x="8175" y="9118"/>
                  </a:lnTo>
                  <a:lnTo>
                    <a:pt x="8288" y="8936"/>
                  </a:lnTo>
                  <a:lnTo>
                    <a:pt x="8197" y="8878"/>
                  </a:lnTo>
                  <a:close/>
                  <a:moveTo>
                    <a:pt x="7970" y="9231"/>
                  </a:moveTo>
                  <a:lnTo>
                    <a:pt x="7856" y="9413"/>
                  </a:lnTo>
                  <a:lnTo>
                    <a:pt x="7947" y="9470"/>
                  </a:lnTo>
                  <a:lnTo>
                    <a:pt x="8061" y="9288"/>
                  </a:lnTo>
                  <a:lnTo>
                    <a:pt x="7970" y="9231"/>
                  </a:lnTo>
                  <a:close/>
                  <a:moveTo>
                    <a:pt x="7743" y="9583"/>
                  </a:moveTo>
                  <a:lnTo>
                    <a:pt x="7617" y="9765"/>
                  </a:lnTo>
                  <a:lnTo>
                    <a:pt x="7708" y="9822"/>
                  </a:lnTo>
                  <a:lnTo>
                    <a:pt x="7822" y="9641"/>
                  </a:lnTo>
                  <a:lnTo>
                    <a:pt x="7743" y="9583"/>
                  </a:lnTo>
                  <a:close/>
                  <a:moveTo>
                    <a:pt x="7504" y="9936"/>
                  </a:moveTo>
                  <a:lnTo>
                    <a:pt x="7390" y="10118"/>
                  </a:lnTo>
                  <a:lnTo>
                    <a:pt x="7481" y="10174"/>
                  </a:lnTo>
                  <a:lnTo>
                    <a:pt x="7595" y="10004"/>
                  </a:lnTo>
                  <a:lnTo>
                    <a:pt x="7504" y="9936"/>
                  </a:lnTo>
                  <a:close/>
                  <a:moveTo>
                    <a:pt x="7276" y="10300"/>
                  </a:moveTo>
                  <a:lnTo>
                    <a:pt x="7163" y="10470"/>
                  </a:lnTo>
                  <a:lnTo>
                    <a:pt x="7253" y="10527"/>
                  </a:lnTo>
                  <a:lnTo>
                    <a:pt x="7367" y="10356"/>
                  </a:lnTo>
                  <a:lnTo>
                    <a:pt x="7276" y="10300"/>
                  </a:lnTo>
                  <a:close/>
                  <a:moveTo>
                    <a:pt x="7049" y="10652"/>
                  </a:moveTo>
                  <a:lnTo>
                    <a:pt x="6924" y="10823"/>
                  </a:lnTo>
                  <a:lnTo>
                    <a:pt x="7015" y="10891"/>
                  </a:lnTo>
                  <a:lnTo>
                    <a:pt x="7129" y="10709"/>
                  </a:lnTo>
                  <a:lnTo>
                    <a:pt x="7049" y="10652"/>
                  </a:lnTo>
                  <a:close/>
                  <a:moveTo>
                    <a:pt x="6811" y="11005"/>
                  </a:moveTo>
                  <a:lnTo>
                    <a:pt x="6697" y="11187"/>
                  </a:lnTo>
                  <a:lnTo>
                    <a:pt x="6788" y="11243"/>
                  </a:lnTo>
                  <a:lnTo>
                    <a:pt x="6901" y="11061"/>
                  </a:lnTo>
                  <a:lnTo>
                    <a:pt x="6811" y="11005"/>
                  </a:lnTo>
                  <a:close/>
                  <a:moveTo>
                    <a:pt x="6583" y="11357"/>
                  </a:moveTo>
                  <a:lnTo>
                    <a:pt x="6469" y="11539"/>
                  </a:lnTo>
                  <a:lnTo>
                    <a:pt x="6560" y="11596"/>
                  </a:lnTo>
                  <a:lnTo>
                    <a:pt x="6674" y="11414"/>
                  </a:lnTo>
                  <a:lnTo>
                    <a:pt x="6583" y="11357"/>
                  </a:lnTo>
                  <a:close/>
                  <a:moveTo>
                    <a:pt x="6356" y="11721"/>
                  </a:moveTo>
                  <a:lnTo>
                    <a:pt x="6242" y="11892"/>
                  </a:lnTo>
                  <a:lnTo>
                    <a:pt x="6321" y="11948"/>
                  </a:lnTo>
                  <a:lnTo>
                    <a:pt x="6447" y="11778"/>
                  </a:lnTo>
                  <a:lnTo>
                    <a:pt x="6356" y="11721"/>
                  </a:lnTo>
                  <a:close/>
                  <a:moveTo>
                    <a:pt x="6117" y="12073"/>
                  </a:moveTo>
                  <a:lnTo>
                    <a:pt x="6003" y="12244"/>
                  </a:lnTo>
                  <a:lnTo>
                    <a:pt x="6094" y="12301"/>
                  </a:lnTo>
                  <a:lnTo>
                    <a:pt x="6208" y="12130"/>
                  </a:lnTo>
                  <a:lnTo>
                    <a:pt x="6117" y="12073"/>
                  </a:lnTo>
                  <a:close/>
                  <a:moveTo>
                    <a:pt x="5889" y="12425"/>
                  </a:moveTo>
                  <a:lnTo>
                    <a:pt x="5776" y="12607"/>
                  </a:lnTo>
                  <a:lnTo>
                    <a:pt x="5867" y="12665"/>
                  </a:lnTo>
                  <a:lnTo>
                    <a:pt x="5980" y="12483"/>
                  </a:lnTo>
                  <a:lnTo>
                    <a:pt x="5889" y="12425"/>
                  </a:lnTo>
                  <a:close/>
                  <a:moveTo>
                    <a:pt x="5662" y="12778"/>
                  </a:moveTo>
                  <a:lnTo>
                    <a:pt x="5548" y="12960"/>
                  </a:lnTo>
                  <a:lnTo>
                    <a:pt x="5639" y="13017"/>
                  </a:lnTo>
                  <a:lnTo>
                    <a:pt x="5753" y="12835"/>
                  </a:lnTo>
                  <a:lnTo>
                    <a:pt x="5662" y="12778"/>
                  </a:lnTo>
                  <a:close/>
                  <a:moveTo>
                    <a:pt x="5424" y="13130"/>
                  </a:moveTo>
                  <a:lnTo>
                    <a:pt x="5310" y="13312"/>
                  </a:lnTo>
                  <a:lnTo>
                    <a:pt x="5401" y="13369"/>
                  </a:lnTo>
                  <a:lnTo>
                    <a:pt x="5515" y="13198"/>
                  </a:lnTo>
                  <a:lnTo>
                    <a:pt x="5424" y="13130"/>
                  </a:lnTo>
                  <a:close/>
                  <a:moveTo>
                    <a:pt x="5196" y="13494"/>
                  </a:moveTo>
                  <a:lnTo>
                    <a:pt x="5083" y="13665"/>
                  </a:lnTo>
                  <a:lnTo>
                    <a:pt x="5173" y="13721"/>
                  </a:lnTo>
                  <a:lnTo>
                    <a:pt x="5287" y="13551"/>
                  </a:lnTo>
                  <a:lnTo>
                    <a:pt x="5196" y="13494"/>
                  </a:lnTo>
                  <a:close/>
                  <a:moveTo>
                    <a:pt x="4969" y="13847"/>
                  </a:moveTo>
                  <a:lnTo>
                    <a:pt x="4855" y="14017"/>
                  </a:lnTo>
                  <a:lnTo>
                    <a:pt x="4946" y="14085"/>
                  </a:lnTo>
                  <a:lnTo>
                    <a:pt x="5060" y="13903"/>
                  </a:lnTo>
                  <a:lnTo>
                    <a:pt x="4969" y="13847"/>
                  </a:lnTo>
                  <a:close/>
                  <a:moveTo>
                    <a:pt x="4741" y="14199"/>
                  </a:moveTo>
                  <a:lnTo>
                    <a:pt x="4616" y="14381"/>
                  </a:lnTo>
                  <a:lnTo>
                    <a:pt x="4707" y="14438"/>
                  </a:lnTo>
                  <a:lnTo>
                    <a:pt x="4821" y="14256"/>
                  </a:lnTo>
                  <a:lnTo>
                    <a:pt x="4741" y="14199"/>
                  </a:lnTo>
                  <a:close/>
                  <a:moveTo>
                    <a:pt x="4502" y="14552"/>
                  </a:moveTo>
                  <a:lnTo>
                    <a:pt x="4389" y="14734"/>
                  </a:lnTo>
                  <a:lnTo>
                    <a:pt x="4480" y="14790"/>
                  </a:lnTo>
                  <a:lnTo>
                    <a:pt x="4593" y="14608"/>
                  </a:lnTo>
                  <a:lnTo>
                    <a:pt x="4502" y="14552"/>
                  </a:lnTo>
                  <a:close/>
                  <a:moveTo>
                    <a:pt x="4275" y="14904"/>
                  </a:moveTo>
                  <a:lnTo>
                    <a:pt x="4161" y="15086"/>
                  </a:lnTo>
                  <a:lnTo>
                    <a:pt x="4252" y="15143"/>
                  </a:lnTo>
                  <a:lnTo>
                    <a:pt x="4366" y="14972"/>
                  </a:lnTo>
                  <a:lnTo>
                    <a:pt x="4275" y="14904"/>
                  </a:lnTo>
                  <a:close/>
                  <a:moveTo>
                    <a:pt x="4048" y="15268"/>
                  </a:moveTo>
                  <a:lnTo>
                    <a:pt x="3934" y="15439"/>
                  </a:lnTo>
                  <a:lnTo>
                    <a:pt x="4014" y="15495"/>
                  </a:lnTo>
                  <a:lnTo>
                    <a:pt x="4139" y="15325"/>
                  </a:lnTo>
                  <a:lnTo>
                    <a:pt x="4048" y="15268"/>
                  </a:lnTo>
                  <a:close/>
                  <a:moveTo>
                    <a:pt x="3809" y="15620"/>
                  </a:moveTo>
                  <a:lnTo>
                    <a:pt x="3696" y="15790"/>
                  </a:lnTo>
                  <a:lnTo>
                    <a:pt x="3787" y="15859"/>
                  </a:lnTo>
                  <a:lnTo>
                    <a:pt x="3900" y="15677"/>
                  </a:lnTo>
                  <a:lnTo>
                    <a:pt x="3809" y="15620"/>
                  </a:lnTo>
                  <a:close/>
                  <a:moveTo>
                    <a:pt x="3582" y="15972"/>
                  </a:moveTo>
                  <a:lnTo>
                    <a:pt x="3468" y="16154"/>
                  </a:lnTo>
                  <a:lnTo>
                    <a:pt x="3559" y="16212"/>
                  </a:lnTo>
                  <a:lnTo>
                    <a:pt x="3673" y="16030"/>
                  </a:lnTo>
                  <a:lnTo>
                    <a:pt x="3582" y="15972"/>
                  </a:lnTo>
                  <a:close/>
                  <a:moveTo>
                    <a:pt x="3355" y="16325"/>
                  </a:moveTo>
                  <a:lnTo>
                    <a:pt x="3241" y="16507"/>
                  </a:lnTo>
                  <a:lnTo>
                    <a:pt x="3320" y="16564"/>
                  </a:lnTo>
                  <a:lnTo>
                    <a:pt x="3445" y="16382"/>
                  </a:lnTo>
                  <a:lnTo>
                    <a:pt x="3355" y="16325"/>
                  </a:lnTo>
                  <a:close/>
                  <a:moveTo>
                    <a:pt x="3115" y="16689"/>
                  </a:moveTo>
                  <a:lnTo>
                    <a:pt x="3002" y="16859"/>
                  </a:lnTo>
                  <a:lnTo>
                    <a:pt x="3093" y="16916"/>
                  </a:lnTo>
                  <a:lnTo>
                    <a:pt x="3206" y="16745"/>
                  </a:lnTo>
                  <a:lnTo>
                    <a:pt x="3115" y="16689"/>
                  </a:lnTo>
                  <a:close/>
                  <a:moveTo>
                    <a:pt x="2888" y="17041"/>
                  </a:moveTo>
                  <a:lnTo>
                    <a:pt x="2774" y="17212"/>
                  </a:lnTo>
                  <a:lnTo>
                    <a:pt x="2865" y="17268"/>
                  </a:lnTo>
                  <a:lnTo>
                    <a:pt x="2979" y="17098"/>
                  </a:lnTo>
                  <a:lnTo>
                    <a:pt x="2888" y="17041"/>
                  </a:lnTo>
                  <a:close/>
                  <a:moveTo>
                    <a:pt x="2661" y="17394"/>
                  </a:moveTo>
                  <a:lnTo>
                    <a:pt x="2547" y="17576"/>
                  </a:lnTo>
                  <a:lnTo>
                    <a:pt x="2638" y="17632"/>
                  </a:lnTo>
                  <a:lnTo>
                    <a:pt x="2752" y="17450"/>
                  </a:lnTo>
                  <a:lnTo>
                    <a:pt x="2661" y="17394"/>
                  </a:lnTo>
                  <a:close/>
                  <a:moveTo>
                    <a:pt x="2433" y="17746"/>
                  </a:moveTo>
                  <a:lnTo>
                    <a:pt x="2309" y="17928"/>
                  </a:lnTo>
                  <a:lnTo>
                    <a:pt x="2400" y="17985"/>
                  </a:lnTo>
                  <a:lnTo>
                    <a:pt x="2513" y="17803"/>
                  </a:lnTo>
                  <a:lnTo>
                    <a:pt x="2433" y="17746"/>
                  </a:lnTo>
                  <a:close/>
                  <a:moveTo>
                    <a:pt x="2195" y="18099"/>
                  </a:moveTo>
                  <a:lnTo>
                    <a:pt x="2081" y="18281"/>
                  </a:lnTo>
                  <a:lnTo>
                    <a:pt x="2172" y="18337"/>
                  </a:lnTo>
                  <a:lnTo>
                    <a:pt x="2286" y="18167"/>
                  </a:lnTo>
                  <a:lnTo>
                    <a:pt x="2195" y="18099"/>
                  </a:lnTo>
                  <a:close/>
                  <a:moveTo>
                    <a:pt x="1968" y="18463"/>
                  </a:moveTo>
                  <a:lnTo>
                    <a:pt x="1854" y="18633"/>
                  </a:lnTo>
                  <a:lnTo>
                    <a:pt x="1945" y="18690"/>
                  </a:lnTo>
                  <a:lnTo>
                    <a:pt x="2059" y="18519"/>
                  </a:lnTo>
                  <a:lnTo>
                    <a:pt x="1968" y="18463"/>
                  </a:lnTo>
                  <a:close/>
                  <a:moveTo>
                    <a:pt x="1740" y="18815"/>
                  </a:moveTo>
                  <a:lnTo>
                    <a:pt x="1627" y="18985"/>
                  </a:lnTo>
                  <a:lnTo>
                    <a:pt x="1706" y="19054"/>
                  </a:lnTo>
                  <a:lnTo>
                    <a:pt x="1831" y="18872"/>
                  </a:lnTo>
                  <a:lnTo>
                    <a:pt x="1740" y="18815"/>
                  </a:lnTo>
                  <a:close/>
                  <a:moveTo>
                    <a:pt x="1501" y="19167"/>
                  </a:moveTo>
                  <a:lnTo>
                    <a:pt x="1387" y="19349"/>
                  </a:lnTo>
                  <a:lnTo>
                    <a:pt x="1478" y="19406"/>
                  </a:lnTo>
                  <a:lnTo>
                    <a:pt x="1592" y="19224"/>
                  </a:lnTo>
                  <a:lnTo>
                    <a:pt x="1501" y="19167"/>
                  </a:lnTo>
                  <a:close/>
                  <a:moveTo>
                    <a:pt x="1274" y="19519"/>
                  </a:moveTo>
                  <a:lnTo>
                    <a:pt x="1160" y="19701"/>
                  </a:lnTo>
                  <a:lnTo>
                    <a:pt x="1251" y="19759"/>
                  </a:lnTo>
                  <a:lnTo>
                    <a:pt x="1365" y="19577"/>
                  </a:lnTo>
                  <a:lnTo>
                    <a:pt x="1274" y="19519"/>
                  </a:lnTo>
                  <a:close/>
                  <a:moveTo>
                    <a:pt x="1046" y="19872"/>
                  </a:moveTo>
                  <a:lnTo>
                    <a:pt x="933" y="20054"/>
                  </a:lnTo>
                  <a:lnTo>
                    <a:pt x="1013" y="20111"/>
                  </a:lnTo>
                  <a:lnTo>
                    <a:pt x="1137" y="19940"/>
                  </a:lnTo>
                  <a:lnTo>
                    <a:pt x="1046" y="19872"/>
                  </a:lnTo>
                  <a:close/>
                  <a:moveTo>
                    <a:pt x="808" y="20236"/>
                  </a:moveTo>
                  <a:lnTo>
                    <a:pt x="694" y="20406"/>
                  </a:lnTo>
                  <a:lnTo>
                    <a:pt x="785" y="20463"/>
                  </a:lnTo>
                  <a:lnTo>
                    <a:pt x="899" y="20292"/>
                  </a:lnTo>
                  <a:lnTo>
                    <a:pt x="808" y="20236"/>
                  </a:lnTo>
                  <a:close/>
                  <a:moveTo>
                    <a:pt x="581" y="20588"/>
                  </a:moveTo>
                  <a:lnTo>
                    <a:pt x="467" y="20770"/>
                  </a:lnTo>
                  <a:lnTo>
                    <a:pt x="558" y="20827"/>
                  </a:lnTo>
                  <a:lnTo>
                    <a:pt x="672" y="20645"/>
                  </a:lnTo>
                  <a:lnTo>
                    <a:pt x="581" y="20588"/>
                  </a:lnTo>
                  <a:close/>
                  <a:moveTo>
                    <a:pt x="353" y="20941"/>
                  </a:moveTo>
                  <a:lnTo>
                    <a:pt x="240" y="21123"/>
                  </a:lnTo>
                  <a:lnTo>
                    <a:pt x="331" y="21179"/>
                  </a:lnTo>
                  <a:lnTo>
                    <a:pt x="444" y="20997"/>
                  </a:lnTo>
                  <a:lnTo>
                    <a:pt x="353" y="20941"/>
                  </a:lnTo>
                  <a:close/>
                  <a:moveTo>
                    <a:pt x="126" y="21293"/>
                  </a:moveTo>
                  <a:lnTo>
                    <a:pt x="0" y="21475"/>
                  </a:lnTo>
                  <a:lnTo>
                    <a:pt x="91" y="21532"/>
                  </a:lnTo>
                  <a:lnTo>
                    <a:pt x="205" y="21350"/>
                  </a:lnTo>
                  <a:lnTo>
                    <a:pt x="126" y="2129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8200;p113">
              <a:extLst>
                <a:ext uri="{FF2B5EF4-FFF2-40B4-BE49-F238E27FC236}">
                  <a16:creationId xmlns:a16="http://schemas.microsoft.com/office/drawing/2014/main" id="{8ECFD672-B058-91B8-97CE-87117F2F9CFD}"/>
                </a:ext>
              </a:extLst>
            </p:cNvPr>
            <p:cNvSpPr/>
            <p:nvPr/>
          </p:nvSpPr>
          <p:spPr>
            <a:xfrm>
              <a:off x="3483875" y="2992700"/>
              <a:ext cx="3700" cy="3725"/>
            </a:xfrm>
            <a:custGeom>
              <a:avLst/>
              <a:gdLst/>
              <a:ahLst/>
              <a:cxnLst/>
              <a:rect l="l" t="t" r="r" b="b"/>
              <a:pathLst>
                <a:path w="148" h="149" extrusionOk="0">
                  <a:moveTo>
                    <a:pt x="57" y="0"/>
                  </a:moveTo>
                  <a:lnTo>
                    <a:pt x="0" y="91"/>
                  </a:lnTo>
                  <a:lnTo>
                    <a:pt x="91" y="148"/>
                  </a:lnTo>
                  <a:lnTo>
                    <a:pt x="148" y="58"/>
                  </a:lnTo>
                  <a:lnTo>
                    <a:pt x="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8201;p113">
              <a:extLst>
                <a:ext uri="{FF2B5EF4-FFF2-40B4-BE49-F238E27FC236}">
                  <a16:creationId xmlns:a16="http://schemas.microsoft.com/office/drawing/2014/main" id="{B4038ECC-BA3C-FE70-2845-382C1992F3D2}"/>
                </a:ext>
              </a:extLst>
            </p:cNvPr>
            <p:cNvSpPr/>
            <p:nvPr/>
          </p:nvSpPr>
          <p:spPr>
            <a:xfrm>
              <a:off x="3127175" y="2910575"/>
              <a:ext cx="2875" cy="2850"/>
            </a:xfrm>
            <a:custGeom>
              <a:avLst/>
              <a:gdLst/>
              <a:ahLst/>
              <a:cxnLst/>
              <a:rect l="l" t="t" r="r" b="b"/>
              <a:pathLst>
                <a:path w="115" h="114" extrusionOk="0">
                  <a:moveTo>
                    <a:pt x="0" y="0"/>
                  </a:moveTo>
                  <a:lnTo>
                    <a:pt x="0" y="114"/>
                  </a:lnTo>
                  <a:lnTo>
                    <a:pt x="114" y="114"/>
                  </a:lnTo>
                  <a:lnTo>
                    <a:pt x="1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8202;p113">
              <a:extLst>
                <a:ext uri="{FF2B5EF4-FFF2-40B4-BE49-F238E27FC236}">
                  <a16:creationId xmlns:a16="http://schemas.microsoft.com/office/drawing/2014/main" id="{F923FAE7-C965-9775-A931-0FF221DE26BE}"/>
                </a:ext>
              </a:extLst>
            </p:cNvPr>
            <p:cNvSpPr/>
            <p:nvPr/>
          </p:nvSpPr>
          <p:spPr>
            <a:xfrm>
              <a:off x="3127175" y="2918800"/>
              <a:ext cx="2875" cy="616750"/>
            </a:xfrm>
            <a:custGeom>
              <a:avLst/>
              <a:gdLst/>
              <a:ahLst/>
              <a:cxnLst/>
              <a:rect l="l" t="t" r="r" b="b"/>
              <a:pathLst>
                <a:path w="115" h="24670" extrusionOk="0">
                  <a:moveTo>
                    <a:pt x="0" y="0"/>
                  </a:moveTo>
                  <a:lnTo>
                    <a:pt x="0" y="217"/>
                  </a:lnTo>
                  <a:lnTo>
                    <a:pt x="114" y="217"/>
                  </a:lnTo>
                  <a:lnTo>
                    <a:pt x="114" y="0"/>
                  </a:lnTo>
                  <a:close/>
                  <a:moveTo>
                    <a:pt x="0" y="421"/>
                  </a:moveTo>
                  <a:lnTo>
                    <a:pt x="0" y="637"/>
                  </a:lnTo>
                  <a:lnTo>
                    <a:pt x="114" y="637"/>
                  </a:lnTo>
                  <a:lnTo>
                    <a:pt x="114" y="421"/>
                  </a:lnTo>
                  <a:close/>
                  <a:moveTo>
                    <a:pt x="0" y="854"/>
                  </a:moveTo>
                  <a:lnTo>
                    <a:pt x="0" y="1069"/>
                  </a:lnTo>
                  <a:lnTo>
                    <a:pt x="114" y="1069"/>
                  </a:lnTo>
                  <a:lnTo>
                    <a:pt x="114" y="854"/>
                  </a:lnTo>
                  <a:close/>
                  <a:moveTo>
                    <a:pt x="0" y="1286"/>
                  </a:moveTo>
                  <a:lnTo>
                    <a:pt x="0" y="1501"/>
                  </a:lnTo>
                  <a:lnTo>
                    <a:pt x="114" y="1501"/>
                  </a:lnTo>
                  <a:lnTo>
                    <a:pt x="114" y="1286"/>
                  </a:lnTo>
                  <a:close/>
                  <a:moveTo>
                    <a:pt x="0" y="1718"/>
                  </a:moveTo>
                  <a:lnTo>
                    <a:pt x="0" y="1933"/>
                  </a:lnTo>
                  <a:lnTo>
                    <a:pt x="114" y="1933"/>
                  </a:lnTo>
                  <a:lnTo>
                    <a:pt x="114" y="1718"/>
                  </a:lnTo>
                  <a:close/>
                  <a:moveTo>
                    <a:pt x="0" y="2138"/>
                  </a:moveTo>
                  <a:lnTo>
                    <a:pt x="0" y="2354"/>
                  </a:lnTo>
                  <a:lnTo>
                    <a:pt x="114" y="2354"/>
                  </a:lnTo>
                  <a:lnTo>
                    <a:pt x="114" y="2138"/>
                  </a:lnTo>
                  <a:close/>
                  <a:moveTo>
                    <a:pt x="0" y="2570"/>
                  </a:moveTo>
                  <a:lnTo>
                    <a:pt x="0" y="2786"/>
                  </a:lnTo>
                  <a:lnTo>
                    <a:pt x="114" y="2786"/>
                  </a:lnTo>
                  <a:lnTo>
                    <a:pt x="114" y="2570"/>
                  </a:lnTo>
                  <a:close/>
                  <a:moveTo>
                    <a:pt x="0" y="3002"/>
                  </a:moveTo>
                  <a:lnTo>
                    <a:pt x="0" y="3218"/>
                  </a:lnTo>
                  <a:lnTo>
                    <a:pt x="114" y="3218"/>
                  </a:lnTo>
                  <a:lnTo>
                    <a:pt x="114" y="3002"/>
                  </a:lnTo>
                  <a:close/>
                  <a:moveTo>
                    <a:pt x="0" y="3434"/>
                  </a:moveTo>
                  <a:lnTo>
                    <a:pt x="0" y="3650"/>
                  </a:lnTo>
                  <a:lnTo>
                    <a:pt x="114" y="3650"/>
                  </a:lnTo>
                  <a:lnTo>
                    <a:pt x="114" y="3434"/>
                  </a:lnTo>
                  <a:close/>
                  <a:moveTo>
                    <a:pt x="0" y="3855"/>
                  </a:moveTo>
                  <a:lnTo>
                    <a:pt x="0" y="4070"/>
                  </a:lnTo>
                  <a:lnTo>
                    <a:pt x="114" y="4070"/>
                  </a:lnTo>
                  <a:lnTo>
                    <a:pt x="114" y="3855"/>
                  </a:lnTo>
                  <a:close/>
                  <a:moveTo>
                    <a:pt x="0" y="4287"/>
                  </a:moveTo>
                  <a:lnTo>
                    <a:pt x="0" y="4502"/>
                  </a:lnTo>
                  <a:lnTo>
                    <a:pt x="114" y="4502"/>
                  </a:lnTo>
                  <a:lnTo>
                    <a:pt x="114" y="4287"/>
                  </a:lnTo>
                  <a:close/>
                  <a:moveTo>
                    <a:pt x="0" y="4719"/>
                  </a:moveTo>
                  <a:lnTo>
                    <a:pt x="0" y="4934"/>
                  </a:lnTo>
                  <a:lnTo>
                    <a:pt x="114" y="4934"/>
                  </a:lnTo>
                  <a:lnTo>
                    <a:pt x="114" y="4719"/>
                  </a:lnTo>
                  <a:close/>
                  <a:moveTo>
                    <a:pt x="0" y="5151"/>
                  </a:moveTo>
                  <a:lnTo>
                    <a:pt x="0" y="5355"/>
                  </a:lnTo>
                  <a:lnTo>
                    <a:pt x="114" y="5355"/>
                  </a:lnTo>
                  <a:lnTo>
                    <a:pt x="114" y="5151"/>
                  </a:lnTo>
                  <a:close/>
                  <a:moveTo>
                    <a:pt x="0" y="5571"/>
                  </a:moveTo>
                  <a:lnTo>
                    <a:pt x="0" y="5787"/>
                  </a:lnTo>
                  <a:lnTo>
                    <a:pt x="114" y="5787"/>
                  </a:lnTo>
                  <a:lnTo>
                    <a:pt x="114" y="5571"/>
                  </a:lnTo>
                  <a:close/>
                  <a:moveTo>
                    <a:pt x="0" y="6003"/>
                  </a:moveTo>
                  <a:lnTo>
                    <a:pt x="0" y="6219"/>
                  </a:lnTo>
                  <a:lnTo>
                    <a:pt x="114" y="6219"/>
                  </a:lnTo>
                  <a:lnTo>
                    <a:pt x="114" y="6003"/>
                  </a:lnTo>
                  <a:close/>
                  <a:moveTo>
                    <a:pt x="0" y="6435"/>
                  </a:moveTo>
                  <a:lnTo>
                    <a:pt x="0" y="6651"/>
                  </a:lnTo>
                  <a:lnTo>
                    <a:pt x="114" y="6651"/>
                  </a:lnTo>
                  <a:lnTo>
                    <a:pt x="114" y="6435"/>
                  </a:lnTo>
                  <a:close/>
                  <a:moveTo>
                    <a:pt x="0" y="6867"/>
                  </a:moveTo>
                  <a:lnTo>
                    <a:pt x="0" y="7072"/>
                  </a:lnTo>
                  <a:lnTo>
                    <a:pt x="114" y="7072"/>
                  </a:lnTo>
                  <a:lnTo>
                    <a:pt x="114" y="6867"/>
                  </a:lnTo>
                  <a:close/>
                  <a:moveTo>
                    <a:pt x="0" y="7288"/>
                  </a:moveTo>
                  <a:lnTo>
                    <a:pt x="0" y="7504"/>
                  </a:lnTo>
                  <a:lnTo>
                    <a:pt x="114" y="7504"/>
                  </a:lnTo>
                  <a:lnTo>
                    <a:pt x="114" y="7288"/>
                  </a:lnTo>
                  <a:close/>
                  <a:moveTo>
                    <a:pt x="0" y="7720"/>
                  </a:moveTo>
                  <a:lnTo>
                    <a:pt x="0" y="7936"/>
                  </a:lnTo>
                  <a:lnTo>
                    <a:pt x="114" y="7936"/>
                  </a:lnTo>
                  <a:lnTo>
                    <a:pt x="114" y="7720"/>
                  </a:lnTo>
                  <a:close/>
                  <a:moveTo>
                    <a:pt x="0" y="8152"/>
                  </a:moveTo>
                  <a:lnTo>
                    <a:pt x="0" y="8368"/>
                  </a:lnTo>
                  <a:lnTo>
                    <a:pt x="114" y="8368"/>
                  </a:lnTo>
                  <a:lnTo>
                    <a:pt x="114" y="8152"/>
                  </a:lnTo>
                  <a:close/>
                  <a:moveTo>
                    <a:pt x="0" y="8584"/>
                  </a:moveTo>
                  <a:lnTo>
                    <a:pt x="0" y="8789"/>
                  </a:lnTo>
                  <a:lnTo>
                    <a:pt x="114" y="8789"/>
                  </a:lnTo>
                  <a:lnTo>
                    <a:pt x="114" y="8584"/>
                  </a:lnTo>
                  <a:close/>
                  <a:moveTo>
                    <a:pt x="0" y="9004"/>
                  </a:moveTo>
                  <a:lnTo>
                    <a:pt x="0" y="9221"/>
                  </a:lnTo>
                  <a:lnTo>
                    <a:pt x="114" y="9221"/>
                  </a:lnTo>
                  <a:lnTo>
                    <a:pt x="114" y="9004"/>
                  </a:lnTo>
                  <a:close/>
                  <a:moveTo>
                    <a:pt x="0" y="9436"/>
                  </a:moveTo>
                  <a:lnTo>
                    <a:pt x="0" y="9653"/>
                  </a:lnTo>
                  <a:lnTo>
                    <a:pt x="114" y="9653"/>
                  </a:lnTo>
                  <a:lnTo>
                    <a:pt x="114" y="9436"/>
                  </a:lnTo>
                  <a:close/>
                  <a:moveTo>
                    <a:pt x="0" y="9868"/>
                  </a:moveTo>
                  <a:lnTo>
                    <a:pt x="0" y="10085"/>
                  </a:lnTo>
                  <a:lnTo>
                    <a:pt x="114" y="10085"/>
                  </a:lnTo>
                  <a:lnTo>
                    <a:pt x="114" y="9868"/>
                  </a:lnTo>
                  <a:close/>
                  <a:moveTo>
                    <a:pt x="0" y="10289"/>
                  </a:moveTo>
                  <a:lnTo>
                    <a:pt x="0" y="10505"/>
                  </a:lnTo>
                  <a:lnTo>
                    <a:pt x="114" y="10505"/>
                  </a:lnTo>
                  <a:lnTo>
                    <a:pt x="114" y="10289"/>
                  </a:lnTo>
                  <a:close/>
                  <a:moveTo>
                    <a:pt x="0" y="10721"/>
                  </a:moveTo>
                  <a:lnTo>
                    <a:pt x="0" y="10937"/>
                  </a:lnTo>
                  <a:lnTo>
                    <a:pt x="114" y="10937"/>
                  </a:lnTo>
                  <a:lnTo>
                    <a:pt x="114" y="10721"/>
                  </a:lnTo>
                  <a:close/>
                  <a:moveTo>
                    <a:pt x="0" y="11153"/>
                  </a:moveTo>
                  <a:lnTo>
                    <a:pt x="0" y="11369"/>
                  </a:lnTo>
                  <a:lnTo>
                    <a:pt x="114" y="11369"/>
                  </a:lnTo>
                  <a:lnTo>
                    <a:pt x="114" y="11153"/>
                  </a:lnTo>
                  <a:close/>
                  <a:moveTo>
                    <a:pt x="0" y="11585"/>
                  </a:moveTo>
                  <a:lnTo>
                    <a:pt x="0" y="11801"/>
                  </a:lnTo>
                  <a:lnTo>
                    <a:pt x="114" y="11801"/>
                  </a:lnTo>
                  <a:lnTo>
                    <a:pt x="114" y="11585"/>
                  </a:lnTo>
                  <a:close/>
                  <a:moveTo>
                    <a:pt x="0" y="12006"/>
                  </a:moveTo>
                  <a:lnTo>
                    <a:pt x="0" y="12222"/>
                  </a:lnTo>
                  <a:lnTo>
                    <a:pt x="114" y="12222"/>
                  </a:lnTo>
                  <a:lnTo>
                    <a:pt x="114" y="12006"/>
                  </a:lnTo>
                  <a:close/>
                  <a:moveTo>
                    <a:pt x="0" y="12438"/>
                  </a:moveTo>
                  <a:lnTo>
                    <a:pt x="0" y="12654"/>
                  </a:lnTo>
                  <a:lnTo>
                    <a:pt x="114" y="12654"/>
                  </a:lnTo>
                  <a:lnTo>
                    <a:pt x="114" y="12438"/>
                  </a:lnTo>
                  <a:close/>
                  <a:moveTo>
                    <a:pt x="0" y="12870"/>
                  </a:moveTo>
                  <a:lnTo>
                    <a:pt x="0" y="13086"/>
                  </a:lnTo>
                  <a:lnTo>
                    <a:pt x="114" y="13086"/>
                  </a:lnTo>
                  <a:lnTo>
                    <a:pt x="114" y="12870"/>
                  </a:lnTo>
                  <a:close/>
                  <a:moveTo>
                    <a:pt x="0" y="13302"/>
                  </a:moveTo>
                  <a:lnTo>
                    <a:pt x="0" y="13506"/>
                  </a:lnTo>
                  <a:lnTo>
                    <a:pt x="114" y="13506"/>
                  </a:lnTo>
                  <a:lnTo>
                    <a:pt x="114" y="13302"/>
                  </a:lnTo>
                  <a:close/>
                  <a:moveTo>
                    <a:pt x="0" y="13723"/>
                  </a:moveTo>
                  <a:lnTo>
                    <a:pt x="0" y="13938"/>
                  </a:lnTo>
                  <a:lnTo>
                    <a:pt x="114" y="13938"/>
                  </a:lnTo>
                  <a:lnTo>
                    <a:pt x="114" y="13723"/>
                  </a:lnTo>
                  <a:close/>
                  <a:moveTo>
                    <a:pt x="0" y="14155"/>
                  </a:moveTo>
                  <a:lnTo>
                    <a:pt x="0" y="14370"/>
                  </a:lnTo>
                  <a:lnTo>
                    <a:pt x="114" y="14370"/>
                  </a:lnTo>
                  <a:lnTo>
                    <a:pt x="114" y="14155"/>
                  </a:lnTo>
                  <a:close/>
                  <a:moveTo>
                    <a:pt x="0" y="14587"/>
                  </a:moveTo>
                  <a:lnTo>
                    <a:pt x="0" y="14802"/>
                  </a:lnTo>
                  <a:lnTo>
                    <a:pt x="114" y="14802"/>
                  </a:lnTo>
                  <a:lnTo>
                    <a:pt x="114" y="14587"/>
                  </a:lnTo>
                  <a:close/>
                  <a:moveTo>
                    <a:pt x="0" y="15019"/>
                  </a:moveTo>
                  <a:lnTo>
                    <a:pt x="0" y="15223"/>
                  </a:lnTo>
                  <a:lnTo>
                    <a:pt x="114" y="15223"/>
                  </a:lnTo>
                  <a:lnTo>
                    <a:pt x="114" y="15019"/>
                  </a:lnTo>
                  <a:close/>
                  <a:moveTo>
                    <a:pt x="0" y="15439"/>
                  </a:moveTo>
                  <a:lnTo>
                    <a:pt x="0" y="15655"/>
                  </a:lnTo>
                  <a:lnTo>
                    <a:pt x="114" y="15655"/>
                  </a:lnTo>
                  <a:lnTo>
                    <a:pt x="114" y="15439"/>
                  </a:lnTo>
                  <a:close/>
                  <a:moveTo>
                    <a:pt x="0" y="15871"/>
                  </a:moveTo>
                  <a:lnTo>
                    <a:pt x="0" y="16087"/>
                  </a:lnTo>
                  <a:lnTo>
                    <a:pt x="114" y="16087"/>
                  </a:lnTo>
                  <a:lnTo>
                    <a:pt x="114" y="15871"/>
                  </a:lnTo>
                  <a:close/>
                  <a:moveTo>
                    <a:pt x="0" y="16303"/>
                  </a:moveTo>
                  <a:lnTo>
                    <a:pt x="0" y="16519"/>
                  </a:lnTo>
                  <a:lnTo>
                    <a:pt x="114" y="16519"/>
                  </a:lnTo>
                  <a:lnTo>
                    <a:pt x="114" y="16303"/>
                  </a:lnTo>
                  <a:close/>
                  <a:moveTo>
                    <a:pt x="0" y="16735"/>
                  </a:moveTo>
                  <a:lnTo>
                    <a:pt x="0" y="16939"/>
                  </a:lnTo>
                  <a:lnTo>
                    <a:pt x="114" y="16939"/>
                  </a:lnTo>
                  <a:lnTo>
                    <a:pt x="114" y="16735"/>
                  </a:lnTo>
                  <a:close/>
                  <a:moveTo>
                    <a:pt x="0" y="17156"/>
                  </a:moveTo>
                  <a:lnTo>
                    <a:pt x="0" y="17371"/>
                  </a:lnTo>
                  <a:lnTo>
                    <a:pt x="114" y="17371"/>
                  </a:lnTo>
                  <a:lnTo>
                    <a:pt x="114" y="17156"/>
                  </a:lnTo>
                  <a:close/>
                  <a:moveTo>
                    <a:pt x="0" y="17588"/>
                  </a:moveTo>
                  <a:lnTo>
                    <a:pt x="0" y="17803"/>
                  </a:lnTo>
                  <a:lnTo>
                    <a:pt x="114" y="17803"/>
                  </a:lnTo>
                  <a:lnTo>
                    <a:pt x="114" y="17588"/>
                  </a:lnTo>
                  <a:close/>
                  <a:moveTo>
                    <a:pt x="0" y="18020"/>
                  </a:moveTo>
                  <a:lnTo>
                    <a:pt x="0" y="18235"/>
                  </a:lnTo>
                  <a:lnTo>
                    <a:pt x="114" y="18235"/>
                  </a:lnTo>
                  <a:lnTo>
                    <a:pt x="114" y="18020"/>
                  </a:lnTo>
                  <a:close/>
                  <a:moveTo>
                    <a:pt x="0" y="18440"/>
                  </a:moveTo>
                  <a:lnTo>
                    <a:pt x="0" y="18657"/>
                  </a:lnTo>
                  <a:lnTo>
                    <a:pt x="114" y="18657"/>
                  </a:lnTo>
                  <a:lnTo>
                    <a:pt x="114" y="18440"/>
                  </a:lnTo>
                  <a:close/>
                  <a:moveTo>
                    <a:pt x="0" y="18872"/>
                  </a:moveTo>
                  <a:lnTo>
                    <a:pt x="0" y="19089"/>
                  </a:lnTo>
                  <a:lnTo>
                    <a:pt x="114" y="19089"/>
                  </a:lnTo>
                  <a:lnTo>
                    <a:pt x="114" y="18872"/>
                  </a:lnTo>
                  <a:close/>
                  <a:moveTo>
                    <a:pt x="0" y="19304"/>
                  </a:moveTo>
                  <a:lnTo>
                    <a:pt x="0" y="19521"/>
                  </a:lnTo>
                  <a:lnTo>
                    <a:pt x="114" y="19521"/>
                  </a:lnTo>
                  <a:lnTo>
                    <a:pt x="114" y="19304"/>
                  </a:lnTo>
                  <a:close/>
                  <a:moveTo>
                    <a:pt x="0" y="19736"/>
                  </a:moveTo>
                  <a:lnTo>
                    <a:pt x="0" y="19953"/>
                  </a:lnTo>
                  <a:lnTo>
                    <a:pt x="114" y="19953"/>
                  </a:lnTo>
                  <a:lnTo>
                    <a:pt x="114" y="19736"/>
                  </a:lnTo>
                  <a:close/>
                  <a:moveTo>
                    <a:pt x="0" y="20157"/>
                  </a:moveTo>
                  <a:lnTo>
                    <a:pt x="0" y="20373"/>
                  </a:lnTo>
                  <a:lnTo>
                    <a:pt x="114" y="20373"/>
                  </a:lnTo>
                  <a:lnTo>
                    <a:pt x="114" y="20157"/>
                  </a:lnTo>
                  <a:close/>
                  <a:moveTo>
                    <a:pt x="0" y="20589"/>
                  </a:moveTo>
                  <a:lnTo>
                    <a:pt x="0" y="20805"/>
                  </a:lnTo>
                  <a:lnTo>
                    <a:pt x="114" y="20805"/>
                  </a:lnTo>
                  <a:lnTo>
                    <a:pt x="114" y="20589"/>
                  </a:lnTo>
                  <a:close/>
                  <a:moveTo>
                    <a:pt x="0" y="21021"/>
                  </a:moveTo>
                  <a:lnTo>
                    <a:pt x="0" y="21237"/>
                  </a:lnTo>
                  <a:lnTo>
                    <a:pt x="114" y="21237"/>
                  </a:lnTo>
                  <a:lnTo>
                    <a:pt x="114" y="21021"/>
                  </a:lnTo>
                  <a:close/>
                  <a:moveTo>
                    <a:pt x="0" y="21453"/>
                  </a:moveTo>
                  <a:lnTo>
                    <a:pt x="0" y="21669"/>
                  </a:lnTo>
                  <a:lnTo>
                    <a:pt x="114" y="21669"/>
                  </a:lnTo>
                  <a:lnTo>
                    <a:pt x="114" y="21453"/>
                  </a:lnTo>
                  <a:close/>
                  <a:moveTo>
                    <a:pt x="0" y="21873"/>
                  </a:moveTo>
                  <a:lnTo>
                    <a:pt x="0" y="22090"/>
                  </a:lnTo>
                  <a:lnTo>
                    <a:pt x="114" y="22090"/>
                  </a:lnTo>
                  <a:lnTo>
                    <a:pt x="114" y="21873"/>
                  </a:lnTo>
                  <a:close/>
                  <a:moveTo>
                    <a:pt x="0" y="22305"/>
                  </a:moveTo>
                  <a:lnTo>
                    <a:pt x="0" y="22522"/>
                  </a:lnTo>
                  <a:lnTo>
                    <a:pt x="114" y="22522"/>
                  </a:lnTo>
                  <a:lnTo>
                    <a:pt x="114" y="22305"/>
                  </a:lnTo>
                  <a:close/>
                  <a:moveTo>
                    <a:pt x="0" y="22737"/>
                  </a:moveTo>
                  <a:lnTo>
                    <a:pt x="0" y="22954"/>
                  </a:lnTo>
                  <a:lnTo>
                    <a:pt x="114" y="22954"/>
                  </a:lnTo>
                  <a:lnTo>
                    <a:pt x="114" y="22737"/>
                  </a:lnTo>
                  <a:close/>
                  <a:moveTo>
                    <a:pt x="0" y="23169"/>
                  </a:moveTo>
                  <a:lnTo>
                    <a:pt x="0" y="23374"/>
                  </a:lnTo>
                  <a:lnTo>
                    <a:pt x="114" y="23374"/>
                  </a:lnTo>
                  <a:lnTo>
                    <a:pt x="114" y="23169"/>
                  </a:lnTo>
                  <a:close/>
                  <a:moveTo>
                    <a:pt x="0" y="23590"/>
                  </a:moveTo>
                  <a:lnTo>
                    <a:pt x="0" y="23806"/>
                  </a:lnTo>
                  <a:lnTo>
                    <a:pt x="114" y="23806"/>
                  </a:lnTo>
                  <a:lnTo>
                    <a:pt x="114" y="23590"/>
                  </a:lnTo>
                  <a:close/>
                  <a:moveTo>
                    <a:pt x="0" y="24022"/>
                  </a:moveTo>
                  <a:lnTo>
                    <a:pt x="0" y="24238"/>
                  </a:lnTo>
                  <a:lnTo>
                    <a:pt x="114" y="24238"/>
                  </a:lnTo>
                  <a:lnTo>
                    <a:pt x="114" y="24022"/>
                  </a:lnTo>
                  <a:close/>
                  <a:moveTo>
                    <a:pt x="0" y="24454"/>
                  </a:moveTo>
                  <a:lnTo>
                    <a:pt x="0" y="24670"/>
                  </a:lnTo>
                  <a:lnTo>
                    <a:pt x="114" y="24670"/>
                  </a:lnTo>
                  <a:lnTo>
                    <a:pt x="114" y="2445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8203;p113">
              <a:extLst>
                <a:ext uri="{FF2B5EF4-FFF2-40B4-BE49-F238E27FC236}">
                  <a16:creationId xmlns:a16="http://schemas.microsoft.com/office/drawing/2014/main" id="{F6F93A57-D241-AA74-6E7F-D8A1DB5E4735}"/>
                </a:ext>
              </a:extLst>
            </p:cNvPr>
            <p:cNvSpPr/>
            <p:nvPr/>
          </p:nvSpPr>
          <p:spPr>
            <a:xfrm>
              <a:off x="3127175" y="3540950"/>
              <a:ext cx="2875" cy="2575"/>
            </a:xfrm>
            <a:custGeom>
              <a:avLst/>
              <a:gdLst/>
              <a:ahLst/>
              <a:cxnLst/>
              <a:rect l="l" t="t" r="r" b="b"/>
              <a:pathLst>
                <a:path w="115" h="103" extrusionOk="0">
                  <a:moveTo>
                    <a:pt x="0" y="0"/>
                  </a:moveTo>
                  <a:lnTo>
                    <a:pt x="0" y="102"/>
                  </a:lnTo>
                  <a:lnTo>
                    <a:pt x="114" y="102"/>
                  </a:lnTo>
                  <a:lnTo>
                    <a:pt x="1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8204;p113">
              <a:extLst>
                <a:ext uri="{FF2B5EF4-FFF2-40B4-BE49-F238E27FC236}">
                  <a16:creationId xmlns:a16="http://schemas.microsoft.com/office/drawing/2014/main" id="{47EC0867-2A63-C932-D560-EDBB732B5CC4}"/>
                </a:ext>
              </a:extLst>
            </p:cNvPr>
            <p:cNvSpPr/>
            <p:nvPr/>
          </p:nvSpPr>
          <p:spPr>
            <a:xfrm>
              <a:off x="3051575" y="2816775"/>
              <a:ext cx="164025" cy="164000"/>
            </a:xfrm>
            <a:custGeom>
              <a:avLst/>
              <a:gdLst/>
              <a:ahLst/>
              <a:cxnLst/>
              <a:rect l="l" t="t" r="r" b="b"/>
              <a:pathLst>
                <a:path w="6561" h="6560" extrusionOk="0">
                  <a:moveTo>
                    <a:pt x="3286" y="1"/>
                  </a:moveTo>
                  <a:cubicBezTo>
                    <a:pt x="1467" y="1"/>
                    <a:pt x="0" y="1467"/>
                    <a:pt x="0" y="3275"/>
                  </a:cubicBezTo>
                  <a:cubicBezTo>
                    <a:pt x="0" y="5082"/>
                    <a:pt x="1467" y="6560"/>
                    <a:pt x="3286" y="6560"/>
                  </a:cubicBezTo>
                  <a:cubicBezTo>
                    <a:pt x="5094" y="6560"/>
                    <a:pt x="6561" y="5082"/>
                    <a:pt x="6561" y="3275"/>
                  </a:cubicBezTo>
                  <a:cubicBezTo>
                    <a:pt x="6561" y="1467"/>
                    <a:pt x="5094" y="1"/>
                    <a:pt x="32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8205;p113">
              <a:extLst>
                <a:ext uri="{FF2B5EF4-FFF2-40B4-BE49-F238E27FC236}">
                  <a16:creationId xmlns:a16="http://schemas.microsoft.com/office/drawing/2014/main" id="{0BA97129-08DD-EE3B-6919-970A045C55B6}"/>
                </a:ext>
              </a:extLst>
            </p:cNvPr>
            <p:cNvSpPr/>
            <p:nvPr/>
          </p:nvSpPr>
          <p:spPr>
            <a:xfrm>
              <a:off x="3049025" y="2813925"/>
              <a:ext cx="169425" cy="169425"/>
            </a:xfrm>
            <a:custGeom>
              <a:avLst/>
              <a:gdLst/>
              <a:ahLst/>
              <a:cxnLst/>
              <a:rect l="l" t="t" r="r" b="b"/>
              <a:pathLst>
                <a:path w="6777" h="6777" extrusionOk="0">
                  <a:moveTo>
                    <a:pt x="3388" y="216"/>
                  </a:moveTo>
                  <a:cubicBezTo>
                    <a:pt x="5139" y="216"/>
                    <a:pt x="6560" y="1638"/>
                    <a:pt x="6560" y="3389"/>
                  </a:cubicBezTo>
                  <a:cubicBezTo>
                    <a:pt x="6560" y="5139"/>
                    <a:pt x="5139" y="6560"/>
                    <a:pt x="3388" y="6560"/>
                  </a:cubicBezTo>
                  <a:cubicBezTo>
                    <a:pt x="1638" y="6560"/>
                    <a:pt x="205" y="5139"/>
                    <a:pt x="205" y="3389"/>
                  </a:cubicBezTo>
                  <a:cubicBezTo>
                    <a:pt x="205" y="1638"/>
                    <a:pt x="1638" y="216"/>
                    <a:pt x="3388" y="216"/>
                  </a:cubicBezTo>
                  <a:close/>
                  <a:moveTo>
                    <a:pt x="3388" y="1"/>
                  </a:moveTo>
                  <a:cubicBezTo>
                    <a:pt x="1512" y="1"/>
                    <a:pt x="1" y="1524"/>
                    <a:pt x="1" y="3389"/>
                  </a:cubicBezTo>
                  <a:cubicBezTo>
                    <a:pt x="1" y="5253"/>
                    <a:pt x="1512" y="6777"/>
                    <a:pt x="3388" y="6777"/>
                  </a:cubicBezTo>
                  <a:cubicBezTo>
                    <a:pt x="5253" y="6777"/>
                    <a:pt x="6776" y="5253"/>
                    <a:pt x="6776" y="3389"/>
                  </a:cubicBezTo>
                  <a:cubicBezTo>
                    <a:pt x="6776" y="1524"/>
                    <a:pt x="5253" y="1"/>
                    <a:pt x="33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8206;p113">
              <a:extLst>
                <a:ext uri="{FF2B5EF4-FFF2-40B4-BE49-F238E27FC236}">
                  <a16:creationId xmlns:a16="http://schemas.microsoft.com/office/drawing/2014/main" id="{75662FA4-1D78-E501-572E-218F3A4DEB65}"/>
                </a:ext>
              </a:extLst>
            </p:cNvPr>
            <p:cNvSpPr/>
            <p:nvPr/>
          </p:nvSpPr>
          <p:spPr>
            <a:xfrm>
              <a:off x="3133725" y="2820750"/>
              <a:ext cx="68800" cy="77900"/>
            </a:xfrm>
            <a:custGeom>
              <a:avLst/>
              <a:gdLst/>
              <a:ahLst/>
              <a:cxnLst/>
              <a:rect l="l" t="t" r="r" b="b"/>
              <a:pathLst>
                <a:path w="2752" h="3116" extrusionOk="0">
                  <a:moveTo>
                    <a:pt x="1012" y="1"/>
                  </a:moveTo>
                  <a:lnTo>
                    <a:pt x="0" y="3116"/>
                  </a:lnTo>
                  <a:lnTo>
                    <a:pt x="2752" y="1342"/>
                  </a:lnTo>
                  <a:cubicBezTo>
                    <a:pt x="2353" y="706"/>
                    <a:pt x="1739" y="239"/>
                    <a:pt x="10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8207;p113">
              <a:extLst>
                <a:ext uri="{FF2B5EF4-FFF2-40B4-BE49-F238E27FC236}">
                  <a16:creationId xmlns:a16="http://schemas.microsoft.com/office/drawing/2014/main" id="{0E2B7451-3C0F-B2A7-4CC4-24AE4E26CEBF}"/>
                </a:ext>
              </a:extLst>
            </p:cNvPr>
            <p:cNvSpPr/>
            <p:nvPr/>
          </p:nvSpPr>
          <p:spPr>
            <a:xfrm>
              <a:off x="3131150" y="2819050"/>
              <a:ext cx="73350" cy="82725"/>
            </a:xfrm>
            <a:custGeom>
              <a:avLst/>
              <a:gdLst/>
              <a:ahLst/>
              <a:cxnLst/>
              <a:rect l="l" t="t" r="r" b="b"/>
              <a:pathLst>
                <a:path w="2934" h="3309" extrusionOk="0">
                  <a:moveTo>
                    <a:pt x="1149" y="137"/>
                  </a:moveTo>
                  <a:cubicBezTo>
                    <a:pt x="1820" y="364"/>
                    <a:pt x="2400" y="807"/>
                    <a:pt x="2786" y="1398"/>
                  </a:cubicBezTo>
                  <a:lnTo>
                    <a:pt x="194" y="3058"/>
                  </a:lnTo>
                  <a:lnTo>
                    <a:pt x="1149" y="137"/>
                  </a:lnTo>
                  <a:close/>
                  <a:moveTo>
                    <a:pt x="1081" y="1"/>
                  </a:moveTo>
                  <a:lnTo>
                    <a:pt x="1" y="3308"/>
                  </a:lnTo>
                  <a:lnTo>
                    <a:pt x="2934" y="1433"/>
                  </a:lnTo>
                  <a:lnTo>
                    <a:pt x="2900" y="1387"/>
                  </a:lnTo>
                  <a:cubicBezTo>
                    <a:pt x="2491" y="739"/>
                    <a:pt x="1865" y="251"/>
                    <a:pt x="1137" y="11"/>
                  </a:cubicBezTo>
                  <a:lnTo>
                    <a:pt x="108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8208;p113">
              <a:extLst>
                <a:ext uri="{FF2B5EF4-FFF2-40B4-BE49-F238E27FC236}">
                  <a16:creationId xmlns:a16="http://schemas.microsoft.com/office/drawing/2014/main" id="{43C565D7-4E0D-8BFB-1B2C-9E5FCE5F338C}"/>
                </a:ext>
              </a:extLst>
            </p:cNvPr>
            <p:cNvSpPr/>
            <p:nvPr/>
          </p:nvSpPr>
          <p:spPr>
            <a:xfrm>
              <a:off x="3133725" y="2854300"/>
              <a:ext cx="93525" cy="116550"/>
            </a:xfrm>
            <a:custGeom>
              <a:avLst/>
              <a:gdLst/>
              <a:ahLst/>
              <a:cxnLst/>
              <a:rect l="l" t="t" r="r" b="b"/>
              <a:pathLst>
                <a:path w="3741" h="4662" extrusionOk="0">
                  <a:moveTo>
                    <a:pt x="2752" y="0"/>
                  </a:moveTo>
                  <a:lnTo>
                    <a:pt x="0" y="1774"/>
                  </a:lnTo>
                  <a:lnTo>
                    <a:pt x="1547" y="4661"/>
                  </a:lnTo>
                  <a:cubicBezTo>
                    <a:pt x="3138" y="3808"/>
                    <a:pt x="3740" y="1819"/>
                    <a:pt x="2888" y="228"/>
                  </a:cubicBezTo>
                  <a:cubicBezTo>
                    <a:pt x="2843" y="148"/>
                    <a:pt x="2797" y="79"/>
                    <a:pt x="27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8209;p113">
              <a:extLst>
                <a:ext uri="{FF2B5EF4-FFF2-40B4-BE49-F238E27FC236}">
                  <a16:creationId xmlns:a16="http://schemas.microsoft.com/office/drawing/2014/main" id="{48FDC248-4B0B-B73D-548B-6B93D4A484D5}"/>
                </a:ext>
              </a:extLst>
            </p:cNvPr>
            <p:cNvSpPr/>
            <p:nvPr/>
          </p:nvSpPr>
          <p:spPr>
            <a:xfrm>
              <a:off x="3131725" y="2852600"/>
              <a:ext cx="88125" cy="120225"/>
            </a:xfrm>
            <a:custGeom>
              <a:avLst/>
              <a:gdLst/>
              <a:ahLst/>
              <a:cxnLst/>
              <a:rect l="l" t="t" r="r" b="b"/>
              <a:pathLst>
                <a:path w="3525" h="4809" extrusionOk="0">
                  <a:moveTo>
                    <a:pt x="2820" y="147"/>
                  </a:moveTo>
                  <a:cubicBezTo>
                    <a:pt x="2854" y="205"/>
                    <a:pt x="2888" y="261"/>
                    <a:pt x="2911" y="318"/>
                  </a:cubicBezTo>
                  <a:cubicBezTo>
                    <a:pt x="3320" y="1080"/>
                    <a:pt x="3411" y="1955"/>
                    <a:pt x="3161" y="2774"/>
                  </a:cubicBezTo>
                  <a:cubicBezTo>
                    <a:pt x="2911" y="3581"/>
                    <a:pt x="2377" y="4252"/>
                    <a:pt x="1637" y="4661"/>
                  </a:cubicBezTo>
                  <a:lnTo>
                    <a:pt x="149" y="1864"/>
                  </a:lnTo>
                  <a:lnTo>
                    <a:pt x="2820" y="147"/>
                  </a:lnTo>
                  <a:close/>
                  <a:moveTo>
                    <a:pt x="2843" y="0"/>
                  </a:moveTo>
                  <a:lnTo>
                    <a:pt x="0" y="1819"/>
                  </a:lnTo>
                  <a:lnTo>
                    <a:pt x="1604" y="4808"/>
                  </a:lnTo>
                  <a:lnTo>
                    <a:pt x="1649" y="4786"/>
                  </a:lnTo>
                  <a:cubicBezTo>
                    <a:pt x="2433" y="4366"/>
                    <a:pt x="3002" y="3661"/>
                    <a:pt x="3264" y="2808"/>
                  </a:cubicBezTo>
                  <a:cubicBezTo>
                    <a:pt x="3525" y="1955"/>
                    <a:pt x="3434" y="1057"/>
                    <a:pt x="3013" y="273"/>
                  </a:cubicBezTo>
                  <a:cubicBezTo>
                    <a:pt x="2968" y="193"/>
                    <a:pt x="2923" y="114"/>
                    <a:pt x="2877" y="45"/>
                  </a:cubicBezTo>
                  <a:lnTo>
                    <a:pt x="28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8210;p113">
              <a:extLst>
                <a:ext uri="{FF2B5EF4-FFF2-40B4-BE49-F238E27FC236}">
                  <a16:creationId xmlns:a16="http://schemas.microsoft.com/office/drawing/2014/main" id="{1A806C94-7D62-8A6D-4154-E735EB4AB19E}"/>
                </a:ext>
              </a:extLst>
            </p:cNvPr>
            <p:cNvSpPr/>
            <p:nvPr/>
          </p:nvSpPr>
          <p:spPr>
            <a:xfrm>
              <a:off x="3389525" y="2909575"/>
              <a:ext cx="166550" cy="166700"/>
            </a:xfrm>
            <a:custGeom>
              <a:avLst/>
              <a:gdLst/>
              <a:ahLst/>
              <a:cxnLst/>
              <a:rect l="l" t="t" r="r" b="b"/>
              <a:pathLst>
                <a:path w="6662" h="6668" extrusionOk="0">
                  <a:moveTo>
                    <a:pt x="3331" y="108"/>
                  </a:moveTo>
                  <a:cubicBezTo>
                    <a:pt x="4149" y="108"/>
                    <a:pt x="4979" y="427"/>
                    <a:pt x="5604" y="1052"/>
                  </a:cubicBezTo>
                  <a:cubicBezTo>
                    <a:pt x="6218" y="1665"/>
                    <a:pt x="6559" y="2473"/>
                    <a:pt x="6559" y="3337"/>
                  </a:cubicBezTo>
                  <a:cubicBezTo>
                    <a:pt x="6559" y="4201"/>
                    <a:pt x="6218" y="5008"/>
                    <a:pt x="5604" y="5611"/>
                  </a:cubicBezTo>
                  <a:cubicBezTo>
                    <a:pt x="4979" y="6241"/>
                    <a:pt x="4155" y="6557"/>
                    <a:pt x="3329" y="6557"/>
                  </a:cubicBezTo>
                  <a:cubicBezTo>
                    <a:pt x="2504" y="6557"/>
                    <a:pt x="1677" y="6241"/>
                    <a:pt x="1046" y="5611"/>
                  </a:cubicBezTo>
                  <a:cubicBezTo>
                    <a:pt x="443" y="5008"/>
                    <a:pt x="102" y="4201"/>
                    <a:pt x="102" y="3337"/>
                  </a:cubicBezTo>
                  <a:cubicBezTo>
                    <a:pt x="102" y="2473"/>
                    <a:pt x="443" y="1665"/>
                    <a:pt x="1046" y="1052"/>
                  </a:cubicBezTo>
                  <a:cubicBezTo>
                    <a:pt x="1671" y="427"/>
                    <a:pt x="2501" y="108"/>
                    <a:pt x="3331" y="108"/>
                  </a:cubicBezTo>
                  <a:close/>
                  <a:moveTo>
                    <a:pt x="3331" y="0"/>
                  </a:moveTo>
                  <a:cubicBezTo>
                    <a:pt x="2478" y="0"/>
                    <a:pt x="1626" y="324"/>
                    <a:pt x="978" y="972"/>
                  </a:cubicBezTo>
                  <a:cubicBezTo>
                    <a:pt x="341" y="1609"/>
                    <a:pt x="0" y="2438"/>
                    <a:pt x="0" y="3337"/>
                  </a:cubicBezTo>
                  <a:cubicBezTo>
                    <a:pt x="0" y="4224"/>
                    <a:pt x="341" y="5065"/>
                    <a:pt x="978" y="5690"/>
                  </a:cubicBezTo>
                  <a:cubicBezTo>
                    <a:pt x="1625" y="6338"/>
                    <a:pt x="2478" y="6668"/>
                    <a:pt x="3331" y="6668"/>
                  </a:cubicBezTo>
                  <a:cubicBezTo>
                    <a:pt x="4184" y="6668"/>
                    <a:pt x="5036" y="6338"/>
                    <a:pt x="5684" y="5690"/>
                  </a:cubicBezTo>
                  <a:cubicBezTo>
                    <a:pt x="6309" y="5065"/>
                    <a:pt x="6662" y="4224"/>
                    <a:pt x="6662" y="3337"/>
                  </a:cubicBezTo>
                  <a:cubicBezTo>
                    <a:pt x="6662" y="2438"/>
                    <a:pt x="6309" y="1609"/>
                    <a:pt x="5684" y="972"/>
                  </a:cubicBezTo>
                  <a:cubicBezTo>
                    <a:pt x="5036" y="324"/>
                    <a:pt x="4184" y="0"/>
                    <a:pt x="33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8211;p113">
              <a:extLst>
                <a:ext uri="{FF2B5EF4-FFF2-40B4-BE49-F238E27FC236}">
                  <a16:creationId xmlns:a16="http://schemas.microsoft.com/office/drawing/2014/main" id="{423665FA-E2C7-DAD8-5A43-0F4CA54C5527}"/>
                </a:ext>
              </a:extLst>
            </p:cNvPr>
            <p:cNvSpPr/>
            <p:nvPr/>
          </p:nvSpPr>
          <p:spPr>
            <a:xfrm>
              <a:off x="3401725" y="2921925"/>
              <a:ext cx="142125" cy="142150"/>
            </a:xfrm>
            <a:custGeom>
              <a:avLst/>
              <a:gdLst/>
              <a:ahLst/>
              <a:cxnLst/>
              <a:rect l="l" t="t" r="r" b="b"/>
              <a:pathLst>
                <a:path w="5685" h="5686" extrusionOk="0">
                  <a:moveTo>
                    <a:pt x="2843" y="1"/>
                  </a:moveTo>
                  <a:cubicBezTo>
                    <a:pt x="1274" y="1"/>
                    <a:pt x="0" y="1274"/>
                    <a:pt x="0" y="2843"/>
                  </a:cubicBezTo>
                  <a:cubicBezTo>
                    <a:pt x="0" y="4412"/>
                    <a:pt x="1274" y="5685"/>
                    <a:pt x="2843" y="5685"/>
                  </a:cubicBezTo>
                  <a:cubicBezTo>
                    <a:pt x="4411" y="5685"/>
                    <a:pt x="5685" y="4412"/>
                    <a:pt x="5685" y="2843"/>
                  </a:cubicBezTo>
                  <a:cubicBezTo>
                    <a:pt x="5685" y="1274"/>
                    <a:pt x="4411" y="1"/>
                    <a:pt x="28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8212;p113">
              <a:extLst>
                <a:ext uri="{FF2B5EF4-FFF2-40B4-BE49-F238E27FC236}">
                  <a16:creationId xmlns:a16="http://schemas.microsoft.com/office/drawing/2014/main" id="{1DE52F0B-D6D3-36AE-6111-38B5285A366C}"/>
                </a:ext>
              </a:extLst>
            </p:cNvPr>
            <p:cNvSpPr/>
            <p:nvPr/>
          </p:nvSpPr>
          <p:spPr>
            <a:xfrm>
              <a:off x="3444650" y="2953200"/>
              <a:ext cx="69075" cy="79600"/>
            </a:xfrm>
            <a:custGeom>
              <a:avLst/>
              <a:gdLst/>
              <a:ahLst/>
              <a:cxnLst/>
              <a:rect l="l" t="t" r="r" b="b"/>
              <a:pathLst>
                <a:path w="2763" h="3184" extrusionOk="0">
                  <a:moveTo>
                    <a:pt x="1" y="0"/>
                  </a:moveTo>
                  <a:lnTo>
                    <a:pt x="1" y="3184"/>
                  </a:lnTo>
                  <a:lnTo>
                    <a:pt x="2763" y="1592"/>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8213;p113">
              <a:extLst>
                <a:ext uri="{FF2B5EF4-FFF2-40B4-BE49-F238E27FC236}">
                  <a16:creationId xmlns:a16="http://schemas.microsoft.com/office/drawing/2014/main" id="{8A71081D-3EA0-D6EF-0D6D-E4887B2D0B71}"/>
                </a:ext>
              </a:extLst>
            </p:cNvPr>
            <p:cNvSpPr/>
            <p:nvPr/>
          </p:nvSpPr>
          <p:spPr>
            <a:xfrm>
              <a:off x="3496075" y="3174750"/>
              <a:ext cx="188475" cy="171075"/>
            </a:xfrm>
            <a:custGeom>
              <a:avLst/>
              <a:gdLst/>
              <a:ahLst/>
              <a:cxnLst/>
              <a:rect l="l" t="t" r="r" b="b"/>
              <a:pathLst>
                <a:path w="7539" h="6843" extrusionOk="0">
                  <a:moveTo>
                    <a:pt x="3759" y="1"/>
                  </a:moveTo>
                  <a:cubicBezTo>
                    <a:pt x="2217" y="1"/>
                    <a:pt x="812" y="1059"/>
                    <a:pt x="433" y="2632"/>
                  </a:cubicBezTo>
                  <a:cubicBezTo>
                    <a:pt x="1" y="4462"/>
                    <a:pt x="1127" y="6315"/>
                    <a:pt x="2968" y="6747"/>
                  </a:cubicBezTo>
                  <a:cubicBezTo>
                    <a:pt x="3238" y="6812"/>
                    <a:pt x="3508" y="6843"/>
                    <a:pt x="3773" y="6843"/>
                  </a:cubicBezTo>
                  <a:cubicBezTo>
                    <a:pt x="5319" y="6843"/>
                    <a:pt x="6717" y="5786"/>
                    <a:pt x="7095" y="4223"/>
                  </a:cubicBezTo>
                  <a:cubicBezTo>
                    <a:pt x="7538" y="2381"/>
                    <a:pt x="6402" y="540"/>
                    <a:pt x="4560" y="97"/>
                  </a:cubicBezTo>
                  <a:cubicBezTo>
                    <a:pt x="4292" y="32"/>
                    <a:pt x="4024" y="1"/>
                    <a:pt x="37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8214;p113">
              <a:extLst>
                <a:ext uri="{FF2B5EF4-FFF2-40B4-BE49-F238E27FC236}">
                  <a16:creationId xmlns:a16="http://schemas.microsoft.com/office/drawing/2014/main" id="{5A6C51A2-4C50-F609-C72F-78137EB91DB1}"/>
                </a:ext>
              </a:extLst>
            </p:cNvPr>
            <p:cNvSpPr/>
            <p:nvPr/>
          </p:nvSpPr>
          <p:spPr>
            <a:xfrm>
              <a:off x="3523100" y="3199325"/>
              <a:ext cx="134450" cy="122250"/>
            </a:xfrm>
            <a:custGeom>
              <a:avLst/>
              <a:gdLst/>
              <a:ahLst/>
              <a:cxnLst/>
              <a:rect l="l" t="t" r="r" b="b"/>
              <a:pathLst>
                <a:path w="5378" h="4890" extrusionOk="0">
                  <a:moveTo>
                    <a:pt x="2681" y="0"/>
                  </a:moveTo>
                  <a:cubicBezTo>
                    <a:pt x="1580" y="0"/>
                    <a:pt x="579" y="760"/>
                    <a:pt x="307" y="1876"/>
                  </a:cubicBezTo>
                  <a:cubicBezTo>
                    <a:pt x="0" y="3184"/>
                    <a:pt x="807" y="4502"/>
                    <a:pt x="2115" y="4821"/>
                  </a:cubicBezTo>
                  <a:cubicBezTo>
                    <a:pt x="2307" y="4867"/>
                    <a:pt x="2500" y="4890"/>
                    <a:pt x="2689" y="4890"/>
                  </a:cubicBezTo>
                  <a:cubicBezTo>
                    <a:pt x="3797" y="4890"/>
                    <a:pt x="4797" y="4130"/>
                    <a:pt x="5059" y="3013"/>
                  </a:cubicBezTo>
                  <a:cubicBezTo>
                    <a:pt x="5377" y="1694"/>
                    <a:pt x="4570" y="375"/>
                    <a:pt x="3252" y="69"/>
                  </a:cubicBezTo>
                  <a:cubicBezTo>
                    <a:pt x="3061" y="22"/>
                    <a:pt x="2869" y="0"/>
                    <a:pt x="26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8215;p113">
              <a:extLst>
                <a:ext uri="{FF2B5EF4-FFF2-40B4-BE49-F238E27FC236}">
                  <a16:creationId xmlns:a16="http://schemas.microsoft.com/office/drawing/2014/main" id="{0719B53D-A98F-9FE7-5C40-12EFF855A9B6}"/>
                </a:ext>
              </a:extLst>
            </p:cNvPr>
            <p:cNvSpPr/>
            <p:nvPr/>
          </p:nvSpPr>
          <p:spPr>
            <a:xfrm>
              <a:off x="3549800" y="3223650"/>
              <a:ext cx="80750" cy="73375"/>
            </a:xfrm>
            <a:custGeom>
              <a:avLst/>
              <a:gdLst/>
              <a:ahLst/>
              <a:cxnLst/>
              <a:rect l="l" t="t" r="r" b="b"/>
              <a:pathLst>
                <a:path w="3230" h="2935" extrusionOk="0">
                  <a:moveTo>
                    <a:pt x="1617" y="0"/>
                  </a:moveTo>
                  <a:cubicBezTo>
                    <a:pt x="948" y="0"/>
                    <a:pt x="348" y="448"/>
                    <a:pt x="183" y="1130"/>
                  </a:cubicBezTo>
                  <a:cubicBezTo>
                    <a:pt x="1" y="1915"/>
                    <a:pt x="489" y="2711"/>
                    <a:pt x="1274" y="2893"/>
                  </a:cubicBezTo>
                  <a:cubicBezTo>
                    <a:pt x="1390" y="2921"/>
                    <a:pt x="1506" y="2935"/>
                    <a:pt x="1620" y="2935"/>
                  </a:cubicBezTo>
                  <a:cubicBezTo>
                    <a:pt x="2279" y="2935"/>
                    <a:pt x="2881" y="2480"/>
                    <a:pt x="3036" y="1801"/>
                  </a:cubicBezTo>
                  <a:cubicBezTo>
                    <a:pt x="3229" y="1017"/>
                    <a:pt x="2740" y="233"/>
                    <a:pt x="1956" y="39"/>
                  </a:cubicBezTo>
                  <a:cubicBezTo>
                    <a:pt x="1842" y="13"/>
                    <a:pt x="1728" y="0"/>
                    <a:pt x="16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8216;p113">
              <a:extLst>
                <a:ext uri="{FF2B5EF4-FFF2-40B4-BE49-F238E27FC236}">
                  <a16:creationId xmlns:a16="http://schemas.microsoft.com/office/drawing/2014/main" id="{52D14AB8-D961-4F5E-E621-76E5AC47F643}"/>
                </a:ext>
              </a:extLst>
            </p:cNvPr>
            <p:cNvSpPr/>
            <p:nvPr/>
          </p:nvSpPr>
          <p:spPr>
            <a:xfrm>
              <a:off x="3568575" y="3240650"/>
              <a:ext cx="43500" cy="39575"/>
            </a:xfrm>
            <a:custGeom>
              <a:avLst/>
              <a:gdLst/>
              <a:ahLst/>
              <a:cxnLst/>
              <a:rect l="l" t="t" r="r" b="b"/>
              <a:pathLst>
                <a:path w="1740" h="1583" extrusionOk="0">
                  <a:moveTo>
                    <a:pt x="878" y="0"/>
                  </a:moveTo>
                  <a:cubicBezTo>
                    <a:pt x="518" y="0"/>
                    <a:pt x="191" y="245"/>
                    <a:pt x="102" y="609"/>
                  </a:cubicBezTo>
                  <a:cubicBezTo>
                    <a:pt x="0" y="1031"/>
                    <a:pt x="261" y="1463"/>
                    <a:pt x="682" y="1564"/>
                  </a:cubicBezTo>
                  <a:cubicBezTo>
                    <a:pt x="740" y="1577"/>
                    <a:pt x="798" y="1582"/>
                    <a:pt x="855" y="1582"/>
                  </a:cubicBezTo>
                  <a:cubicBezTo>
                    <a:pt x="1221" y="1582"/>
                    <a:pt x="1548" y="1338"/>
                    <a:pt x="1637" y="973"/>
                  </a:cubicBezTo>
                  <a:cubicBezTo>
                    <a:pt x="1739" y="553"/>
                    <a:pt x="1478" y="121"/>
                    <a:pt x="1046" y="18"/>
                  </a:cubicBezTo>
                  <a:cubicBezTo>
                    <a:pt x="990" y="6"/>
                    <a:pt x="933" y="0"/>
                    <a:pt x="8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8217;p113">
              <a:extLst>
                <a:ext uri="{FF2B5EF4-FFF2-40B4-BE49-F238E27FC236}">
                  <a16:creationId xmlns:a16="http://schemas.microsoft.com/office/drawing/2014/main" id="{9E0B6AAA-FE98-87A8-AE11-63A06AA5CF4A}"/>
                </a:ext>
              </a:extLst>
            </p:cNvPr>
            <p:cNvSpPr/>
            <p:nvPr/>
          </p:nvSpPr>
          <p:spPr>
            <a:xfrm>
              <a:off x="3587600" y="3198450"/>
              <a:ext cx="111725" cy="64225"/>
            </a:xfrm>
            <a:custGeom>
              <a:avLst/>
              <a:gdLst/>
              <a:ahLst/>
              <a:cxnLst/>
              <a:rect l="l" t="t" r="r" b="b"/>
              <a:pathLst>
                <a:path w="4469" h="2569" extrusionOk="0">
                  <a:moveTo>
                    <a:pt x="4219" y="1"/>
                  </a:moveTo>
                  <a:lnTo>
                    <a:pt x="3411" y="365"/>
                  </a:lnTo>
                  <a:lnTo>
                    <a:pt x="3286" y="820"/>
                  </a:lnTo>
                  <a:lnTo>
                    <a:pt x="69" y="2388"/>
                  </a:lnTo>
                  <a:cubicBezTo>
                    <a:pt x="23" y="2411"/>
                    <a:pt x="0" y="2468"/>
                    <a:pt x="23" y="2514"/>
                  </a:cubicBezTo>
                  <a:cubicBezTo>
                    <a:pt x="40" y="2547"/>
                    <a:pt x="69" y="2568"/>
                    <a:pt x="101" y="2568"/>
                  </a:cubicBezTo>
                  <a:cubicBezTo>
                    <a:pt x="112" y="2568"/>
                    <a:pt x="125" y="2565"/>
                    <a:pt x="137" y="2559"/>
                  </a:cubicBezTo>
                  <a:lnTo>
                    <a:pt x="149" y="2559"/>
                  </a:lnTo>
                  <a:lnTo>
                    <a:pt x="3377" y="979"/>
                  </a:lnTo>
                  <a:lnTo>
                    <a:pt x="3729" y="1183"/>
                  </a:lnTo>
                  <a:lnTo>
                    <a:pt x="4469" y="831"/>
                  </a:lnTo>
                  <a:lnTo>
                    <a:pt x="4025" y="660"/>
                  </a:lnTo>
                  <a:lnTo>
                    <a:pt x="4219" y="569"/>
                  </a:lnTo>
                  <a:cubicBezTo>
                    <a:pt x="4264" y="547"/>
                    <a:pt x="4287" y="501"/>
                    <a:pt x="4264" y="456"/>
                  </a:cubicBezTo>
                  <a:cubicBezTo>
                    <a:pt x="4247" y="422"/>
                    <a:pt x="4212" y="401"/>
                    <a:pt x="4177" y="401"/>
                  </a:cubicBezTo>
                  <a:cubicBezTo>
                    <a:pt x="4164" y="401"/>
                    <a:pt x="4151" y="404"/>
                    <a:pt x="4138" y="410"/>
                  </a:cubicBezTo>
                  <a:lnTo>
                    <a:pt x="4002" y="478"/>
                  </a:lnTo>
                  <a:lnTo>
                    <a:pt x="4002" y="478"/>
                  </a:lnTo>
                  <a:lnTo>
                    <a:pt x="42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8218;p113">
              <a:extLst>
                <a:ext uri="{FF2B5EF4-FFF2-40B4-BE49-F238E27FC236}">
                  <a16:creationId xmlns:a16="http://schemas.microsoft.com/office/drawing/2014/main" id="{2708B530-3071-6C61-A469-EF1D9181CD46}"/>
                </a:ext>
              </a:extLst>
            </p:cNvPr>
            <p:cNvSpPr/>
            <p:nvPr/>
          </p:nvSpPr>
          <p:spPr>
            <a:xfrm>
              <a:off x="2692625" y="2903750"/>
              <a:ext cx="170825" cy="171125"/>
            </a:xfrm>
            <a:custGeom>
              <a:avLst/>
              <a:gdLst/>
              <a:ahLst/>
              <a:cxnLst/>
              <a:rect l="l" t="t" r="r" b="b"/>
              <a:pathLst>
                <a:path w="6833" h="6845" extrusionOk="0">
                  <a:moveTo>
                    <a:pt x="3411" y="0"/>
                  </a:moveTo>
                  <a:cubicBezTo>
                    <a:pt x="1524" y="0"/>
                    <a:pt x="1" y="1535"/>
                    <a:pt x="1" y="3422"/>
                  </a:cubicBezTo>
                  <a:cubicBezTo>
                    <a:pt x="1" y="5309"/>
                    <a:pt x="1524" y="6844"/>
                    <a:pt x="3411" y="6844"/>
                  </a:cubicBezTo>
                  <a:cubicBezTo>
                    <a:pt x="5309" y="6844"/>
                    <a:pt x="6833" y="5309"/>
                    <a:pt x="6833" y="3422"/>
                  </a:cubicBezTo>
                  <a:cubicBezTo>
                    <a:pt x="6833" y="1535"/>
                    <a:pt x="5309" y="0"/>
                    <a:pt x="34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8219;p113">
              <a:extLst>
                <a:ext uri="{FF2B5EF4-FFF2-40B4-BE49-F238E27FC236}">
                  <a16:creationId xmlns:a16="http://schemas.microsoft.com/office/drawing/2014/main" id="{09875A46-F706-71DD-D8BD-9CC8DBB4F247}"/>
                </a:ext>
              </a:extLst>
            </p:cNvPr>
            <p:cNvSpPr/>
            <p:nvPr/>
          </p:nvSpPr>
          <p:spPr>
            <a:xfrm>
              <a:off x="2689775" y="2901175"/>
              <a:ext cx="176525" cy="176250"/>
            </a:xfrm>
            <a:custGeom>
              <a:avLst/>
              <a:gdLst/>
              <a:ahLst/>
              <a:cxnLst/>
              <a:rect l="l" t="t" r="r" b="b"/>
              <a:pathLst>
                <a:path w="7061" h="7050" extrusionOk="0">
                  <a:moveTo>
                    <a:pt x="3525" y="217"/>
                  </a:moveTo>
                  <a:cubicBezTo>
                    <a:pt x="5355" y="217"/>
                    <a:pt x="6845" y="1695"/>
                    <a:pt x="6845" y="3525"/>
                  </a:cubicBezTo>
                  <a:cubicBezTo>
                    <a:pt x="6845" y="5356"/>
                    <a:pt x="5355" y="6844"/>
                    <a:pt x="3525" y="6844"/>
                  </a:cubicBezTo>
                  <a:cubicBezTo>
                    <a:pt x="1706" y="6844"/>
                    <a:pt x="216" y="5356"/>
                    <a:pt x="216" y="3525"/>
                  </a:cubicBezTo>
                  <a:cubicBezTo>
                    <a:pt x="216" y="1695"/>
                    <a:pt x="1706" y="217"/>
                    <a:pt x="3525" y="217"/>
                  </a:cubicBezTo>
                  <a:close/>
                  <a:moveTo>
                    <a:pt x="3525" y="1"/>
                  </a:moveTo>
                  <a:cubicBezTo>
                    <a:pt x="1581" y="1"/>
                    <a:pt x="1" y="1581"/>
                    <a:pt x="1" y="3525"/>
                  </a:cubicBezTo>
                  <a:cubicBezTo>
                    <a:pt x="1" y="5469"/>
                    <a:pt x="1581" y="7049"/>
                    <a:pt x="3525" y="7049"/>
                  </a:cubicBezTo>
                  <a:cubicBezTo>
                    <a:pt x="5481" y="7049"/>
                    <a:pt x="7060" y="5469"/>
                    <a:pt x="7060" y="3525"/>
                  </a:cubicBezTo>
                  <a:cubicBezTo>
                    <a:pt x="7060" y="1581"/>
                    <a:pt x="5481" y="1"/>
                    <a:pt x="35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8220;p113">
              <a:extLst>
                <a:ext uri="{FF2B5EF4-FFF2-40B4-BE49-F238E27FC236}">
                  <a16:creationId xmlns:a16="http://schemas.microsoft.com/office/drawing/2014/main" id="{74D739DA-194E-F248-263A-363FF00CE324}"/>
                </a:ext>
              </a:extLst>
            </p:cNvPr>
            <p:cNvSpPr/>
            <p:nvPr/>
          </p:nvSpPr>
          <p:spPr>
            <a:xfrm>
              <a:off x="2715925" y="2903750"/>
              <a:ext cx="124225" cy="171125"/>
            </a:xfrm>
            <a:custGeom>
              <a:avLst/>
              <a:gdLst/>
              <a:ahLst/>
              <a:cxnLst/>
              <a:rect l="l" t="t" r="r" b="b"/>
              <a:pathLst>
                <a:path w="4969" h="6845" extrusionOk="0">
                  <a:moveTo>
                    <a:pt x="2479" y="0"/>
                  </a:moveTo>
                  <a:cubicBezTo>
                    <a:pt x="1115" y="0"/>
                    <a:pt x="1" y="1535"/>
                    <a:pt x="1" y="3422"/>
                  </a:cubicBezTo>
                  <a:cubicBezTo>
                    <a:pt x="1" y="5309"/>
                    <a:pt x="1115" y="6844"/>
                    <a:pt x="2479" y="6844"/>
                  </a:cubicBezTo>
                  <a:cubicBezTo>
                    <a:pt x="3854" y="6844"/>
                    <a:pt x="4968" y="5309"/>
                    <a:pt x="4968" y="3422"/>
                  </a:cubicBezTo>
                  <a:cubicBezTo>
                    <a:pt x="4968" y="1535"/>
                    <a:pt x="3854" y="0"/>
                    <a:pt x="24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8221;p113">
              <a:extLst>
                <a:ext uri="{FF2B5EF4-FFF2-40B4-BE49-F238E27FC236}">
                  <a16:creationId xmlns:a16="http://schemas.microsoft.com/office/drawing/2014/main" id="{69CFEF2F-1B1F-19FA-FCDF-F33B67489795}"/>
                </a:ext>
              </a:extLst>
            </p:cNvPr>
            <p:cNvSpPr/>
            <p:nvPr/>
          </p:nvSpPr>
          <p:spPr>
            <a:xfrm>
              <a:off x="2714800" y="2902600"/>
              <a:ext cx="126475" cy="173675"/>
            </a:xfrm>
            <a:custGeom>
              <a:avLst/>
              <a:gdLst/>
              <a:ahLst/>
              <a:cxnLst/>
              <a:rect l="l" t="t" r="r" b="b"/>
              <a:pathLst>
                <a:path w="5059" h="6947" extrusionOk="0">
                  <a:moveTo>
                    <a:pt x="2524" y="103"/>
                  </a:moveTo>
                  <a:cubicBezTo>
                    <a:pt x="3866" y="103"/>
                    <a:pt x="4957" y="1615"/>
                    <a:pt x="4957" y="3468"/>
                  </a:cubicBezTo>
                  <a:cubicBezTo>
                    <a:pt x="4957" y="5332"/>
                    <a:pt x="3866" y="6833"/>
                    <a:pt x="2524" y="6833"/>
                  </a:cubicBezTo>
                  <a:cubicBezTo>
                    <a:pt x="1194" y="6833"/>
                    <a:pt x="102" y="5332"/>
                    <a:pt x="102" y="3468"/>
                  </a:cubicBezTo>
                  <a:cubicBezTo>
                    <a:pt x="102" y="1615"/>
                    <a:pt x="1194" y="103"/>
                    <a:pt x="2524" y="103"/>
                  </a:cubicBezTo>
                  <a:close/>
                  <a:moveTo>
                    <a:pt x="2524" y="1"/>
                  </a:moveTo>
                  <a:cubicBezTo>
                    <a:pt x="1137" y="1"/>
                    <a:pt x="0" y="1558"/>
                    <a:pt x="0" y="3468"/>
                  </a:cubicBezTo>
                  <a:cubicBezTo>
                    <a:pt x="0" y="5390"/>
                    <a:pt x="1137" y="6947"/>
                    <a:pt x="2524" y="6947"/>
                  </a:cubicBezTo>
                  <a:cubicBezTo>
                    <a:pt x="3922" y="6947"/>
                    <a:pt x="5059" y="5390"/>
                    <a:pt x="5059" y="3468"/>
                  </a:cubicBezTo>
                  <a:cubicBezTo>
                    <a:pt x="5059" y="1558"/>
                    <a:pt x="3922" y="1"/>
                    <a:pt x="25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8222;p113">
              <a:extLst>
                <a:ext uri="{FF2B5EF4-FFF2-40B4-BE49-F238E27FC236}">
                  <a16:creationId xmlns:a16="http://schemas.microsoft.com/office/drawing/2014/main" id="{AB816A32-B9A2-9C6F-3C76-E6C8220CE80F}"/>
                </a:ext>
              </a:extLst>
            </p:cNvPr>
            <p:cNvSpPr/>
            <p:nvPr/>
          </p:nvSpPr>
          <p:spPr>
            <a:xfrm>
              <a:off x="2751750" y="2903750"/>
              <a:ext cx="52575" cy="171125"/>
            </a:xfrm>
            <a:custGeom>
              <a:avLst/>
              <a:gdLst/>
              <a:ahLst/>
              <a:cxnLst/>
              <a:rect l="l" t="t" r="r" b="b"/>
              <a:pathLst>
                <a:path w="2103" h="6845" extrusionOk="0">
                  <a:moveTo>
                    <a:pt x="1046" y="0"/>
                  </a:moveTo>
                  <a:cubicBezTo>
                    <a:pt x="466" y="0"/>
                    <a:pt x="0" y="1535"/>
                    <a:pt x="0" y="3422"/>
                  </a:cubicBezTo>
                  <a:cubicBezTo>
                    <a:pt x="0" y="5309"/>
                    <a:pt x="466" y="6844"/>
                    <a:pt x="1046" y="6844"/>
                  </a:cubicBezTo>
                  <a:cubicBezTo>
                    <a:pt x="1637" y="6844"/>
                    <a:pt x="2103" y="5309"/>
                    <a:pt x="2103" y="3422"/>
                  </a:cubicBezTo>
                  <a:cubicBezTo>
                    <a:pt x="2103" y="1535"/>
                    <a:pt x="1637"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8223;p113">
              <a:extLst>
                <a:ext uri="{FF2B5EF4-FFF2-40B4-BE49-F238E27FC236}">
                  <a16:creationId xmlns:a16="http://schemas.microsoft.com/office/drawing/2014/main" id="{72C61DD6-34FC-4A5E-0BAA-94A9006B3C7C}"/>
                </a:ext>
              </a:extLst>
            </p:cNvPr>
            <p:cNvSpPr/>
            <p:nvPr/>
          </p:nvSpPr>
          <p:spPr>
            <a:xfrm>
              <a:off x="2750300" y="2902600"/>
              <a:ext cx="55475" cy="173675"/>
            </a:xfrm>
            <a:custGeom>
              <a:avLst/>
              <a:gdLst/>
              <a:ahLst/>
              <a:cxnLst/>
              <a:rect l="l" t="t" r="r" b="b"/>
              <a:pathLst>
                <a:path w="2219" h="6947" extrusionOk="0">
                  <a:moveTo>
                    <a:pt x="1104" y="103"/>
                  </a:moveTo>
                  <a:cubicBezTo>
                    <a:pt x="1650" y="103"/>
                    <a:pt x="2115" y="1649"/>
                    <a:pt x="2115" y="3468"/>
                  </a:cubicBezTo>
                  <a:cubicBezTo>
                    <a:pt x="2115" y="5299"/>
                    <a:pt x="1650" y="6833"/>
                    <a:pt x="1104" y="6833"/>
                  </a:cubicBezTo>
                  <a:cubicBezTo>
                    <a:pt x="569" y="6833"/>
                    <a:pt x="104" y="5299"/>
                    <a:pt x="104" y="3468"/>
                  </a:cubicBezTo>
                  <a:cubicBezTo>
                    <a:pt x="104" y="1649"/>
                    <a:pt x="569" y="103"/>
                    <a:pt x="1104" y="103"/>
                  </a:cubicBezTo>
                  <a:close/>
                  <a:moveTo>
                    <a:pt x="1104" y="1"/>
                  </a:moveTo>
                  <a:cubicBezTo>
                    <a:pt x="490" y="1"/>
                    <a:pt x="1" y="1524"/>
                    <a:pt x="1" y="3468"/>
                  </a:cubicBezTo>
                  <a:cubicBezTo>
                    <a:pt x="1" y="5423"/>
                    <a:pt x="490" y="6947"/>
                    <a:pt x="1104" y="6947"/>
                  </a:cubicBezTo>
                  <a:cubicBezTo>
                    <a:pt x="1729" y="6947"/>
                    <a:pt x="2218" y="5423"/>
                    <a:pt x="2218" y="3468"/>
                  </a:cubicBezTo>
                  <a:cubicBezTo>
                    <a:pt x="2218" y="1524"/>
                    <a:pt x="1729" y="1"/>
                    <a:pt x="11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8224;p113">
              <a:extLst>
                <a:ext uri="{FF2B5EF4-FFF2-40B4-BE49-F238E27FC236}">
                  <a16:creationId xmlns:a16="http://schemas.microsoft.com/office/drawing/2014/main" id="{06137117-D4E8-F706-2443-85C80305C25D}"/>
                </a:ext>
              </a:extLst>
            </p:cNvPr>
            <p:cNvSpPr/>
            <p:nvPr/>
          </p:nvSpPr>
          <p:spPr>
            <a:xfrm>
              <a:off x="2732700" y="2915675"/>
              <a:ext cx="92100" cy="2875"/>
            </a:xfrm>
            <a:custGeom>
              <a:avLst/>
              <a:gdLst/>
              <a:ahLst/>
              <a:cxnLst/>
              <a:rect l="l" t="t" r="r" b="b"/>
              <a:pathLst>
                <a:path w="3684" h="115" extrusionOk="0">
                  <a:moveTo>
                    <a:pt x="0" y="1"/>
                  </a:moveTo>
                  <a:lnTo>
                    <a:pt x="0" y="114"/>
                  </a:lnTo>
                  <a:lnTo>
                    <a:pt x="3683" y="114"/>
                  </a:lnTo>
                  <a:lnTo>
                    <a:pt x="368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8225;p113">
              <a:extLst>
                <a:ext uri="{FF2B5EF4-FFF2-40B4-BE49-F238E27FC236}">
                  <a16:creationId xmlns:a16="http://schemas.microsoft.com/office/drawing/2014/main" id="{12AE6362-2C63-94A3-9C6E-423F284EDFCF}"/>
                </a:ext>
              </a:extLst>
            </p:cNvPr>
            <p:cNvSpPr/>
            <p:nvPr/>
          </p:nvSpPr>
          <p:spPr>
            <a:xfrm>
              <a:off x="2701725" y="2949225"/>
              <a:ext cx="152350" cy="2850"/>
            </a:xfrm>
            <a:custGeom>
              <a:avLst/>
              <a:gdLst/>
              <a:ahLst/>
              <a:cxnLst/>
              <a:rect l="l" t="t" r="r" b="b"/>
              <a:pathLst>
                <a:path w="6094" h="114" extrusionOk="0">
                  <a:moveTo>
                    <a:pt x="0" y="0"/>
                  </a:moveTo>
                  <a:lnTo>
                    <a:pt x="0" y="114"/>
                  </a:lnTo>
                  <a:lnTo>
                    <a:pt x="6094" y="114"/>
                  </a:lnTo>
                  <a:lnTo>
                    <a:pt x="609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8226;p113">
              <a:extLst>
                <a:ext uri="{FF2B5EF4-FFF2-40B4-BE49-F238E27FC236}">
                  <a16:creationId xmlns:a16="http://schemas.microsoft.com/office/drawing/2014/main" id="{5710AC79-C683-D386-9E1C-7BE0C6D5977F}"/>
                </a:ext>
              </a:extLst>
            </p:cNvPr>
            <p:cNvSpPr/>
            <p:nvPr/>
          </p:nvSpPr>
          <p:spPr>
            <a:xfrm>
              <a:off x="2692900" y="2982750"/>
              <a:ext cx="170550" cy="2575"/>
            </a:xfrm>
            <a:custGeom>
              <a:avLst/>
              <a:gdLst/>
              <a:ahLst/>
              <a:cxnLst/>
              <a:rect l="l" t="t" r="r" b="b"/>
              <a:pathLst>
                <a:path w="6822" h="103" extrusionOk="0">
                  <a:moveTo>
                    <a:pt x="1" y="1"/>
                  </a:moveTo>
                  <a:lnTo>
                    <a:pt x="1" y="103"/>
                  </a:lnTo>
                  <a:lnTo>
                    <a:pt x="6822" y="103"/>
                  </a:lnTo>
                  <a:lnTo>
                    <a:pt x="682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8227;p113">
              <a:extLst>
                <a:ext uri="{FF2B5EF4-FFF2-40B4-BE49-F238E27FC236}">
                  <a16:creationId xmlns:a16="http://schemas.microsoft.com/office/drawing/2014/main" id="{6B96D794-266D-F256-C72D-5A066C104169}"/>
                </a:ext>
              </a:extLst>
            </p:cNvPr>
            <p:cNvSpPr/>
            <p:nvPr/>
          </p:nvSpPr>
          <p:spPr>
            <a:xfrm>
              <a:off x="2696600" y="3016300"/>
              <a:ext cx="161725" cy="2575"/>
            </a:xfrm>
            <a:custGeom>
              <a:avLst/>
              <a:gdLst/>
              <a:ahLst/>
              <a:cxnLst/>
              <a:rect l="l" t="t" r="r" b="b"/>
              <a:pathLst>
                <a:path w="6469" h="103" extrusionOk="0">
                  <a:moveTo>
                    <a:pt x="1" y="0"/>
                  </a:moveTo>
                  <a:lnTo>
                    <a:pt x="1" y="102"/>
                  </a:lnTo>
                  <a:lnTo>
                    <a:pt x="6469" y="102"/>
                  </a:lnTo>
                  <a:lnTo>
                    <a:pt x="64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8228;p113">
              <a:extLst>
                <a:ext uri="{FF2B5EF4-FFF2-40B4-BE49-F238E27FC236}">
                  <a16:creationId xmlns:a16="http://schemas.microsoft.com/office/drawing/2014/main" id="{69D4111B-3764-47CF-D451-F3448A358EF1}"/>
                </a:ext>
              </a:extLst>
            </p:cNvPr>
            <p:cNvSpPr/>
            <p:nvPr/>
          </p:nvSpPr>
          <p:spPr>
            <a:xfrm>
              <a:off x="2719625" y="3049825"/>
              <a:ext cx="118250" cy="2575"/>
            </a:xfrm>
            <a:custGeom>
              <a:avLst/>
              <a:gdLst/>
              <a:ahLst/>
              <a:cxnLst/>
              <a:rect l="l" t="t" r="r" b="b"/>
              <a:pathLst>
                <a:path w="4730" h="103" extrusionOk="0">
                  <a:moveTo>
                    <a:pt x="0" y="1"/>
                  </a:moveTo>
                  <a:lnTo>
                    <a:pt x="0" y="103"/>
                  </a:lnTo>
                  <a:lnTo>
                    <a:pt x="4729" y="103"/>
                  </a:lnTo>
                  <a:lnTo>
                    <a:pt x="47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8229;p113">
              <a:extLst>
                <a:ext uri="{FF2B5EF4-FFF2-40B4-BE49-F238E27FC236}">
                  <a16:creationId xmlns:a16="http://schemas.microsoft.com/office/drawing/2014/main" id="{3CEA5D4D-4825-C90E-4BD3-115ACF257F18}"/>
                </a:ext>
              </a:extLst>
            </p:cNvPr>
            <p:cNvSpPr/>
            <p:nvPr/>
          </p:nvSpPr>
          <p:spPr>
            <a:xfrm>
              <a:off x="2580650" y="3174875"/>
              <a:ext cx="171125" cy="171125"/>
            </a:xfrm>
            <a:custGeom>
              <a:avLst/>
              <a:gdLst/>
              <a:ahLst/>
              <a:cxnLst/>
              <a:rect l="l" t="t" r="r" b="b"/>
              <a:pathLst>
                <a:path w="6845" h="6845" extrusionOk="0">
                  <a:moveTo>
                    <a:pt x="3422" y="1"/>
                  </a:moveTo>
                  <a:cubicBezTo>
                    <a:pt x="1524" y="1"/>
                    <a:pt x="0" y="1535"/>
                    <a:pt x="0" y="3422"/>
                  </a:cubicBezTo>
                  <a:cubicBezTo>
                    <a:pt x="0" y="5309"/>
                    <a:pt x="1524" y="6845"/>
                    <a:pt x="3422" y="6845"/>
                  </a:cubicBezTo>
                  <a:cubicBezTo>
                    <a:pt x="5309" y="6845"/>
                    <a:pt x="6844" y="5309"/>
                    <a:pt x="6844" y="3422"/>
                  </a:cubicBezTo>
                  <a:cubicBezTo>
                    <a:pt x="6844" y="1535"/>
                    <a:pt x="5309" y="1"/>
                    <a:pt x="34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8230;p113">
              <a:extLst>
                <a:ext uri="{FF2B5EF4-FFF2-40B4-BE49-F238E27FC236}">
                  <a16:creationId xmlns:a16="http://schemas.microsoft.com/office/drawing/2014/main" id="{C60156FA-9F70-A6B2-A491-376FEE234A78}"/>
                </a:ext>
              </a:extLst>
            </p:cNvPr>
            <p:cNvSpPr/>
            <p:nvPr/>
          </p:nvSpPr>
          <p:spPr>
            <a:xfrm>
              <a:off x="2577800" y="3172050"/>
              <a:ext cx="176525" cy="176500"/>
            </a:xfrm>
            <a:custGeom>
              <a:avLst/>
              <a:gdLst/>
              <a:ahLst/>
              <a:cxnLst/>
              <a:rect l="l" t="t" r="r" b="b"/>
              <a:pathLst>
                <a:path w="7061" h="7060" extrusionOk="0">
                  <a:moveTo>
                    <a:pt x="3536" y="216"/>
                  </a:moveTo>
                  <a:cubicBezTo>
                    <a:pt x="5355" y="216"/>
                    <a:pt x="6845" y="1705"/>
                    <a:pt x="6845" y="3535"/>
                  </a:cubicBezTo>
                  <a:cubicBezTo>
                    <a:pt x="6845" y="5366"/>
                    <a:pt x="5355" y="6844"/>
                    <a:pt x="3536" y="6844"/>
                  </a:cubicBezTo>
                  <a:cubicBezTo>
                    <a:pt x="1706" y="6844"/>
                    <a:pt x="216" y="5366"/>
                    <a:pt x="216" y="3535"/>
                  </a:cubicBezTo>
                  <a:cubicBezTo>
                    <a:pt x="216" y="1705"/>
                    <a:pt x="1706" y="216"/>
                    <a:pt x="3536" y="216"/>
                  </a:cubicBezTo>
                  <a:close/>
                  <a:moveTo>
                    <a:pt x="3536" y="0"/>
                  </a:moveTo>
                  <a:cubicBezTo>
                    <a:pt x="1592" y="0"/>
                    <a:pt x="1" y="1592"/>
                    <a:pt x="1" y="3535"/>
                  </a:cubicBezTo>
                  <a:cubicBezTo>
                    <a:pt x="1" y="5480"/>
                    <a:pt x="1592" y="7060"/>
                    <a:pt x="3536" y="7060"/>
                  </a:cubicBezTo>
                  <a:cubicBezTo>
                    <a:pt x="5480" y="7060"/>
                    <a:pt x="7060" y="5480"/>
                    <a:pt x="7060" y="3535"/>
                  </a:cubicBezTo>
                  <a:cubicBezTo>
                    <a:pt x="7060" y="1592"/>
                    <a:pt x="5480" y="0"/>
                    <a:pt x="35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8231;p113">
              <a:extLst>
                <a:ext uri="{FF2B5EF4-FFF2-40B4-BE49-F238E27FC236}">
                  <a16:creationId xmlns:a16="http://schemas.microsoft.com/office/drawing/2014/main" id="{3B687B72-F528-6E65-F6EB-5E161FB0EAC1}"/>
                </a:ext>
              </a:extLst>
            </p:cNvPr>
            <p:cNvSpPr/>
            <p:nvPr/>
          </p:nvSpPr>
          <p:spPr>
            <a:xfrm>
              <a:off x="2606800" y="3220050"/>
              <a:ext cx="113400" cy="90700"/>
            </a:xfrm>
            <a:custGeom>
              <a:avLst/>
              <a:gdLst/>
              <a:ahLst/>
              <a:cxnLst/>
              <a:rect l="l" t="t" r="r" b="b"/>
              <a:pathLst>
                <a:path w="4536" h="3628" extrusionOk="0">
                  <a:moveTo>
                    <a:pt x="0" y="1"/>
                  </a:moveTo>
                  <a:lnTo>
                    <a:pt x="0" y="3628"/>
                  </a:lnTo>
                  <a:lnTo>
                    <a:pt x="4536" y="3628"/>
                  </a:lnTo>
                  <a:lnTo>
                    <a:pt x="45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8232;p113">
              <a:extLst>
                <a:ext uri="{FF2B5EF4-FFF2-40B4-BE49-F238E27FC236}">
                  <a16:creationId xmlns:a16="http://schemas.microsoft.com/office/drawing/2014/main" id="{57C261AA-0270-ACAE-DC5D-B011C5F5D91C}"/>
                </a:ext>
              </a:extLst>
            </p:cNvPr>
            <p:cNvSpPr/>
            <p:nvPr/>
          </p:nvSpPr>
          <p:spPr>
            <a:xfrm>
              <a:off x="2604225" y="3217225"/>
              <a:ext cx="118825" cy="96075"/>
            </a:xfrm>
            <a:custGeom>
              <a:avLst/>
              <a:gdLst/>
              <a:ahLst/>
              <a:cxnLst/>
              <a:rect l="l" t="t" r="r" b="b"/>
              <a:pathLst>
                <a:path w="4753" h="3843" extrusionOk="0">
                  <a:moveTo>
                    <a:pt x="4537" y="217"/>
                  </a:moveTo>
                  <a:lnTo>
                    <a:pt x="4537" y="3627"/>
                  </a:lnTo>
                  <a:lnTo>
                    <a:pt x="217" y="3627"/>
                  </a:lnTo>
                  <a:lnTo>
                    <a:pt x="217" y="217"/>
                  </a:lnTo>
                  <a:close/>
                  <a:moveTo>
                    <a:pt x="1" y="0"/>
                  </a:moveTo>
                  <a:lnTo>
                    <a:pt x="1" y="3843"/>
                  </a:lnTo>
                  <a:lnTo>
                    <a:pt x="4753" y="3843"/>
                  </a:lnTo>
                  <a:lnTo>
                    <a:pt x="47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8233;p113">
              <a:extLst>
                <a:ext uri="{FF2B5EF4-FFF2-40B4-BE49-F238E27FC236}">
                  <a16:creationId xmlns:a16="http://schemas.microsoft.com/office/drawing/2014/main" id="{9BBC80C3-1D93-33E4-D111-2EC1E2F39CAE}"/>
                </a:ext>
              </a:extLst>
            </p:cNvPr>
            <p:cNvSpPr/>
            <p:nvPr/>
          </p:nvSpPr>
          <p:spPr>
            <a:xfrm>
              <a:off x="2599675" y="3220050"/>
              <a:ext cx="127650" cy="36700"/>
            </a:xfrm>
            <a:custGeom>
              <a:avLst/>
              <a:gdLst/>
              <a:ahLst/>
              <a:cxnLst/>
              <a:rect l="l" t="t" r="r" b="b"/>
              <a:pathLst>
                <a:path w="5106" h="1468" extrusionOk="0">
                  <a:moveTo>
                    <a:pt x="1" y="1"/>
                  </a:moveTo>
                  <a:lnTo>
                    <a:pt x="1" y="1468"/>
                  </a:lnTo>
                  <a:lnTo>
                    <a:pt x="5106" y="1468"/>
                  </a:lnTo>
                  <a:lnTo>
                    <a:pt x="51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8234;p113">
              <a:extLst>
                <a:ext uri="{FF2B5EF4-FFF2-40B4-BE49-F238E27FC236}">
                  <a16:creationId xmlns:a16="http://schemas.microsoft.com/office/drawing/2014/main" id="{65D3DFDC-4E21-19DE-28D5-ECF6B0EDB2FA}"/>
                </a:ext>
              </a:extLst>
            </p:cNvPr>
            <p:cNvSpPr/>
            <p:nvPr/>
          </p:nvSpPr>
          <p:spPr>
            <a:xfrm>
              <a:off x="2597125" y="3217225"/>
              <a:ext cx="133050" cy="42375"/>
            </a:xfrm>
            <a:custGeom>
              <a:avLst/>
              <a:gdLst/>
              <a:ahLst/>
              <a:cxnLst/>
              <a:rect l="l" t="t" r="r" b="b"/>
              <a:pathLst>
                <a:path w="5322" h="1695" extrusionOk="0">
                  <a:moveTo>
                    <a:pt x="5105" y="217"/>
                  </a:moveTo>
                  <a:lnTo>
                    <a:pt x="5105" y="1478"/>
                  </a:lnTo>
                  <a:lnTo>
                    <a:pt x="216" y="1478"/>
                  </a:lnTo>
                  <a:lnTo>
                    <a:pt x="216" y="217"/>
                  </a:lnTo>
                  <a:close/>
                  <a:moveTo>
                    <a:pt x="1" y="0"/>
                  </a:moveTo>
                  <a:lnTo>
                    <a:pt x="1" y="1695"/>
                  </a:lnTo>
                  <a:lnTo>
                    <a:pt x="5321" y="1695"/>
                  </a:lnTo>
                  <a:lnTo>
                    <a:pt x="53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8235;p113">
              <a:extLst>
                <a:ext uri="{FF2B5EF4-FFF2-40B4-BE49-F238E27FC236}">
                  <a16:creationId xmlns:a16="http://schemas.microsoft.com/office/drawing/2014/main" id="{25AD72C6-0E3C-6968-9FC7-3137518DBBEF}"/>
                </a:ext>
              </a:extLst>
            </p:cNvPr>
            <p:cNvSpPr/>
            <p:nvPr/>
          </p:nvSpPr>
          <p:spPr>
            <a:xfrm>
              <a:off x="2615900" y="3189300"/>
              <a:ext cx="47475" cy="29650"/>
            </a:xfrm>
            <a:custGeom>
              <a:avLst/>
              <a:gdLst/>
              <a:ahLst/>
              <a:cxnLst/>
              <a:rect l="l" t="t" r="r" b="b"/>
              <a:pathLst>
                <a:path w="1899" h="1186" extrusionOk="0">
                  <a:moveTo>
                    <a:pt x="664" y="1"/>
                  </a:moveTo>
                  <a:cubicBezTo>
                    <a:pt x="658" y="1"/>
                    <a:pt x="652" y="1"/>
                    <a:pt x="648" y="3"/>
                  </a:cubicBezTo>
                  <a:cubicBezTo>
                    <a:pt x="466" y="60"/>
                    <a:pt x="0" y="890"/>
                    <a:pt x="261" y="981"/>
                  </a:cubicBezTo>
                  <a:cubicBezTo>
                    <a:pt x="534" y="1072"/>
                    <a:pt x="1898" y="1186"/>
                    <a:pt x="1898" y="1186"/>
                  </a:cubicBezTo>
                  <a:cubicBezTo>
                    <a:pt x="1898" y="1186"/>
                    <a:pt x="886" y="1"/>
                    <a:pt x="6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8236;p113">
              <a:extLst>
                <a:ext uri="{FF2B5EF4-FFF2-40B4-BE49-F238E27FC236}">
                  <a16:creationId xmlns:a16="http://schemas.microsoft.com/office/drawing/2014/main" id="{74B6CD1C-6D35-B626-992F-779F60E4F0EA}"/>
                </a:ext>
              </a:extLst>
            </p:cNvPr>
            <p:cNvSpPr/>
            <p:nvPr/>
          </p:nvSpPr>
          <p:spPr>
            <a:xfrm>
              <a:off x="2663650" y="3189300"/>
              <a:ext cx="47750" cy="29650"/>
            </a:xfrm>
            <a:custGeom>
              <a:avLst/>
              <a:gdLst/>
              <a:ahLst/>
              <a:cxnLst/>
              <a:rect l="l" t="t" r="r" b="b"/>
              <a:pathLst>
                <a:path w="1910" h="1186" extrusionOk="0">
                  <a:moveTo>
                    <a:pt x="1234" y="1"/>
                  </a:moveTo>
                  <a:cubicBezTo>
                    <a:pt x="1013" y="1"/>
                    <a:pt x="0" y="1186"/>
                    <a:pt x="0" y="1186"/>
                  </a:cubicBezTo>
                  <a:cubicBezTo>
                    <a:pt x="0" y="1186"/>
                    <a:pt x="1375" y="1072"/>
                    <a:pt x="1637" y="981"/>
                  </a:cubicBezTo>
                  <a:cubicBezTo>
                    <a:pt x="1910" y="890"/>
                    <a:pt x="1432" y="60"/>
                    <a:pt x="1251" y="3"/>
                  </a:cubicBezTo>
                  <a:cubicBezTo>
                    <a:pt x="1246" y="1"/>
                    <a:pt x="1240" y="1"/>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8237;p113">
              <a:extLst>
                <a:ext uri="{FF2B5EF4-FFF2-40B4-BE49-F238E27FC236}">
                  <a16:creationId xmlns:a16="http://schemas.microsoft.com/office/drawing/2014/main" id="{674C2CE4-BB39-71BE-94F9-F3E233CF9663}"/>
                </a:ext>
              </a:extLst>
            </p:cNvPr>
            <p:cNvSpPr/>
            <p:nvPr/>
          </p:nvSpPr>
          <p:spPr>
            <a:xfrm>
              <a:off x="2655375" y="3221200"/>
              <a:ext cx="16250" cy="62550"/>
            </a:xfrm>
            <a:custGeom>
              <a:avLst/>
              <a:gdLst/>
              <a:ahLst/>
              <a:cxnLst/>
              <a:rect l="l" t="t" r="r" b="b"/>
              <a:pathLst>
                <a:path w="650" h="2502" extrusionOk="0">
                  <a:moveTo>
                    <a:pt x="1" y="0"/>
                  </a:moveTo>
                  <a:lnTo>
                    <a:pt x="1" y="2502"/>
                  </a:lnTo>
                  <a:lnTo>
                    <a:pt x="331" y="1945"/>
                  </a:lnTo>
                  <a:lnTo>
                    <a:pt x="649" y="2502"/>
                  </a:lnTo>
                  <a:lnTo>
                    <a:pt x="6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8238;p113">
              <a:extLst>
                <a:ext uri="{FF2B5EF4-FFF2-40B4-BE49-F238E27FC236}">
                  <a16:creationId xmlns:a16="http://schemas.microsoft.com/office/drawing/2014/main" id="{5915CB6C-ABD9-50CD-981E-DED979BC909E}"/>
                </a:ext>
              </a:extLst>
            </p:cNvPr>
            <p:cNvSpPr/>
            <p:nvPr/>
          </p:nvSpPr>
          <p:spPr>
            <a:xfrm>
              <a:off x="2704000" y="3257000"/>
              <a:ext cx="859175" cy="585250"/>
            </a:xfrm>
            <a:custGeom>
              <a:avLst/>
              <a:gdLst/>
              <a:ahLst/>
              <a:cxnLst/>
              <a:rect l="l" t="t" r="r" b="b"/>
              <a:pathLst>
                <a:path w="34367" h="23410" extrusionOk="0">
                  <a:moveTo>
                    <a:pt x="16973" y="1"/>
                  </a:moveTo>
                  <a:lnTo>
                    <a:pt x="0" y="9562"/>
                  </a:lnTo>
                  <a:lnTo>
                    <a:pt x="205" y="23409"/>
                  </a:lnTo>
                  <a:lnTo>
                    <a:pt x="34367" y="23409"/>
                  </a:lnTo>
                  <a:lnTo>
                    <a:pt x="34367" y="9562"/>
                  </a:lnTo>
                  <a:lnTo>
                    <a:pt x="1697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8239;p113">
              <a:extLst>
                <a:ext uri="{FF2B5EF4-FFF2-40B4-BE49-F238E27FC236}">
                  <a16:creationId xmlns:a16="http://schemas.microsoft.com/office/drawing/2014/main" id="{D0A636FD-8FC2-C6C6-B396-70F19B831BF1}"/>
                </a:ext>
              </a:extLst>
            </p:cNvPr>
            <p:cNvSpPr/>
            <p:nvPr/>
          </p:nvSpPr>
          <p:spPr>
            <a:xfrm>
              <a:off x="2702575" y="3255675"/>
              <a:ext cx="862025" cy="587975"/>
            </a:xfrm>
            <a:custGeom>
              <a:avLst/>
              <a:gdLst/>
              <a:ahLst/>
              <a:cxnLst/>
              <a:rect l="l" t="t" r="r" b="b"/>
              <a:pathLst>
                <a:path w="34481" h="23519" extrusionOk="0">
                  <a:moveTo>
                    <a:pt x="17030" y="122"/>
                  </a:moveTo>
                  <a:lnTo>
                    <a:pt x="34367" y="9649"/>
                  </a:lnTo>
                  <a:lnTo>
                    <a:pt x="34367" y="23405"/>
                  </a:lnTo>
                  <a:lnTo>
                    <a:pt x="318" y="23405"/>
                  </a:lnTo>
                  <a:lnTo>
                    <a:pt x="114" y="9638"/>
                  </a:lnTo>
                  <a:lnTo>
                    <a:pt x="17030" y="122"/>
                  </a:lnTo>
                  <a:close/>
                  <a:moveTo>
                    <a:pt x="17030" y="0"/>
                  </a:moveTo>
                  <a:cubicBezTo>
                    <a:pt x="17022" y="0"/>
                    <a:pt x="17013" y="3"/>
                    <a:pt x="17007" y="8"/>
                  </a:cubicBezTo>
                  <a:lnTo>
                    <a:pt x="35" y="9570"/>
                  </a:lnTo>
                  <a:cubicBezTo>
                    <a:pt x="12" y="9581"/>
                    <a:pt x="0" y="9592"/>
                    <a:pt x="0" y="9615"/>
                  </a:cubicBezTo>
                  <a:lnTo>
                    <a:pt x="216" y="23462"/>
                  </a:lnTo>
                  <a:cubicBezTo>
                    <a:pt x="216" y="23496"/>
                    <a:pt x="239" y="23518"/>
                    <a:pt x="262" y="23518"/>
                  </a:cubicBezTo>
                  <a:lnTo>
                    <a:pt x="34424" y="23518"/>
                  </a:lnTo>
                  <a:cubicBezTo>
                    <a:pt x="34446" y="23518"/>
                    <a:pt x="34481" y="23496"/>
                    <a:pt x="34481" y="23462"/>
                  </a:cubicBezTo>
                  <a:lnTo>
                    <a:pt x="34481" y="9615"/>
                  </a:lnTo>
                  <a:cubicBezTo>
                    <a:pt x="34481" y="9592"/>
                    <a:pt x="34469" y="9570"/>
                    <a:pt x="34446" y="9570"/>
                  </a:cubicBezTo>
                  <a:lnTo>
                    <a:pt x="17053" y="8"/>
                  </a:lnTo>
                  <a:cubicBezTo>
                    <a:pt x="17047" y="3"/>
                    <a:pt x="17039" y="0"/>
                    <a:pt x="170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8240;p113">
              <a:extLst>
                <a:ext uri="{FF2B5EF4-FFF2-40B4-BE49-F238E27FC236}">
                  <a16:creationId xmlns:a16="http://schemas.microsoft.com/office/drawing/2014/main" id="{67C84EA5-EAFB-1D52-D774-86FC489A2925}"/>
                </a:ext>
              </a:extLst>
            </p:cNvPr>
            <p:cNvSpPr/>
            <p:nvPr/>
          </p:nvSpPr>
          <p:spPr>
            <a:xfrm>
              <a:off x="2815975" y="3321525"/>
              <a:ext cx="635225" cy="565050"/>
            </a:xfrm>
            <a:custGeom>
              <a:avLst/>
              <a:gdLst/>
              <a:ahLst/>
              <a:cxnLst/>
              <a:rect l="l" t="t" r="r" b="b"/>
              <a:pathLst>
                <a:path w="25409" h="22602" extrusionOk="0">
                  <a:moveTo>
                    <a:pt x="1" y="1"/>
                  </a:moveTo>
                  <a:lnTo>
                    <a:pt x="1" y="22602"/>
                  </a:lnTo>
                  <a:lnTo>
                    <a:pt x="25409" y="22602"/>
                  </a:lnTo>
                  <a:lnTo>
                    <a:pt x="254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8241;p113">
              <a:extLst>
                <a:ext uri="{FF2B5EF4-FFF2-40B4-BE49-F238E27FC236}">
                  <a16:creationId xmlns:a16="http://schemas.microsoft.com/office/drawing/2014/main" id="{E1F6B333-181A-D510-DE53-C4F0ABEA7BDC}"/>
                </a:ext>
              </a:extLst>
            </p:cNvPr>
            <p:cNvSpPr/>
            <p:nvPr/>
          </p:nvSpPr>
          <p:spPr>
            <a:xfrm>
              <a:off x="2814550" y="3320100"/>
              <a:ext cx="638075" cy="567875"/>
            </a:xfrm>
            <a:custGeom>
              <a:avLst/>
              <a:gdLst/>
              <a:ahLst/>
              <a:cxnLst/>
              <a:rect l="l" t="t" r="r" b="b"/>
              <a:pathLst>
                <a:path w="25523" h="22715" extrusionOk="0">
                  <a:moveTo>
                    <a:pt x="25409" y="114"/>
                  </a:moveTo>
                  <a:lnTo>
                    <a:pt x="25409" y="22601"/>
                  </a:lnTo>
                  <a:lnTo>
                    <a:pt x="114" y="22601"/>
                  </a:lnTo>
                  <a:lnTo>
                    <a:pt x="114" y="114"/>
                  </a:lnTo>
                  <a:close/>
                  <a:moveTo>
                    <a:pt x="0" y="1"/>
                  </a:moveTo>
                  <a:lnTo>
                    <a:pt x="0" y="22715"/>
                  </a:lnTo>
                  <a:lnTo>
                    <a:pt x="25523" y="22715"/>
                  </a:lnTo>
                  <a:lnTo>
                    <a:pt x="255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8242;p113">
              <a:extLst>
                <a:ext uri="{FF2B5EF4-FFF2-40B4-BE49-F238E27FC236}">
                  <a16:creationId xmlns:a16="http://schemas.microsoft.com/office/drawing/2014/main" id="{75D388A3-7445-D117-D7D9-5646BEE02E70}"/>
                </a:ext>
              </a:extLst>
            </p:cNvPr>
            <p:cNvSpPr/>
            <p:nvPr/>
          </p:nvSpPr>
          <p:spPr>
            <a:xfrm>
              <a:off x="2888725" y="3419000"/>
              <a:ext cx="481750" cy="2875"/>
            </a:xfrm>
            <a:custGeom>
              <a:avLst/>
              <a:gdLst/>
              <a:ahLst/>
              <a:cxnLst/>
              <a:rect l="l" t="t" r="r" b="b"/>
              <a:pathLst>
                <a:path w="19270" h="115" extrusionOk="0">
                  <a:moveTo>
                    <a:pt x="1" y="1"/>
                  </a:moveTo>
                  <a:lnTo>
                    <a:pt x="1" y="115"/>
                  </a:lnTo>
                  <a:lnTo>
                    <a:pt x="19270" y="115"/>
                  </a:lnTo>
                  <a:lnTo>
                    <a:pt x="19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8243;p113">
              <a:extLst>
                <a:ext uri="{FF2B5EF4-FFF2-40B4-BE49-F238E27FC236}">
                  <a16:creationId xmlns:a16="http://schemas.microsoft.com/office/drawing/2014/main" id="{CA5AFBCF-4B7C-C1D6-F3EF-A1E875367B77}"/>
                </a:ext>
              </a:extLst>
            </p:cNvPr>
            <p:cNvSpPr/>
            <p:nvPr/>
          </p:nvSpPr>
          <p:spPr>
            <a:xfrm>
              <a:off x="2888725" y="3468475"/>
              <a:ext cx="481750" cy="2850"/>
            </a:xfrm>
            <a:custGeom>
              <a:avLst/>
              <a:gdLst/>
              <a:ahLst/>
              <a:cxnLst/>
              <a:rect l="l" t="t" r="r" b="b"/>
              <a:pathLst>
                <a:path w="19270" h="114" extrusionOk="0">
                  <a:moveTo>
                    <a:pt x="1" y="0"/>
                  </a:moveTo>
                  <a:lnTo>
                    <a:pt x="1" y="114"/>
                  </a:lnTo>
                  <a:lnTo>
                    <a:pt x="19270" y="114"/>
                  </a:lnTo>
                  <a:lnTo>
                    <a:pt x="192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8244;p113">
              <a:extLst>
                <a:ext uri="{FF2B5EF4-FFF2-40B4-BE49-F238E27FC236}">
                  <a16:creationId xmlns:a16="http://schemas.microsoft.com/office/drawing/2014/main" id="{84774BCD-CFBE-B65E-22C2-CADCA6FE954B}"/>
                </a:ext>
              </a:extLst>
            </p:cNvPr>
            <p:cNvSpPr/>
            <p:nvPr/>
          </p:nvSpPr>
          <p:spPr>
            <a:xfrm>
              <a:off x="2888725" y="3518200"/>
              <a:ext cx="481750" cy="2575"/>
            </a:xfrm>
            <a:custGeom>
              <a:avLst/>
              <a:gdLst/>
              <a:ahLst/>
              <a:cxnLst/>
              <a:rect l="l" t="t" r="r" b="b"/>
              <a:pathLst>
                <a:path w="19270" h="103" extrusionOk="0">
                  <a:moveTo>
                    <a:pt x="1" y="1"/>
                  </a:moveTo>
                  <a:lnTo>
                    <a:pt x="1" y="103"/>
                  </a:lnTo>
                  <a:lnTo>
                    <a:pt x="19270" y="103"/>
                  </a:lnTo>
                  <a:lnTo>
                    <a:pt x="19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8245;p113">
              <a:extLst>
                <a:ext uri="{FF2B5EF4-FFF2-40B4-BE49-F238E27FC236}">
                  <a16:creationId xmlns:a16="http://schemas.microsoft.com/office/drawing/2014/main" id="{EC2D4D7B-3A41-87D1-6B69-B9DBA6DC594A}"/>
                </a:ext>
              </a:extLst>
            </p:cNvPr>
            <p:cNvSpPr/>
            <p:nvPr/>
          </p:nvSpPr>
          <p:spPr>
            <a:xfrm>
              <a:off x="2888725" y="3567675"/>
              <a:ext cx="481750" cy="2550"/>
            </a:xfrm>
            <a:custGeom>
              <a:avLst/>
              <a:gdLst/>
              <a:ahLst/>
              <a:cxnLst/>
              <a:rect l="l" t="t" r="r" b="b"/>
              <a:pathLst>
                <a:path w="19270" h="102" extrusionOk="0">
                  <a:moveTo>
                    <a:pt x="1" y="0"/>
                  </a:moveTo>
                  <a:lnTo>
                    <a:pt x="1" y="102"/>
                  </a:lnTo>
                  <a:lnTo>
                    <a:pt x="19270" y="102"/>
                  </a:lnTo>
                  <a:lnTo>
                    <a:pt x="192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8246;p113">
              <a:extLst>
                <a:ext uri="{FF2B5EF4-FFF2-40B4-BE49-F238E27FC236}">
                  <a16:creationId xmlns:a16="http://schemas.microsoft.com/office/drawing/2014/main" id="{F272AF36-FEE9-E439-AA19-368B4BB62984}"/>
                </a:ext>
              </a:extLst>
            </p:cNvPr>
            <p:cNvSpPr/>
            <p:nvPr/>
          </p:nvSpPr>
          <p:spPr>
            <a:xfrm>
              <a:off x="2888725" y="3617125"/>
              <a:ext cx="481750" cy="2575"/>
            </a:xfrm>
            <a:custGeom>
              <a:avLst/>
              <a:gdLst/>
              <a:ahLst/>
              <a:cxnLst/>
              <a:rect l="l" t="t" r="r" b="b"/>
              <a:pathLst>
                <a:path w="19270" h="103" extrusionOk="0">
                  <a:moveTo>
                    <a:pt x="1" y="0"/>
                  </a:moveTo>
                  <a:lnTo>
                    <a:pt x="1" y="102"/>
                  </a:lnTo>
                  <a:lnTo>
                    <a:pt x="19270" y="102"/>
                  </a:lnTo>
                  <a:lnTo>
                    <a:pt x="192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8247;p113">
              <a:extLst>
                <a:ext uri="{FF2B5EF4-FFF2-40B4-BE49-F238E27FC236}">
                  <a16:creationId xmlns:a16="http://schemas.microsoft.com/office/drawing/2014/main" id="{1BDF8C0A-8D4C-64AE-564E-253F833EBF8A}"/>
                </a:ext>
              </a:extLst>
            </p:cNvPr>
            <p:cNvSpPr/>
            <p:nvPr/>
          </p:nvSpPr>
          <p:spPr>
            <a:xfrm>
              <a:off x="2888725" y="3666575"/>
              <a:ext cx="481750" cy="2575"/>
            </a:xfrm>
            <a:custGeom>
              <a:avLst/>
              <a:gdLst/>
              <a:ahLst/>
              <a:cxnLst/>
              <a:rect l="l" t="t" r="r" b="b"/>
              <a:pathLst>
                <a:path w="19270" h="103" extrusionOk="0">
                  <a:moveTo>
                    <a:pt x="1" y="0"/>
                  </a:moveTo>
                  <a:lnTo>
                    <a:pt x="1" y="102"/>
                  </a:lnTo>
                  <a:lnTo>
                    <a:pt x="19270" y="102"/>
                  </a:lnTo>
                  <a:lnTo>
                    <a:pt x="192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8248;p113">
              <a:extLst>
                <a:ext uri="{FF2B5EF4-FFF2-40B4-BE49-F238E27FC236}">
                  <a16:creationId xmlns:a16="http://schemas.microsoft.com/office/drawing/2014/main" id="{CE5B7FC6-9D4C-63C1-0622-19E2EA1B2CB5}"/>
                </a:ext>
              </a:extLst>
            </p:cNvPr>
            <p:cNvSpPr/>
            <p:nvPr/>
          </p:nvSpPr>
          <p:spPr>
            <a:xfrm>
              <a:off x="2704000" y="3496050"/>
              <a:ext cx="859175" cy="476350"/>
            </a:xfrm>
            <a:custGeom>
              <a:avLst/>
              <a:gdLst/>
              <a:ahLst/>
              <a:cxnLst/>
              <a:rect l="l" t="t" r="r" b="b"/>
              <a:pathLst>
                <a:path w="34367" h="19054" extrusionOk="0">
                  <a:moveTo>
                    <a:pt x="0" y="0"/>
                  </a:moveTo>
                  <a:lnTo>
                    <a:pt x="0" y="19054"/>
                  </a:lnTo>
                  <a:lnTo>
                    <a:pt x="34367" y="19054"/>
                  </a:lnTo>
                  <a:lnTo>
                    <a:pt x="34367" y="0"/>
                  </a:lnTo>
                  <a:lnTo>
                    <a:pt x="17178" y="11664"/>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8249;p113">
              <a:extLst>
                <a:ext uri="{FF2B5EF4-FFF2-40B4-BE49-F238E27FC236}">
                  <a16:creationId xmlns:a16="http://schemas.microsoft.com/office/drawing/2014/main" id="{32ECB6D3-408D-FD06-4700-C86D518F7573}"/>
                </a:ext>
              </a:extLst>
            </p:cNvPr>
            <p:cNvSpPr/>
            <p:nvPr/>
          </p:nvSpPr>
          <p:spPr>
            <a:xfrm>
              <a:off x="2702575" y="3493475"/>
              <a:ext cx="862025" cy="480350"/>
            </a:xfrm>
            <a:custGeom>
              <a:avLst/>
              <a:gdLst/>
              <a:ahLst/>
              <a:cxnLst/>
              <a:rect l="l" t="t" r="r" b="b"/>
              <a:pathLst>
                <a:path w="34481" h="19214" extrusionOk="0">
                  <a:moveTo>
                    <a:pt x="34367" y="205"/>
                  </a:moveTo>
                  <a:lnTo>
                    <a:pt x="34367" y="19099"/>
                  </a:lnTo>
                  <a:lnTo>
                    <a:pt x="114" y="19099"/>
                  </a:lnTo>
                  <a:lnTo>
                    <a:pt x="114" y="205"/>
                  </a:lnTo>
                  <a:lnTo>
                    <a:pt x="17212" y="11813"/>
                  </a:lnTo>
                  <a:lnTo>
                    <a:pt x="17235" y="11824"/>
                  </a:lnTo>
                  <a:lnTo>
                    <a:pt x="34367" y="205"/>
                  </a:lnTo>
                  <a:close/>
                  <a:moveTo>
                    <a:pt x="0" y="0"/>
                  </a:moveTo>
                  <a:lnTo>
                    <a:pt x="0" y="19213"/>
                  </a:lnTo>
                  <a:lnTo>
                    <a:pt x="34481" y="19213"/>
                  </a:lnTo>
                  <a:lnTo>
                    <a:pt x="34481" y="0"/>
                  </a:lnTo>
                  <a:lnTo>
                    <a:pt x="17235" y="11699"/>
                  </a:lnTo>
                  <a:lnTo>
                    <a:pt x="80" y="58"/>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8250;p113">
              <a:extLst>
                <a:ext uri="{FF2B5EF4-FFF2-40B4-BE49-F238E27FC236}">
                  <a16:creationId xmlns:a16="http://schemas.microsoft.com/office/drawing/2014/main" id="{4BBF87D6-B228-A011-78EE-E544FD8FF756}"/>
                </a:ext>
              </a:extLst>
            </p:cNvPr>
            <p:cNvSpPr/>
            <p:nvPr/>
          </p:nvSpPr>
          <p:spPr>
            <a:xfrm>
              <a:off x="2703125" y="3706925"/>
              <a:ext cx="314100" cy="266625"/>
            </a:xfrm>
            <a:custGeom>
              <a:avLst/>
              <a:gdLst/>
              <a:ahLst/>
              <a:cxnLst/>
              <a:rect l="l" t="t" r="r" b="b"/>
              <a:pathLst>
                <a:path w="12564" h="10665" extrusionOk="0">
                  <a:moveTo>
                    <a:pt x="12495" y="1"/>
                  </a:moveTo>
                  <a:lnTo>
                    <a:pt x="1" y="10584"/>
                  </a:lnTo>
                  <a:lnTo>
                    <a:pt x="69" y="10664"/>
                  </a:lnTo>
                  <a:lnTo>
                    <a:pt x="12563" y="80"/>
                  </a:lnTo>
                  <a:lnTo>
                    <a:pt x="124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8251;p113">
              <a:extLst>
                <a:ext uri="{FF2B5EF4-FFF2-40B4-BE49-F238E27FC236}">
                  <a16:creationId xmlns:a16="http://schemas.microsoft.com/office/drawing/2014/main" id="{7B65DD1A-FECE-2080-1DF8-4CF9702BDB8E}"/>
                </a:ext>
              </a:extLst>
            </p:cNvPr>
            <p:cNvSpPr/>
            <p:nvPr/>
          </p:nvSpPr>
          <p:spPr>
            <a:xfrm>
              <a:off x="3250825" y="3706350"/>
              <a:ext cx="311775" cy="267200"/>
            </a:xfrm>
            <a:custGeom>
              <a:avLst/>
              <a:gdLst/>
              <a:ahLst/>
              <a:cxnLst/>
              <a:rect l="l" t="t" r="r" b="b"/>
              <a:pathLst>
                <a:path w="12471" h="10688" extrusionOk="0">
                  <a:moveTo>
                    <a:pt x="68" y="1"/>
                  </a:moveTo>
                  <a:lnTo>
                    <a:pt x="0" y="80"/>
                  </a:lnTo>
                  <a:lnTo>
                    <a:pt x="12403" y="10687"/>
                  </a:lnTo>
                  <a:lnTo>
                    <a:pt x="12471" y="10607"/>
                  </a:lnTo>
                  <a:lnTo>
                    <a:pt x="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8252;p113">
              <a:extLst>
                <a:ext uri="{FF2B5EF4-FFF2-40B4-BE49-F238E27FC236}">
                  <a16:creationId xmlns:a16="http://schemas.microsoft.com/office/drawing/2014/main" id="{CB8E2DF6-64B2-699E-4CD8-4B95EBAD6D58}"/>
                </a:ext>
              </a:extLst>
            </p:cNvPr>
            <p:cNvSpPr/>
            <p:nvPr/>
          </p:nvSpPr>
          <p:spPr>
            <a:xfrm>
              <a:off x="3202775" y="3156975"/>
              <a:ext cx="76500" cy="181125"/>
            </a:xfrm>
            <a:custGeom>
              <a:avLst/>
              <a:gdLst/>
              <a:ahLst/>
              <a:cxnLst/>
              <a:rect l="l" t="t" r="r" b="b"/>
              <a:pathLst>
                <a:path w="3060" h="7245" extrusionOk="0">
                  <a:moveTo>
                    <a:pt x="1206" y="0"/>
                  </a:moveTo>
                  <a:cubicBezTo>
                    <a:pt x="1206" y="0"/>
                    <a:pt x="945" y="114"/>
                    <a:pt x="945" y="285"/>
                  </a:cubicBezTo>
                  <a:cubicBezTo>
                    <a:pt x="945" y="285"/>
                    <a:pt x="819" y="887"/>
                    <a:pt x="990" y="1081"/>
                  </a:cubicBezTo>
                  <a:cubicBezTo>
                    <a:pt x="1160" y="1273"/>
                    <a:pt x="1809" y="1967"/>
                    <a:pt x="1809" y="2069"/>
                  </a:cubicBezTo>
                  <a:cubicBezTo>
                    <a:pt x="1809" y="2183"/>
                    <a:pt x="1592" y="5287"/>
                    <a:pt x="1592" y="5287"/>
                  </a:cubicBezTo>
                  <a:lnTo>
                    <a:pt x="603" y="4570"/>
                  </a:lnTo>
                  <a:lnTo>
                    <a:pt x="1" y="6435"/>
                  </a:lnTo>
                  <a:cubicBezTo>
                    <a:pt x="1" y="6435"/>
                    <a:pt x="1513" y="7083"/>
                    <a:pt x="2229" y="7208"/>
                  </a:cubicBezTo>
                  <a:cubicBezTo>
                    <a:pt x="2365" y="7232"/>
                    <a:pt x="2480" y="7244"/>
                    <a:pt x="2577" y="7244"/>
                  </a:cubicBezTo>
                  <a:cubicBezTo>
                    <a:pt x="2978" y="7244"/>
                    <a:pt x="3059" y="7032"/>
                    <a:pt x="3059" y="6583"/>
                  </a:cubicBezTo>
                  <a:cubicBezTo>
                    <a:pt x="3059" y="6025"/>
                    <a:pt x="2502" y="1728"/>
                    <a:pt x="2502" y="1728"/>
                  </a:cubicBezTo>
                  <a:cubicBezTo>
                    <a:pt x="2502" y="1728"/>
                    <a:pt x="2673" y="740"/>
                    <a:pt x="2673" y="569"/>
                  </a:cubicBezTo>
                  <a:cubicBezTo>
                    <a:pt x="2673" y="387"/>
                    <a:pt x="2741" y="308"/>
                    <a:pt x="2593" y="217"/>
                  </a:cubicBezTo>
                  <a:cubicBezTo>
                    <a:pt x="2433" y="137"/>
                    <a:pt x="1206" y="0"/>
                    <a:pt x="1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8253;p113">
              <a:extLst>
                <a:ext uri="{FF2B5EF4-FFF2-40B4-BE49-F238E27FC236}">
                  <a16:creationId xmlns:a16="http://schemas.microsoft.com/office/drawing/2014/main" id="{416840D9-6D62-B992-4C7A-EAD1CB46595D}"/>
                </a:ext>
              </a:extLst>
            </p:cNvPr>
            <p:cNvSpPr/>
            <p:nvPr/>
          </p:nvSpPr>
          <p:spPr>
            <a:xfrm>
              <a:off x="3201375" y="3155825"/>
              <a:ext cx="79300" cy="183625"/>
            </a:xfrm>
            <a:custGeom>
              <a:avLst/>
              <a:gdLst/>
              <a:ahLst/>
              <a:cxnLst/>
              <a:rect l="l" t="t" r="r" b="b"/>
              <a:pathLst>
                <a:path w="3172" h="7345" extrusionOk="0">
                  <a:moveTo>
                    <a:pt x="1273" y="103"/>
                  </a:moveTo>
                  <a:cubicBezTo>
                    <a:pt x="1751" y="149"/>
                    <a:pt x="2512" y="251"/>
                    <a:pt x="2615" y="308"/>
                  </a:cubicBezTo>
                  <a:cubicBezTo>
                    <a:pt x="2706" y="354"/>
                    <a:pt x="2694" y="387"/>
                    <a:pt x="2683" y="490"/>
                  </a:cubicBezTo>
                  <a:lnTo>
                    <a:pt x="2683" y="615"/>
                  </a:lnTo>
                  <a:cubicBezTo>
                    <a:pt x="2683" y="740"/>
                    <a:pt x="2569" y="1422"/>
                    <a:pt x="2512" y="1763"/>
                  </a:cubicBezTo>
                  <a:cubicBezTo>
                    <a:pt x="2501" y="1774"/>
                    <a:pt x="2501" y="1774"/>
                    <a:pt x="2501" y="1786"/>
                  </a:cubicBezTo>
                  <a:cubicBezTo>
                    <a:pt x="2512" y="1820"/>
                    <a:pt x="3070" y="6083"/>
                    <a:pt x="3070" y="6629"/>
                  </a:cubicBezTo>
                  <a:cubicBezTo>
                    <a:pt x="3070" y="6925"/>
                    <a:pt x="3024" y="7084"/>
                    <a:pt x="2933" y="7163"/>
                  </a:cubicBezTo>
                  <a:cubicBezTo>
                    <a:pt x="2868" y="7215"/>
                    <a:pt x="2777" y="7241"/>
                    <a:pt x="2646" y="7241"/>
                  </a:cubicBezTo>
                  <a:cubicBezTo>
                    <a:pt x="2549" y="7241"/>
                    <a:pt x="2430" y="7227"/>
                    <a:pt x="2285" y="7197"/>
                  </a:cubicBezTo>
                  <a:cubicBezTo>
                    <a:pt x="1660" y="7084"/>
                    <a:pt x="375" y="6549"/>
                    <a:pt x="125" y="6447"/>
                  </a:cubicBezTo>
                  <a:lnTo>
                    <a:pt x="693" y="4707"/>
                  </a:lnTo>
                  <a:lnTo>
                    <a:pt x="1625" y="5378"/>
                  </a:lnTo>
                  <a:cubicBezTo>
                    <a:pt x="1631" y="5384"/>
                    <a:pt x="1640" y="5387"/>
                    <a:pt x="1648" y="5387"/>
                  </a:cubicBezTo>
                  <a:cubicBezTo>
                    <a:pt x="1657" y="5387"/>
                    <a:pt x="1665" y="5384"/>
                    <a:pt x="1671" y="5378"/>
                  </a:cubicBezTo>
                  <a:cubicBezTo>
                    <a:pt x="1694" y="5378"/>
                    <a:pt x="1705" y="5356"/>
                    <a:pt x="1705" y="5333"/>
                  </a:cubicBezTo>
                  <a:cubicBezTo>
                    <a:pt x="1716" y="5207"/>
                    <a:pt x="1921" y="2229"/>
                    <a:pt x="1921" y="2115"/>
                  </a:cubicBezTo>
                  <a:cubicBezTo>
                    <a:pt x="1921" y="2036"/>
                    <a:pt x="1751" y="1820"/>
                    <a:pt x="1205" y="1218"/>
                  </a:cubicBezTo>
                  <a:cubicBezTo>
                    <a:pt x="1160" y="1172"/>
                    <a:pt x="1114" y="1127"/>
                    <a:pt x="1091" y="1092"/>
                  </a:cubicBezTo>
                  <a:cubicBezTo>
                    <a:pt x="966" y="945"/>
                    <a:pt x="1023" y="501"/>
                    <a:pt x="1057" y="342"/>
                  </a:cubicBezTo>
                  <a:lnTo>
                    <a:pt x="1057" y="331"/>
                  </a:lnTo>
                  <a:cubicBezTo>
                    <a:pt x="1057" y="228"/>
                    <a:pt x="1205" y="137"/>
                    <a:pt x="1273" y="103"/>
                  </a:cubicBezTo>
                  <a:close/>
                  <a:moveTo>
                    <a:pt x="1251" y="1"/>
                  </a:moveTo>
                  <a:cubicBezTo>
                    <a:pt x="1239" y="1"/>
                    <a:pt x="955" y="126"/>
                    <a:pt x="955" y="319"/>
                  </a:cubicBezTo>
                  <a:cubicBezTo>
                    <a:pt x="932" y="410"/>
                    <a:pt x="830" y="956"/>
                    <a:pt x="1011" y="1160"/>
                  </a:cubicBezTo>
                  <a:cubicBezTo>
                    <a:pt x="1034" y="1195"/>
                    <a:pt x="1080" y="1240"/>
                    <a:pt x="1125" y="1297"/>
                  </a:cubicBezTo>
                  <a:cubicBezTo>
                    <a:pt x="1307" y="1490"/>
                    <a:pt x="1796" y="2024"/>
                    <a:pt x="1819" y="2115"/>
                  </a:cubicBezTo>
                  <a:cubicBezTo>
                    <a:pt x="1819" y="2195"/>
                    <a:pt x="1683" y="4139"/>
                    <a:pt x="1603" y="5230"/>
                  </a:cubicBezTo>
                  <a:lnTo>
                    <a:pt x="693" y="4583"/>
                  </a:lnTo>
                  <a:cubicBezTo>
                    <a:pt x="682" y="4571"/>
                    <a:pt x="659" y="4571"/>
                    <a:pt x="648" y="4571"/>
                  </a:cubicBezTo>
                  <a:cubicBezTo>
                    <a:pt x="625" y="4571"/>
                    <a:pt x="614" y="4594"/>
                    <a:pt x="614" y="4605"/>
                  </a:cubicBezTo>
                  <a:lnTo>
                    <a:pt x="11" y="6458"/>
                  </a:lnTo>
                  <a:cubicBezTo>
                    <a:pt x="0" y="6481"/>
                    <a:pt x="11" y="6515"/>
                    <a:pt x="34" y="6526"/>
                  </a:cubicBezTo>
                  <a:cubicBezTo>
                    <a:pt x="102" y="6549"/>
                    <a:pt x="1557" y="7175"/>
                    <a:pt x="2274" y="7311"/>
                  </a:cubicBezTo>
                  <a:cubicBezTo>
                    <a:pt x="2410" y="7334"/>
                    <a:pt x="2535" y="7345"/>
                    <a:pt x="2638" y="7345"/>
                  </a:cubicBezTo>
                  <a:cubicBezTo>
                    <a:pt x="2797" y="7345"/>
                    <a:pt x="2921" y="7311"/>
                    <a:pt x="3001" y="7243"/>
                  </a:cubicBezTo>
                  <a:cubicBezTo>
                    <a:pt x="3149" y="7117"/>
                    <a:pt x="3171" y="6913"/>
                    <a:pt x="3171" y="6629"/>
                  </a:cubicBezTo>
                  <a:cubicBezTo>
                    <a:pt x="3171" y="6083"/>
                    <a:pt x="2649" y="2047"/>
                    <a:pt x="2615" y="1774"/>
                  </a:cubicBezTo>
                  <a:cubicBezTo>
                    <a:pt x="2626" y="1672"/>
                    <a:pt x="2785" y="774"/>
                    <a:pt x="2785" y="615"/>
                  </a:cubicBezTo>
                  <a:cubicBezTo>
                    <a:pt x="2785" y="569"/>
                    <a:pt x="2785" y="535"/>
                    <a:pt x="2797" y="501"/>
                  </a:cubicBezTo>
                  <a:cubicBezTo>
                    <a:pt x="2808" y="399"/>
                    <a:pt x="2819" y="296"/>
                    <a:pt x="2671" y="217"/>
                  </a:cubicBezTo>
                  <a:cubicBezTo>
                    <a:pt x="2512" y="126"/>
                    <a:pt x="1398" y="13"/>
                    <a:pt x="12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8254;p113">
              <a:extLst>
                <a:ext uri="{FF2B5EF4-FFF2-40B4-BE49-F238E27FC236}">
                  <a16:creationId xmlns:a16="http://schemas.microsoft.com/office/drawing/2014/main" id="{13FA8FB3-C378-BD6E-99B1-AE96C6FECEBC}"/>
                </a:ext>
              </a:extLst>
            </p:cNvPr>
            <p:cNvSpPr/>
            <p:nvPr/>
          </p:nvSpPr>
          <p:spPr>
            <a:xfrm>
              <a:off x="3202775" y="3277775"/>
              <a:ext cx="15675" cy="41775"/>
            </a:xfrm>
            <a:custGeom>
              <a:avLst/>
              <a:gdLst/>
              <a:ahLst/>
              <a:cxnLst/>
              <a:rect l="l" t="t" r="r" b="b"/>
              <a:pathLst>
                <a:path w="627" h="1671" extrusionOk="0">
                  <a:moveTo>
                    <a:pt x="626" y="0"/>
                  </a:moveTo>
                  <a:lnTo>
                    <a:pt x="1" y="1603"/>
                  </a:lnTo>
                  <a:lnTo>
                    <a:pt x="296" y="1671"/>
                  </a:lnTo>
                  <a:lnTo>
                    <a:pt x="6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8255;p113">
              <a:extLst>
                <a:ext uri="{FF2B5EF4-FFF2-40B4-BE49-F238E27FC236}">
                  <a16:creationId xmlns:a16="http://schemas.microsoft.com/office/drawing/2014/main" id="{C64F6217-D9A1-1C72-CE0E-493C934DB059}"/>
                </a:ext>
              </a:extLst>
            </p:cNvPr>
            <p:cNvSpPr/>
            <p:nvPr/>
          </p:nvSpPr>
          <p:spPr>
            <a:xfrm>
              <a:off x="3201375" y="3276525"/>
              <a:ext cx="18475" cy="44175"/>
            </a:xfrm>
            <a:custGeom>
              <a:avLst/>
              <a:gdLst/>
              <a:ahLst/>
              <a:cxnLst/>
              <a:rect l="l" t="t" r="r" b="b"/>
              <a:pathLst>
                <a:path w="739" h="1767" extrusionOk="0">
                  <a:moveTo>
                    <a:pt x="523" y="619"/>
                  </a:moveTo>
                  <a:lnTo>
                    <a:pt x="318" y="1653"/>
                  </a:lnTo>
                  <a:lnTo>
                    <a:pt x="125" y="1607"/>
                  </a:lnTo>
                  <a:lnTo>
                    <a:pt x="523" y="619"/>
                  </a:lnTo>
                  <a:close/>
                  <a:moveTo>
                    <a:pt x="676" y="0"/>
                  </a:moveTo>
                  <a:cubicBezTo>
                    <a:pt x="660" y="0"/>
                    <a:pt x="645" y="13"/>
                    <a:pt x="637" y="38"/>
                  </a:cubicBezTo>
                  <a:lnTo>
                    <a:pt x="11" y="1630"/>
                  </a:lnTo>
                  <a:cubicBezTo>
                    <a:pt x="0" y="1642"/>
                    <a:pt x="0" y="1665"/>
                    <a:pt x="11" y="1675"/>
                  </a:cubicBezTo>
                  <a:cubicBezTo>
                    <a:pt x="11" y="1687"/>
                    <a:pt x="34" y="1698"/>
                    <a:pt x="46" y="1698"/>
                  </a:cubicBezTo>
                  <a:lnTo>
                    <a:pt x="341" y="1766"/>
                  </a:lnTo>
                  <a:lnTo>
                    <a:pt x="387" y="1766"/>
                  </a:lnTo>
                  <a:cubicBezTo>
                    <a:pt x="398" y="1756"/>
                    <a:pt x="409" y="1744"/>
                    <a:pt x="409" y="1733"/>
                  </a:cubicBezTo>
                  <a:lnTo>
                    <a:pt x="739" y="61"/>
                  </a:lnTo>
                  <a:cubicBezTo>
                    <a:pt x="739" y="38"/>
                    <a:pt x="728" y="16"/>
                    <a:pt x="693" y="5"/>
                  </a:cubicBezTo>
                  <a:cubicBezTo>
                    <a:pt x="687" y="2"/>
                    <a:pt x="682" y="0"/>
                    <a:pt x="6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8256;p113">
              <a:extLst>
                <a:ext uri="{FF2B5EF4-FFF2-40B4-BE49-F238E27FC236}">
                  <a16:creationId xmlns:a16="http://schemas.microsoft.com/office/drawing/2014/main" id="{58AB69F3-BDA8-3055-73AD-92526787F0F7}"/>
                </a:ext>
              </a:extLst>
            </p:cNvPr>
            <p:cNvSpPr/>
            <p:nvPr/>
          </p:nvSpPr>
          <p:spPr>
            <a:xfrm>
              <a:off x="3217850" y="3150150"/>
              <a:ext cx="62550" cy="25900"/>
            </a:xfrm>
            <a:custGeom>
              <a:avLst/>
              <a:gdLst/>
              <a:ahLst/>
              <a:cxnLst/>
              <a:rect l="l" t="t" r="r" b="b"/>
              <a:pathLst>
                <a:path w="2502" h="1036" extrusionOk="0">
                  <a:moveTo>
                    <a:pt x="102" y="0"/>
                  </a:moveTo>
                  <a:cubicBezTo>
                    <a:pt x="46" y="0"/>
                    <a:pt x="0" y="46"/>
                    <a:pt x="0" y="103"/>
                  </a:cubicBezTo>
                  <a:lnTo>
                    <a:pt x="0" y="717"/>
                  </a:lnTo>
                  <a:lnTo>
                    <a:pt x="2444" y="1035"/>
                  </a:lnTo>
                  <a:lnTo>
                    <a:pt x="2502" y="330"/>
                  </a:lnTo>
                  <a:lnTo>
                    <a:pt x="2502" y="285"/>
                  </a:lnTo>
                  <a:cubicBezTo>
                    <a:pt x="2491" y="234"/>
                    <a:pt x="2454" y="192"/>
                    <a:pt x="2397" y="192"/>
                  </a:cubicBezTo>
                  <a:cubicBezTo>
                    <a:pt x="2390" y="192"/>
                    <a:pt x="2383" y="193"/>
                    <a:pt x="2376" y="194"/>
                  </a:cubicBezTo>
                  <a:cubicBezTo>
                    <a:pt x="2320" y="194"/>
                    <a:pt x="2285" y="250"/>
                    <a:pt x="2285" y="308"/>
                  </a:cubicBezTo>
                  <a:lnTo>
                    <a:pt x="2251" y="808"/>
                  </a:lnTo>
                  <a:lnTo>
                    <a:pt x="216" y="535"/>
                  </a:lnTo>
                  <a:lnTo>
                    <a:pt x="216" y="103"/>
                  </a:lnTo>
                  <a:cubicBezTo>
                    <a:pt x="216" y="46"/>
                    <a:pt x="160" y="0"/>
                    <a:pt x="1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8257;p113">
              <a:extLst>
                <a:ext uri="{FF2B5EF4-FFF2-40B4-BE49-F238E27FC236}">
                  <a16:creationId xmlns:a16="http://schemas.microsoft.com/office/drawing/2014/main" id="{4FB26219-A7A4-3613-9691-4FF7FC8C478F}"/>
                </a:ext>
              </a:extLst>
            </p:cNvPr>
            <p:cNvSpPr/>
            <p:nvPr/>
          </p:nvSpPr>
          <p:spPr>
            <a:xfrm>
              <a:off x="3231775" y="3156975"/>
              <a:ext cx="35825" cy="17375"/>
            </a:xfrm>
            <a:custGeom>
              <a:avLst/>
              <a:gdLst/>
              <a:ahLst/>
              <a:cxnLst/>
              <a:rect l="l" t="t" r="r" b="b"/>
              <a:pathLst>
                <a:path w="1433" h="695" extrusionOk="0">
                  <a:moveTo>
                    <a:pt x="46" y="0"/>
                  </a:moveTo>
                  <a:lnTo>
                    <a:pt x="0" y="569"/>
                  </a:lnTo>
                  <a:lnTo>
                    <a:pt x="1342" y="694"/>
                  </a:lnTo>
                  <a:lnTo>
                    <a:pt x="1433" y="217"/>
                  </a:ln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8258;p113">
              <a:extLst>
                <a:ext uri="{FF2B5EF4-FFF2-40B4-BE49-F238E27FC236}">
                  <a16:creationId xmlns:a16="http://schemas.microsoft.com/office/drawing/2014/main" id="{DF2C51E3-8699-33E4-4285-0E4B077538DB}"/>
                </a:ext>
              </a:extLst>
            </p:cNvPr>
            <p:cNvSpPr/>
            <p:nvPr/>
          </p:nvSpPr>
          <p:spPr>
            <a:xfrm>
              <a:off x="3230350" y="3155725"/>
              <a:ext cx="38375" cy="20025"/>
            </a:xfrm>
            <a:custGeom>
              <a:avLst/>
              <a:gdLst/>
              <a:ahLst/>
              <a:cxnLst/>
              <a:rect l="l" t="t" r="r" b="b"/>
              <a:pathLst>
                <a:path w="1535" h="801" extrusionOk="0">
                  <a:moveTo>
                    <a:pt x="148" y="118"/>
                  </a:moveTo>
                  <a:lnTo>
                    <a:pt x="1421" y="312"/>
                  </a:lnTo>
                  <a:lnTo>
                    <a:pt x="1353" y="687"/>
                  </a:lnTo>
                  <a:lnTo>
                    <a:pt x="114" y="562"/>
                  </a:lnTo>
                  <a:lnTo>
                    <a:pt x="148" y="118"/>
                  </a:lnTo>
                  <a:close/>
                  <a:moveTo>
                    <a:pt x="102" y="0"/>
                  </a:moveTo>
                  <a:cubicBezTo>
                    <a:pt x="90" y="0"/>
                    <a:pt x="77" y="8"/>
                    <a:pt x="69" y="17"/>
                  </a:cubicBezTo>
                  <a:cubicBezTo>
                    <a:pt x="57" y="17"/>
                    <a:pt x="57" y="39"/>
                    <a:pt x="46" y="50"/>
                  </a:cubicBezTo>
                  <a:lnTo>
                    <a:pt x="12" y="608"/>
                  </a:lnTo>
                  <a:cubicBezTo>
                    <a:pt x="1" y="641"/>
                    <a:pt x="23" y="664"/>
                    <a:pt x="57" y="664"/>
                  </a:cubicBezTo>
                  <a:lnTo>
                    <a:pt x="1388" y="801"/>
                  </a:lnTo>
                  <a:lnTo>
                    <a:pt x="1399" y="801"/>
                  </a:lnTo>
                  <a:cubicBezTo>
                    <a:pt x="1421" y="801"/>
                    <a:pt x="1444" y="778"/>
                    <a:pt x="1456" y="755"/>
                  </a:cubicBezTo>
                  <a:lnTo>
                    <a:pt x="1535" y="278"/>
                  </a:lnTo>
                  <a:cubicBezTo>
                    <a:pt x="1535" y="267"/>
                    <a:pt x="1535" y="244"/>
                    <a:pt x="1524" y="232"/>
                  </a:cubicBezTo>
                  <a:cubicBezTo>
                    <a:pt x="1524" y="221"/>
                    <a:pt x="1512" y="221"/>
                    <a:pt x="1490" y="209"/>
                  </a:cubicBezTo>
                  <a:lnTo>
                    <a:pt x="114" y="5"/>
                  </a:lnTo>
                  <a:cubicBezTo>
                    <a:pt x="111" y="2"/>
                    <a:pt x="107" y="0"/>
                    <a:pt x="1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8259;p113">
              <a:extLst>
                <a:ext uri="{FF2B5EF4-FFF2-40B4-BE49-F238E27FC236}">
                  <a16:creationId xmlns:a16="http://schemas.microsoft.com/office/drawing/2014/main" id="{53C039AC-00F7-73E6-5E90-28B87E798F44}"/>
                </a:ext>
              </a:extLst>
            </p:cNvPr>
            <p:cNvSpPr/>
            <p:nvPr/>
          </p:nvSpPr>
          <p:spPr>
            <a:xfrm>
              <a:off x="3225800" y="3157750"/>
              <a:ext cx="28450" cy="31075"/>
            </a:xfrm>
            <a:custGeom>
              <a:avLst/>
              <a:gdLst/>
              <a:ahLst/>
              <a:cxnLst/>
              <a:rect l="l" t="t" r="r" b="b"/>
              <a:pathLst>
                <a:path w="1138" h="1243" extrusionOk="0">
                  <a:moveTo>
                    <a:pt x="209" y="1"/>
                  </a:moveTo>
                  <a:cubicBezTo>
                    <a:pt x="136" y="1"/>
                    <a:pt x="83" y="5"/>
                    <a:pt x="69" y="15"/>
                  </a:cubicBezTo>
                  <a:cubicBezTo>
                    <a:pt x="1" y="60"/>
                    <a:pt x="1" y="595"/>
                    <a:pt x="1" y="595"/>
                  </a:cubicBezTo>
                  <a:lnTo>
                    <a:pt x="978" y="1242"/>
                  </a:lnTo>
                  <a:cubicBezTo>
                    <a:pt x="1138" y="833"/>
                    <a:pt x="637" y="378"/>
                    <a:pt x="637" y="378"/>
                  </a:cubicBezTo>
                  <a:cubicBezTo>
                    <a:pt x="637" y="378"/>
                    <a:pt x="853" y="356"/>
                    <a:pt x="956" y="356"/>
                  </a:cubicBezTo>
                  <a:cubicBezTo>
                    <a:pt x="1058" y="356"/>
                    <a:pt x="1058" y="299"/>
                    <a:pt x="1058" y="163"/>
                  </a:cubicBezTo>
                  <a:cubicBezTo>
                    <a:pt x="1058" y="64"/>
                    <a:pt x="485" y="1"/>
                    <a:pt x="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8260;p113">
              <a:extLst>
                <a:ext uri="{FF2B5EF4-FFF2-40B4-BE49-F238E27FC236}">
                  <a16:creationId xmlns:a16="http://schemas.microsoft.com/office/drawing/2014/main" id="{C81EDD26-26DB-4188-2FF1-4AF66A72BACD}"/>
                </a:ext>
              </a:extLst>
            </p:cNvPr>
            <p:cNvSpPr/>
            <p:nvPr/>
          </p:nvSpPr>
          <p:spPr>
            <a:xfrm>
              <a:off x="3224675" y="3156400"/>
              <a:ext cx="29850" cy="33850"/>
            </a:xfrm>
            <a:custGeom>
              <a:avLst/>
              <a:gdLst/>
              <a:ahLst/>
              <a:cxnLst/>
              <a:rect l="l" t="t" r="r" b="b"/>
              <a:pathLst>
                <a:path w="1194" h="1354" extrusionOk="0">
                  <a:moveTo>
                    <a:pt x="278" y="1"/>
                  </a:moveTo>
                  <a:cubicBezTo>
                    <a:pt x="183" y="1"/>
                    <a:pt x="113" y="8"/>
                    <a:pt x="91" y="23"/>
                  </a:cubicBezTo>
                  <a:cubicBezTo>
                    <a:pt x="69" y="35"/>
                    <a:pt x="0" y="80"/>
                    <a:pt x="0" y="649"/>
                  </a:cubicBezTo>
                  <a:cubicBezTo>
                    <a:pt x="0" y="683"/>
                    <a:pt x="23" y="705"/>
                    <a:pt x="46" y="705"/>
                  </a:cubicBezTo>
                  <a:cubicBezTo>
                    <a:pt x="79" y="705"/>
                    <a:pt x="102" y="683"/>
                    <a:pt x="102" y="649"/>
                  </a:cubicBezTo>
                  <a:cubicBezTo>
                    <a:pt x="102" y="432"/>
                    <a:pt x="125" y="171"/>
                    <a:pt x="148" y="114"/>
                  </a:cubicBezTo>
                  <a:cubicBezTo>
                    <a:pt x="165" y="111"/>
                    <a:pt x="195" y="109"/>
                    <a:pt x="235" y="109"/>
                  </a:cubicBezTo>
                  <a:cubicBezTo>
                    <a:pt x="459" y="109"/>
                    <a:pt x="980" y="161"/>
                    <a:pt x="1057" y="228"/>
                  </a:cubicBezTo>
                  <a:cubicBezTo>
                    <a:pt x="1057" y="364"/>
                    <a:pt x="1046" y="364"/>
                    <a:pt x="1001" y="364"/>
                  </a:cubicBezTo>
                  <a:cubicBezTo>
                    <a:pt x="898" y="364"/>
                    <a:pt x="682" y="376"/>
                    <a:pt x="671" y="387"/>
                  </a:cubicBezTo>
                  <a:cubicBezTo>
                    <a:pt x="660" y="387"/>
                    <a:pt x="637" y="399"/>
                    <a:pt x="625" y="422"/>
                  </a:cubicBezTo>
                  <a:cubicBezTo>
                    <a:pt x="625" y="432"/>
                    <a:pt x="625" y="455"/>
                    <a:pt x="648" y="478"/>
                  </a:cubicBezTo>
                  <a:cubicBezTo>
                    <a:pt x="648" y="478"/>
                    <a:pt x="1114" y="910"/>
                    <a:pt x="978" y="1274"/>
                  </a:cubicBezTo>
                  <a:cubicBezTo>
                    <a:pt x="966" y="1308"/>
                    <a:pt x="978" y="1342"/>
                    <a:pt x="1012" y="1354"/>
                  </a:cubicBezTo>
                  <a:lnTo>
                    <a:pt x="1023" y="1354"/>
                  </a:lnTo>
                  <a:cubicBezTo>
                    <a:pt x="1046" y="1354"/>
                    <a:pt x="1069" y="1342"/>
                    <a:pt x="1080" y="1319"/>
                  </a:cubicBezTo>
                  <a:cubicBezTo>
                    <a:pt x="1194" y="978"/>
                    <a:pt x="933" y="637"/>
                    <a:pt x="796" y="478"/>
                  </a:cubicBezTo>
                  <a:cubicBezTo>
                    <a:pt x="864" y="478"/>
                    <a:pt x="943" y="467"/>
                    <a:pt x="1001" y="467"/>
                  </a:cubicBezTo>
                  <a:cubicBezTo>
                    <a:pt x="1160" y="467"/>
                    <a:pt x="1160" y="342"/>
                    <a:pt x="1160" y="217"/>
                  </a:cubicBezTo>
                  <a:cubicBezTo>
                    <a:pt x="1160" y="182"/>
                    <a:pt x="1137" y="149"/>
                    <a:pt x="1092" y="126"/>
                  </a:cubicBezTo>
                  <a:cubicBezTo>
                    <a:pt x="959" y="51"/>
                    <a:pt x="531"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8261;p113">
              <a:extLst>
                <a:ext uri="{FF2B5EF4-FFF2-40B4-BE49-F238E27FC236}">
                  <a16:creationId xmlns:a16="http://schemas.microsoft.com/office/drawing/2014/main" id="{A01FD635-3251-4B97-0D17-0F81A593BED2}"/>
                </a:ext>
              </a:extLst>
            </p:cNvPr>
            <p:cNvSpPr/>
            <p:nvPr/>
          </p:nvSpPr>
          <p:spPr>
            <a:xfrm>
              <a:off x="3239150" y="3287700"/>
              <a:ext cx="4875" cy="26475"/>
            </a:xfrm>
            <a:custGeom>
              <a:avLst/>
              <a:gdLst/>
              <a:ahLst/>
              <a:cxnLst/>
              <a:rect l="l" t="t" r="r" b="b"/>
              <a:pathLst>
                <a:path w="195" h="1059" extrusionOk="0">
                  <a:moveTo>
                    <a:pt x="149" y="1"/>
                  </a:moveTo>
                  <a:cubicBezTo>
                    <a:pt x="114" y="1"/>
                    <a:pt x="92" y="23"/>
                    <a:pt x="92" y="58"/>
                  </a:cubicBezTo>
                  <a:lnTo>
                    <a:pt x="1" y="1001"/>
                  </a:lnTo>
                  <a:cubicBezTo>
                    <a:pt x="1" y="1036"/>
                    <a:pt x="23" y="1058"/>
                    <a:pt x="46" y="1058"/>
                  </a:cubicBezTo>
                  <a:lnTo>
                    <a:pt x="58" y="1058"/>
                  </a:lnTo>
                  <a:cubicBezTo>
                    <a:pt x="81" y="1058"/>
                    <a:pt x="103" y="1036"/>
                    <a:pt x="103" y="1013"/>
                  </a:cubicBezTo>
                  <a:lnTo>
                    <a:pt x="194" y="58"/>
                  </a:lnTo>
                  <a:cubicBezTo>
                    <a:pt x="194" y="35"/>
                    <a:pt x="172" y="13"/>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8262;p113">
              <a:extLst>
                <a:ext uri="{FF2B5EF4-FFF2-40B4-BE49-F238E27FC236}">
                  <a16:creationId xmlns:a16="http://schemas.microsoft.com/office/drawing/2014/main" id="{A864441E-D79A-3E94-22D6-FE9F3AEF104C}"/>
                </a:ext>
              </a:extLst>
            </p:cNvPr>
            <p:cNvSpPr/>
            <p:nvPr/>
          </p:nvSpPr>
          <p:spPr>
            <a:xfrm>
              <a:off x="2892700" y="3278900"/>
              <a:ext cx="142425" cy="180175"/>
            </a:xfrm>
            <a:custGeom>
              <a:avLst/>
              <a:gdLst/>
              <a:ahLst/>
              <a:cxnLst/>
              <a:rect l="l" t="t" r="r" b="b"/>
              <a:pathLst>
                <a:path w="5697" h="7207" extrusionOk="0">
                  <a:moveTo>
                    <a:pt x="3048" y="1"/>
                  </a:moveTo>
                  <a:cubicBezTo>
                    <a:pt x="3048" y="1"/>
                    <a:pt x="1" y="2376"/>
                    <a:pt x="80" y="2626"/>
                  </a:cubicBezTo>
                  <a:cubicBezTo>
                    <a:pt x="148" y="2888"/>
                    <a:pt x="2411" y="5048"/>
                    <a:pt x="3161" y="5582"/>
                  </a:cubicBezTo>
                  <a:cubicBezTo>
                    <a:pt x="3912" y="6117"/>
                    <a:pt x="4321" y="6344"/>
                    <a:pt x="4321" y="6344"/>
                  </a:cubicBezTo>
                  <a:lnTo>
                    <a:pt x="4798" y="6640"/>
                  </a:lnTo>
                  <a:cubicBezTo>
                    <a:pt x="4798" y="6640"/>
                    <a:pt x="4594" y="6958"/>
                    <a:pt x="4718" y="7015"/>
                  </a:cubicBezTo>
                  <a:cubicBezTo>
                    <a:pt x="4809" y="7060"/>
                    <a:pt x="5102" y="7206"/>
                    <a:pt x="5246" y="7206"/>
                  </a:cubicBezTo>
                  <a:cubicBezTo>
                    <a:pt x="5283" y="7206"/>
                    <a:pt x="5310" y="7197"/>
                    <a:pt x="5321" y="7174"/>
                  </a:cubicBezTo>
                  <a:cubicBezTo>
                    <a:pt x="5390" y="7060"/>
                    <a:pt x="5696" y="6173"/>
                    <a:pt x="5662" y="5958"/>
                  </a:cubicBezTo>
                  <a:cubicBezTo>
                    <a:pt x="5617" y="5741"/>
                    <a:pt x="4480" y="5559"/>
                    <a:pt x="4400" y="5480"/>
                  </a:cubicBezTo>
                  <a:cubicBezTo>
                    <a:pt x="4321" y="5400"/>
                    <a:pt x="2457" y="2502"/>
                    <a:pt x="2457" y="2502"/>
                  </a:cubicBezTo>
                  <a:lnTo>
                    <a:pt x="3912" y="1353"/>
                  </a:lnTo>
                  <a:lnTo>
                    <a:pt x="30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8263;p113">
              <a:extLst>
                <a:ext uri="{FF2B5EF4-FFF2-40B4-BE49-F238E27FC236}">
                  <a16:creationId xmlns:a16="http://schemas.microsoft.com/office/drawing/2014/main" id="{DA50F648-2F62-4A03-42F1-2EB74AB95B99}"/>
                </a:ext>
              </a:extLst>
            </p:cNvPr>
            <p:cNvSpPr/>
            <p:nvPr/>
          </p:nvSpPr>
          <p:spPr>
            <a:xfrm>
              <a:off x="2892425" y="3277475"/>
              <a:ext cx="144125" cy="183050"/>
            </a:xfrm>
            <a:custGeom>
              <a:avLst/>
              <a:gdLst/>
              <a:ahLst/>
              <a:cxnLst/>
              <a:rect l="l" t="t" r="r" b="b"/>
              <a:pathLst>
                <a:path w="5765" h="7322" extrusionOk="0">
                  <a:moveTo>
                    <a:pt x="3047" y="126"/>
                  </a:moveTo>
                  <a:lnTo>
                    <a:pt x="3855" y="1399"/>
                  </a:lnTo>
                  <a:lnTo>
                    <a:pt x="2433" y="2513"/>
                  </a:lnTo>
                  <a:cubicBezTo>
                    <a:pt x="2410" y="2524"/>
                    <a:pt x="2410" y="2559"/>
                    <a:pt x="2422" y="2582"/>
                  </a:cubicBezTo>
                  <a:cubicBezTo>
                    <a:pt x="2615" y="2877"/>
                    <a:pt x="4297" y="5492"/>
                    <a:pt x="4377" y="5583"/>
                  </a:cubicBezTo>
                  <a:cubicBezTo>
                    <a:pt x="4411" y="5616"/>
                    <a:pt x="4502" y="5639"/>
                    <a:pt x="4775" y="5707"/>
                  </a:cubicBezTo>
                  <a:cubicBezTo>
                    <a:pt x="5048" y="5776"/>
                    <a:pt x="5605" y="5912"/>
                    <a:pt x="5616" y="6026"/>
                  </a:cubicBezTo>
                  <a:cubicBezTo>
                    <a:pt x="5651" y="6208"/>
                    <a:pt x="5355" y="7072"/>
                    <a:pt x="5287" y="7208"/>
                  </a:cubicBezTo>
                  <a:cubicBezTo>
                    <a:pt x="5284" y="7211"/>
                    <a:pt x="5277" y="7214"/>
                    <a:pt x="5263" y="7214"/>
                  </a:cubicBezTo>
                  <a:cubicBezTo>
                    <a:pt x="5218" y="7214"/>
                    <a:pt x="5099" y="7186"/>
                    <a:pt x="4798" y="7049"/>
                  </a:cubicBezTo>
                  <a:lnTo>
                    <a:pt x="4741" y="7015"/>
                  </a:lnTo>
                  <a:cubicBezTo>
                    <a:pt x="4729" y="6970"/>
                    <a:pt x="4798" y="6811"/>
                    <a:pt x="4855" y="6731"/>
                  </a:cubicBezTo>
                  <a:cubicBezTo>
                    <a:pt x="4866" y="6708"/>
                    <a:pt x="4855" y="6674"/>
                    <a:pt x="4832" y="6651"/>
                  </a:cubicBezTo>
                  <a:lnTo>
                    <a:pt x="4366" y="6356"/>
                  </a:lnTo>
                  <a:cubicBezTo>
                    <a:pt x="4355" y="6356"/>
                    <a:pt x="3945" y="6117"/>
                    <a:pt x="3206" y="5594"/>
                  </a:cubicBezTo>
                  <a:cubicBezTo>
                    <a:pt x="2410" y="5037"/>
                    <a:pt x="205" y="2900"/>
                    <a:pt x="137" y="2683"/>
                  </a:cubicBezTo>
                  <a:cubicBezTo>
                    <a:pt x="148" y="2491"/>
                    <a:pt x="1637" y="1228"/>
                    <a:pt x="3047" y="126"/>
                  </a:cubicBezTo>
                  <a:close/>
                  <a:moveTo>
                    <a:pt x="3070" y="0"/>
                  </a:moveTo>
                  <a:cubicBezTo>
                    <a:pt x="3047" y="0"/>
                    <a:pt x="3036" y="0"/>
                    <a:pt x="3024" y="12"/>
                  </a:cubicBezTo>
                  <a:cubicBezTo>
                    <a:pt x="341" y="2104"/>
                    <a:pt x="0" y="2592"/>
                    <a:pt x="35" y="2706"/>
                  </a:cubicBezTo>
                  <a:cubicBezTo>
                    <a:pt x="126" y="3002"/>
                    <a:pt x="2456" y="5196"/>
                    <a:pt x="3138" y="5685"/>
                  </a:cubicBezTo>
                  <a:cubicBezTo>
                    <a:pt x="3888" y="6208"/>
                    <a:pt x="4309" y="6447"/>
                    <a:pt x="4309" y="6447"/>
                  </a:cubicBezTo>
                  <a:lnTo>
                    <a:pt x="4729" y="6720"/>
                  </a:lnTo>
                  <a:cubicBezTo>
                    <a:pt x="4684" y="6799"/>
                    <a:pt x="4616" y="6958"/>
                    <a:pt x="4638" y="7049"/>
                  </a:cubicBezTo>
                  <a:cubicBezTo>
                    <a:pt x="4650" y="7083"/>
                    <a:pt x="4673" y="7106"/>
                    <a:pt x="4707" y="7129"/>
                  </a:cubicBezTo>
                  <a:lnTo>
                    <a:pt x="4752" y="7140"/>
                  </a:lnTo>
                  <a:cubicBezTo>
                    <a:pt x="4946" y="7231"/>
                    <a:pt x="5139" y="7322"/>
                    <a:pt x="5264" y="7322"/>
                  </a:cubicBezTo>
                  <a:cubicBezTo>
                    <a:pt x="5321" y="7322"/>
                    <a:pt x="5366" y="7299"/>
                    <a:pt x="5389" y="7254"/>
                  </a:cubicBezTo>
                  <a:cubicBezTo>
                    <a:pt x="5434" y="7152"/>
                    <a:pt x="5764" y="6242"/>
                    <a:pt x="5730" y="6003"/>
                  </a:cubicBezTo>
                  <a:cubicBezTo>
                    <a:pt x="5696" y="5844"/>
                    <a:pt x="5321" y="5730"/>
                    <a:pt x="4809" y="5606"/>
                  </a:cubicBezTo>
                  <a:cubicBezTo>
                    <a:pt x="4650" y="5571"/>
                    <a:pt x="4479" y="5525"/>
                    <a:pt x="4457" y="5503"/>
                  </a:cubicBezTo>
                  <a:cubicBezTo>
                    <a:pt x="4388" y="5435"/>
                    <a:pt x="3286" y="3718"/>
                    <a:pt x="2536" y="2570"/>
                  </a:cubicBezTo>
                  <a:lnTo>
                    <a:pt x="3956" y="1456"/>
                  </a:lnTo>
                  <a:cubicBezTo>
                    <a:pt x="3979" y="1433"/>
                    <a:pt x="3979" y="1410"/>
                    <a:pt x="3968" y="1387"/>
                  </a:cubicBezTo>
                  <a:lnTo>
                    <a:pt x="3104" y="23"/>
                  </a:lnTo>
                  <a:cubicBezTo>
                    <a:pt x="3092" y="12"/>
                    <a:pt x="3081" y="0"/>
                    <a:pt x="30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8264;p113">
              <a:extLst>
                <a:ext uri="{FF2B5EF4-FFF2-40B4-BE49-F238E27FC236}">
                  <a16:creationId xmlns:a16="http://schemas.microsoft.com/office/drawing/2014/main" id="{53DA47FE-6E10-DE09-0699-338B9BF645FC}"/>
                </a:ext>
              </a:extLst>
            </p:cNvPr>
            <p:cNvSpPr/>
            <p:nvPr/>
          </p:nvSpPr>
          <p:spPr>
            <a:xfrm>
              <a:off x="2967450" y="3280875"/>
              <a:ext cx="23050" cy="37550"/>
            </a:xfrm>
            <a:custGeom>
              <a:avLst/>
              <a:gdLst/>
              <a:ahLst/>
              <a:cxnLst/>
              <a:rect l="l" t="t" r="r" b="b"/>
              <a:pathLst>
                <a:path w="922" h="1502" extrusionOk="0">
                  <a:moveTo>
                    <a:pt x="0" y="1"/>
                  </a:moveTo>
                  <a:lnTo>
                    <a:pt x="558" y="1501"/>
                  </a:lnTo>
                  <a:lnTo>
                    <a:pt x="922" y="1274"/>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8265;p113">
              <a:extLst>
                <a:ext uri="{FF2B5EF4-FFF2-40B4-BE49-F238E27FC236}">
                  <a16:creationId xmlns:a16="http://schemas.microsoft.com/office/drawing/2014/main" id="{810BC074-A1F8-5B55-FA25-CC7EC3A34878}"/>
                </a:ext>
              </a:extLst>
            </p:cNvPr>
            <p:cNvSpPr/>
            <p:nvPr/>
          </p:nvSpPr>
          <p:spPr>
            <a:xfrm>
              <a:off x="2966050" y="3279350"/>
              <a:ext cx="25875" cy="40200"/>
            </a:xfrm>
            <a:custGeom>
              <a:avLst/>
              <a:gdLst/>
              <a:ahLst/>
              <a:cxnLst/>
              <a:rect l="l" t="t" r="r" b="b"/>
              <a:pathLst>
                <a:path w="1035" h="1608" extrusionOk="0">
                  <a:moveTo>
                    <a:pt x="250" y="403"/>
                  </a:moveTo>
                  <a:lnTo>
                    <a:pt x="898" y="1324"/>
                  </a:lnTo>
                  <a:lnTo>
                    <a:pt x="637" y="1483"/>
                  </a:lnTo>
                  <a:lnTo>
                    <a:pt x="250" y="403"/>
                  </a:lnTo>
                  <a:close/>
                  <a:moveTo>
                    <a:pt x="54" y="1"/>
                  </a:moveTo>
                  <a:cubicBezTo>
                    <a:pt x="47" y="1"/>
                    <a:pt x="40" y="2"/>
                    <a:pt x="34" y="5"/>
                  </a:cubicBezTo>
                  <a:cubicBezTo>
                    <a:pt x="11" y="28"/>
                    <a:pt x="0" y="51"/>
                    <a:pt x="11" y="74"/>
                  </a:cubicBezTo>
                  <a:lnTo>
                    <a:pt x="557" y="1574"/>
                  </a:lnTo>
                  <a:cubicBezTo>
                    <a:pt x="568" y="1597"/>
                    <a:pt x="579" y="1608"/>
                    <a:pt x="591" y="1608"/>
                  </a:cubicBezTo>
                  <a:lnTo>
                    <a:pt x="637" y="1608"/>
                  </a:lnTo>
                  <a:lnTo>
                    <a:pt x="1000" y="1381"/>
                  </a:lnTo>
                  <a:lnTo>
                    <a:pt x="1034" y="1347"/>
                  </a:lnTo>
                  <a:cubicBezTo>
                    <a:pt x="1034" y="1335"/>
                    <a:pt x="1034" y="1312"/>
                    <a:pt x="1023" y="1301"/>
                  </a:cubicBezTo>
                  <a:lnTo>
                    <a:pt x="102" y="28"/>
                  </a:lnTo>
                  <a:cubicBezTo>
                    <a:pt x="94" y="12"/>
                    <a:pt x="73" y="1"/>
                    <a:pt x="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8266;p113">
              <a:extLst>
                <a:ext uri="{FF2B5EF4-FFF2-40B4-BE49-F238E27FC236}">
                  <a16:creationId xmlns:a16="http://schemas.microsoft.com/office/drawing/2014/main" id="{7AF8764A-9607-9782-0BB1-607A7A4B5229}"/>
                </a:ext>
              </a:extLst>
            </p:cNvPr>
            <p:cNvSpPr/>
            <p:nvPr/>
          </p:nvSpPr>
          <p:spPr>
            <a:xfrm>
              <a:off x="3010950" y="3443625"/>
              <a:ext cx="12525" cy="10650"/>
            </a:xfrm>
            <a:custGeom>
              <a:avLst/>
              <a:gdLst/>
              <a:ahLst/>
              <a:cxnLst/>
              <a:rect l="l" t="t" r="r" b="b"/>
              <a:pathLst>
                <a:path w="501" h="426" extrusionOk="0">
                  <a:moveTo>
                    <a:pt x="66" y="1"/>
                  </a:moveTo>
                  <a:cubicBezTo>
                    <a:pt x="59" y="1"/>
                    <a:pt x="52" y="2"/>
                    <a:pt x="46" y="5"/>
                  </a:cubicBezTo>
                  <a:cubicBezTo>
                    <a:pt x="11" y="16"/>
                    <a:pt x="0" y="51"/>
                    <a:pt x="11" y="74"/>
                  </a:cubicBezTo>
                  <a:cubicBezTo>
                    <a:pt x="23" y="85"/>
                    <a:pt x="170" y="403"/>
                    <a:pt x="432" y="426"/>
                  </a:cubicBezTo>
                  <a:lnTo>
                    <a:pt x="443" y="426"/>
                  </a:lnTo>
                  <a:cubicBezTo>
                    <a:pt x="466" y="426"/>
                    <a:pt x="489" y="403"/>
                    <a:pt x="489" y="380"/>
                  </a:cubicBezTo>
                  <a:cubicBezTo>
                    <a:pt x="500" y="346"/>
                    <a:pt x="478" y="324"/>
                    <a:pt x="443" y="324"/>
                  </a:cubicBezTo>
                  <a:cubicBezTo>
                    <a:pt x="239" y="301"/>
                    <a:pt x="114" y="28"/>
                    <a:pt x="114" y="28"/>
                  </a:cubicBezTo>
                  <a:cubicBezTo>
                    <a:pt x="105" y="12"/>
                    <a:pt x="85" y="1"/>
                    <a:pt x="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8267;p113">
              <a:extLst>
                <a:ext uri="{FF2B5EF4-FFF2-40B4-BE49-F238E27FC236}">
                  <a16:creationId xmlns:a16="http://schemas.microsoft.com/office/drawing/2014/main" id="{0E448C70-E470-0726-4F3B-49BF447BB57B}"/>
                </a:ext>
              </a:extLst>
            </p:cNvPr>
            <p:cNvSpPr/>
            <p:nvPr/>
          </p:nvSpPr>
          <p:spPr>
            <a:xfrm>
              <a:off x="2942725" y="3322650"/>
              <a:ext cx="12800" cy="19950"/>
            </a:xfrm>
            <a:custGeom>
              <a:avLst/>
              <a:gdLst/>
              <a:ahLst/>
              <a:cxnLst/>
              <a:rect l="l" t="t" r="r" b="b"/>
              <a:pathLst>
                <a:path w="512" h="798" extrusionOk="0">
                  <a:moveTo>
                    <a:pt x="63" y="0"/>
                  </a:moveTo>
                  <a:cubicBezTo>
                    <a:pt x="53" y="0"/>
                    <a:pt x="43" y="4"/>
                    <a:pt x="34" y="12"/>
                  </a:cubicBezTo>
                  <a:cubicBezTo>
                    <a:pt x="12" y="24"/>
                    <a:pt x="1" y="58"/>
                    <a:pt x="12" y="81"/>
                  </a:cubicBezTo>
                  <a:lnTo>
                    <a:pt x="410" y="775"/>
                  </a:lnTo>
                  <a:cubicBezTo>
                    <a:pt x="421" y="785"/>
                    <a:pt x="433" y="797"/>
                    <a:pt x="456" y="797"/>
                  </a:cubicBezTo>
                  <a:cubicBezTo>
                    <a:pt x="466" y="797"/>
                    <a:pt x="466" y="797"/>
                    <a:pt x="478" y="785"/>
                  </a:cubicBezTo>
                  <a:cubicBezTo>
                    <a:pt x="501" y="775"/>
                    <a:pt x="512" y="740"/>
                    <a:pt x="501" y="717"/>
                  </a:cubicBezTo>
                  <a:lnTo>
                    <a:pt x="103" y="24"/>
                  </a:lnTo>
                  <a:cubicBezTo>
                    <a:pt x="96" y="10"/>
                    <a:pt x="80" y="0"/>
                    <a:pt x="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8268;p113">
              <a:extLst>
                <a:ext uri="{FF2B5EF4-FFF2-40B4-BE49-F238E27FC236}">
                  <a16:creationId xmlns:a16="http://schemas.microsoft.com/office/drawing/2014/main" id="{F191B1C1-25FE-2C94-529B-C8B2C9E18365}"/>
                </a:ext>
              </a:extLst>
            </p:cNvPr>
            <p:cNvSpPr/>
            <p:nvPr/>
          </p:nvSpPr>
          <p:spPr>
            <a:xfrm>
              <a:off x="3018600" y="3876600"/>
              <a:ext cx="38975" cy="47500"/>
            </a:xfrm>
            <a:custGeom>
              <a:avLst/>
              <a:gdLst/>
              <a:ahLst/>
              <a:cxnLst/>
              <a:rect l="l" t="t" r="r" b="b"/>
              <a:pathLst>
                <a:path w="1559" h="1900" extrusionOk="0">
                  <a:moveTo>
                    <a:pt x="1559" y="0"/>
                  </a:moveTo>
                  <a:lnTo>
                    <a:pt x="35" y="126"/>
                  </a:lnTo>
                  <a:lnTo>
                    <a:pt x="1" y="1876"/>
                  </a:lnTo>
                  <a:lnTo>
                    <a:pt x="1433" y="1899"/>
                  </a:lnTo>
                  <a:lnTo>
                    <a:pt x="1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8269;p113">
              <a:extLst>
                <a:ext uri="{FF2B5EF4-FFF2-40B4-BE49-F238E27FC236}">
                  <a16:creationId xmlns:a16="http://schemas.microsoft.com/office/drawing/2014/main" id="{64B25884-D5C3-6E40-24CA-0D3059CCF3B0}"/>
                </a:ext>
              </a:extLst>
            </p:cNvPr>
            <p:cNvSpPr/>
            <p:nvPr/>
          </p:nvSpPr>
          <p:spPr>
            <a:xfrm>
              <a:off x="3017200" y="3875175"/>
              <a:ext cx="41800" cy="50325"/>
            </a:xfrm>
            <a:custGeom>
              <a:avLst/>
              <a:gdLst/>
              <a:ahLst/>
              <a:cxnLst/>
              <a:rect l="l" t="t" r="r" b="b"/>
              <a:pathLst>
                <a:path w="1672" h="2013" extrusionOk="0">
                  <a:moveTo>
                    <a:pt x="1557" y="114"/>
                  </a:moveTo>
                  <a:lnTo>
                    <a:pt x="1444" y="1899"/>
                  </a:lnTo>
                  <a:lnTo>
                    <a:pt x="114" y="1876"/>
                  </a:lnTo>
                  <a:lnTo>
                    <a:pt x="148" y="228"/>
                  </a:lnTo>
                  <a:lnTo>
                    <a:pt x="1557" y="114"/>
                  </a:lnTo>
                  <a:close/>
                  <a:moveTo>
                    <a:pt x="1615" y="1"/>
                  </a:moveTo>
                  <a:lnTo>
                    <a:pt x="91" y="125"/>
                  </a:lnTo>
                  <a:cubicBezTo>
                    <a:pt x="57" y="125"/>
                    <a:pt x="34" y="148"/>
                    <a:pt x="34" y="183"/>
                  </a:cubicBezTo>
                  <a:lnTo>
                    <a:pt x="11" y="1922"/>
                  </a:lnTo>
                  <a:cubicBezTo>
                    <a:pt x="0" y="1956"/>
                    <a:pt x="34" y="1979"/>
                    <a:pt x="57" y="1979"/>
                  </a:cubicBezTo>
                  <a:lnTo>
                    <a:pt x="1489" y="2013"/>
                  </a:lnTo>
                  <a:cubicBezTo>
                    <a:pt x="1524" y="2013"/>
                    <a:pt x="1546" y="1990"/>
                    <a:pt x="1546" y="1967"/>
                  </a:cubicBezTo>
                  <a:lnTo>
                    <a:pt x="1671" y="57"/>
                  </a:lnTo>
                  <a:cubicBezTo>
                    <a:pt x="1671" y="46"/>
                    <a:pt x="1671" y="24"/>
                    <a:pt x="1660" y="12"/>
                  </a:cubicBezTo>
                  <a:cubicBezTo>
                    <a:pt x="1648" y="1"/>
                    <a:pt x="1626" y="1"/>
                    <a:pt x="16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8270;p113">
              <a:extLst>
                <a:ext uri="{FF2B5EF4-FFF2-40B4-BE49-F238E27FC236}">
                  <a16:creationId xmlns:a16="http://schemas.microsoft.com/office/drawing/2014/main" id="{22FABCCA-B17F-AC7A-3BF7-BF5798CB828B}"/>
                </a:ext>
              </a:extLst>
            </p:cNvPr>
            <p:cNvSpPr/>
            <p:nvPr/>
          </p:nvSpPr>
          <p:spPr>
            <a:xfrm>
              <a:off x="3019475" y="3877150"/>
              <a:ext cx="38100" cy="12825"/>
            </a:xfrm>
            <a:custGeom>
              <a:avLst/>
              <a:gdLst/>
              <a:ahLst/>
              <a:cxnLst/>
              <a:rect l="l" t="t" r="r" b="b"/>
              <a:pathLst>
                <a:path w="1524" h="513" extrusionOk="0">
                  <a:moveTo>
                    <a:pt x="0" y="1"/>
                  </a:moveTo>
                  <a:lnTo>
                    <a:pt x="0" y="433"/>
                  </a:lnTo>
                  <a:lnTo>
                    <a:pt x="1489" y="513"/>
                  </a:lnTo>
                  <a:lnTo>
                    <a:pt x="1524" y="5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8271;p113">
              <a:extLst>
                <a:ext uri="{FF2B5EF4-FFF2-40B4-BE49-F238E27FC236}">
                  <a16:creationId xmlns:a16="http://schemas.microsoft.com/office/drawing/2014/main" id="{8AFDFEF6-DC87-7C70-EDE6-41A023ED2DD4}"/>
                </a:ext>
              </a:extLst>
            </p:cNvPr>
            <p:cNvSpPr/>
            <p:nvPr/>
          </p:nvSpPr>
          <p:spPr>
            <a:xfrm>
              <a:off x="3018325" y="3876025"/>
              <a:ext cx="40675" cy="15100"/>
            </a:xfrm>
            <a:custGeom>
              <a:avLst/>
              <a:gdLst/>
              <a:ahLst/>
              <a:cxnLst/>
              <a:rect l="l" t="t" r="r" b="b"/>
              <a:pathLst>
                <a:path w="1627" h="604" extrusionOk="0">
                  <a:moveTo>
                    <a:pt x="103" y="103"/>
                  </a:moveTo>
                  <a:lnTo>
                    <a:pt x="1512" y="160"/>
                  </a:lnTo>
                  <a:lnTo>
                    <a:pt x="1490" y="501"/>
                  </a:lnTo>
                  <a:lnTo>
                    <a:pt x="103" y="432"/>
                  </a:lnTo>
                  <a:lnTo>
                    <a:pt x="103" y="103"/>
                  </a:lnTo>
                  <a:close/>
                  <a:moveTo>
                    <a:pt x="57" y="0"/>
                  </a:moveTo>
                  <a:cubicBezTo>
                    <a:pt x="34" y="0"/>
                    <a:pt x="24" y="0"/>
                    <a:pt x="12" y="12"/>
                  </a:cubicBezTo>
                  <a:cubicBezTo>
                    <a:pt x="1" y="23"/>
                    <a:pt x="1" y="35"/>
                    <a:pt x="1" y="46"/>
                  </a:cubicBezTo>
                  <a:lnTo>
                    <a:pt x="1" y="478"/>
                  </a:lnTo>
                  <a:cubicBezTo>
                    <a:pt x="1" y="512"/>
                    <a:pt x="24" y="535"/>
                    <a:pt x="46" y="535"/>
                  </a:cubicBezTo>
                  <a:lnTo>
                    <a:pt x="1535" y="603"/>
                  </a:lnTo>
                  <a:cubicBezTo>
                    <a:pt x="1570" y="603"/>
                    <a:pt x="1592" y="581"/>
                    <a:pt x="1592" y="558"/>
                  </a:cubicBezTo>
                  <a:lnTo>
                    <a:pt x="1626" y="103"/>
                  </a:lnTo>
                  <a:cubicBezTo>
                    <a:pt x="1626" y="91"/>
                    <a:pt x="1626" y="80"/>
                    <a:pt x="1615" y="69"/>
                  </a:cubicBezTo>
                  <a:cubicBezTo>
                    <a:pt x="1603" y="58"/>
                    <a:pt x="1592" y="46"/>
                    <a:pt x="1570" y="46"/>
                  </a:cubicBezTo>
                  <a:lnTo>
                    <a:pt x="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8272;p113">
              <a:extLst>
                <a:ext uri="{FF2B5EF4-FFF2-40B4-BE49-F238E27FC236}">
                  <a16:creationId xmlns:a16="http://schemas.microsoft.com/office/drawing/2014/main" id="{7BB96E77-449D-55EF-D0F4-D95EA3B604A1}"/>
                </a:ext>
              </a:extLst>
            </p:cNvPr>
            <p:cNvSpPr/>
            <p:nvPr/>
          </p:nvSpPr>
          <p:spPr>
            <a:xfrm>
              <a:off x="2962325" y="3893025"/>
              <a:ext cx="113450" cy="79325"/>
            </a:xfrm>
            <a:custGeom>
              <a:avLst/>
              <a:gdLst/>
              <a:ahLst/>
              <a:cxnLst/>
              <a:rect l="l" t="t" r="r" b="b"/>
              <a:pathLst>
                <a:path w="4538" h="3173" extrusionOk="0">
                  <a:moveTo>
                    <a:pt x="2452" y="1"/>
                  </a:moveTo>
                  <a:cubicBezTo>
                    <a:pt x="2193" y="1"/>
                    <a:pt x="2054" y="217"/>
                    <a:pt x="1956" y="412"/>
                  </a:cubicBezTo>
                  <a:cubicBezTo>
                    <a:pt x="1854" y="616"/>
                    <a:pt x="1149" y="1310"/>
                    <a:pt x="922" y="1480"/>
                  </a:cubicBezTo>
                  <a:cubicBezTo>
                    <a:pt x="683" y="1651"/>
                    <a:pt x="160" y="1867"/>
                    <a:pt x="81" y="2379"/>
                  </a:cubicBezTo>
                  <a:cubicBezTo>
                    <a:pt x="1" y="2879"/>
                    <a:pt x="296" y="3084"/>
                    <a:pt x="513" y="3129"/>
                  </a:cubicBezTo>
                  <a:cubicBezTo>
                    <a:pt x="625" y="3154"/>
                    <a:pt x="953" y="3172"/>
                    <a:pt x="1318" y="3172"/>
                  </a:cubicBezTo>
                  <a:cubicBezTo>
                    <a:pt x="1618" y="3172"/>
                    <a:pt x="1944" y="3160"/>
                    <a:pt x="2195" y="3129"/>
                  </a:cubicBezTo>
                  <a:cubicBezTo>
                    <a:pt x="2289" y="3120"/>
                    <a:pt x="2410" y="3116"/>
                    <a:pt x="2548" y="3116"/>
                  </a:cubicBezTo>
                  <a:cubicBezTo>
                    <a:pt x="3017" y="3116"/>
                    <a:pt x="3675" y="3160"/>
                    <a:pt x="4048" y="3160"/>
                  </a:cubicBezTo>
                  <a:cubicBezTo>
                    <a:pt x="4206" y="3160"/>
                    <a:pt x="4313" y="3152"/>
                    <a:pt x="4333" y="3129"/>
                  </a:cubicBezTo>
                  <a:cubicBezTo>
                    <a:pt x="4424" y="3049"/>
                    <a:pt x="4537" y="2766"/>
                    <a:pt x="4457" y="2584"/>
                  </a:cubicBezTo>
                  <a:cubicBezTo>
                    <a:pt x="4401" y="2447"/>
                    <a:pt x="4321" y="2311"/>
                    <a:pt x="4242" y="2185"/>
                  </a:cubicBezTo>
                  <a:cubicBezTo>
                    <a:pt x="4242" y="2185"/>
                    <a:pt x="4401" y="1731"/>
                    <a:pt x="4310" y="1480"/>
                  </a:cubicBezTo>
                  <a:cubicBezTo>
                    <a:pt x="4207" y="1230"/>
                    <a:pt x="4025" y="912"/>
                    <a:pt x="4048" y="765"/>
                  </a:cubicBezTo>
                  <a:cubicBezTo>
                    <a:pt x="4083" y="628"/>
                    <a:pt x="4434" y="333"/>
                    <a:pt x="4196" y="310"/>
                  </a:cubicBezTo>
                  <a:cubicBezTo>
                    <a:pt x="4191" y="310"/>
                    <a:pt x="4186" y="310"/>
                    <a:pt x="4181" y="310"/>
                  </a:cubicBezTo>
                  <a:cubicBezTo>
                    <a:pt x="3942" y="310"/>
                    <a:pt x="3577" y="584"/>
                    <a:pt x="3343" y="662"/>
                  </a:cubicBezTo>
                  <a:cubicBezTo>
                    <a:pt x="3219" y="707"/>
                    <a:pt x="3093" y="742"/>
                    <a:pt x="2968" y="753"/>
                  </a:cubicBezTo>
                  <a:cubicBezTo>
                    <a:pt x="2968" y="753"/>
                    <a:pt x="2775" y="14"/>
                    <a:pt x="2491" y="3"/>
                  </a:cubicBezTo>
                  <a:cubicBezTo>
                    <a:pt x="2478" y="1"/>
                    <a:pt x="2465" y="1"/>
                    <a:pt x="24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8273;p113">
              <a:extLst>
                <a:ext uri="{FF2B5EF4-FFF2-40B4-BE49-F238E27FC236}">
                  <a16:creationId xmlns:a16="http://schemas.microsoft.com/office/drawing/2014/main" id="{0D2DA020-53D0-0765-FDD0-5B7A295C6284}"/>
                </a:ext>
              </a:extLst>
            </p:cNvPr>
            <p:cNvSpPr/>
            <p:nvPr/>
          </p:nvSpPr>
          <p:spPr>
            <a:xfrm>
              <a:off x="2961200" y="3891650"/>
              <a:ext cx="116275" cy="82175"/>
            </a:xfrm>
            <a:custGeom>
              <a:avLst/>
              <a:gdLst/>
              <a:ahLst/>
              <a:cxnLst/>
              <a:rect l="l" t="t" r="r" b="b"/>
              <a:pathLst>
                <a:path w="4651" h="3287" extrusionOk="0">
                  <a:moveTo>
                    <a:pt x="2501" y="103"/>
                  </a:moveTo>
                  <a:cubicBezTo>
                    <a:pt x="2513" y="103"/>
                    <a:pt x="2524" y="103"/>
                    <a:pt x="2536" y="115"/>
                  </a:cubicBezTo>
                  <a:cubicBezTo>
                    <a:pt x="2706" y="115"/>
                    <a:pt x="2888" y="558"/>
                    <a:pt x="2956" y="831"/>
                  </a:cubicBezTo>
                  <a:cubicBezTo>
                    <a:pt x="2968" y="853"/>
                    <a:pt x="2991" y="865"/>
                    <a:pt x="3013" y="865"/>
                  </a:cubicBezTo>
                  <a:cubicBezTo>
                    <a:pt x="3150" y="842"/>
                    <a:pt x="3274" y="808"/>
                    <a:pt x="3400" y="762"/>
                  </a:cubicBezTo>
                  <a:cubicBezTo>
                    <a:pt x="3491" y="729"/>
                    <a:pt x="3605" y="671"/>
                    <a:pt x="3718" y="615"/>
                  </a:cubicBezTo>
                  <a:cubicBezTo>
                    <a:pt x="3892" y="528"/>
                    <a:pt x="4086" y="421"/>
                    <a:pt x="4222" y="421"/>
                  </a:cubicBezTo>
                  <a:cubicBezTo>
                    <a:pt x="4229" y="421"/>
                    <a:pt x="4235" y="421"/>
                    <a:pt x="4241" y="421"/>
                  </a:cubicBezTo>
                  <a:lnTo>
                    <a:pt x="4264" y="421"/>
                  </a:lnTo>
                  <a:cubicBezTo>
                    <a:pt x="4275" y="456"/>
                    <a:pt x="4207" y="558"/>
                    <a:pt x="4161" y="603"/>
                  </a:cubicBezTo>
                  <a:cubicBezTo>
                    <a:pt x="4105" y="683"/>
                    <a:pt x="4059" y="751"/>
                    <a:pt x="4047" y="808"/>
                  </a:cubicBezTo>
                  <a:cubicBezTo>
                    <a:pt x="4025" y="922"/>
                    <a:pt x="4105" y="1103"/>
                    <a:pt x="4196" y="1308"/>
                  </a:cubicBezTo>
                  <a:cubicBezTo>
                    <a:pt x="4229" y="1388"/>
                    <a:pt x="4275" y="1479"/>
                    <a:pt x="4298" y="1547"/>
                  </a:cubicBezTo>
                  <a:cubicBezTo>
                    <a:pt x="4389" y="1786"/>
                    <a:pt x="4241" y="2218"/>
                    <a:pt x="4241" y="2218"/>
                  </a:cubicBezTo>
                  <a:cubicBezTo>
                    <a:pt x="4229" y="2240"/>
                    <a:pt x="4229" y="2252"/>
                    <a:pt x="4241" y="2275"/>
                  </a:cubicBezTo>
                  <a:cubicBezTo>
                    <a:pt x="4320" y="2389"/>
                    <a:pt x="4400" y="2525"/>
                    <a:pt x="4457" y="2650"/>
                  </a:cubicBezTo>
                  <a:cubicBezTo>
                    <a:pt x="4525" y="2821"/>
                    <a:pt x="4423" y="3071"/>
                    <a:pt x="4355" y="3139"/>
                  </a:cubicBezTo>
                  <a:cubicBezTo>
                    <a:pt x="4328" y="3152"/>
                    <a:pt x="4243" y="3157"/>
                    <a:pt x="4126" y="3157"/>
                  </a:cubicBezTo>
                  <a:cubicBezTo>
                    <a:pt x="3945" y="3157"/>
                    <a:pt x="3690" y="3145"/>
                    <a:pt x="3468" y="3139"/>
                  </a:cubicBezTo>
                  <a:cubicBezTo>
                    <a:pt x="3162" y="3131"/>
                    <a:pt x="2823" y="3117"/>
                    <a:pt x="2549" y="3117"/>
                  </a:cubicBezTo>
                  <a:cubicBezTo>
                    <a:pt x="2426" y="3117"/>
                    <a:pt x="2317" y="3120"/>
                    <a:pt x="2229" y="3127"/>
                  </a:cubicBezTo>
                  <a:cubicBezTo>
                    <a:pt x="1955" y="3161"/>
                    <a:pt x="1586" y="3176"/>
                    <a:pt x="1263" y="3176"/>
                  </a:cubicBezTo>
                  <a:cubicBezTo>
                    <a:pt x="942" y="3176"/>
                    <a:pt x="665" y="3161"/>
                    <a:pt x="569" y="3139"/>
                  </a:cubicBezTo>
                  <a:cubicBezTo>
                    <a:pt x="341" y="3082"/>
                    <a:pt x="114" y="2877"/>
                    <a:pt x="182" y="2434"/>
                  </a:cubicBezTo>
                  <a:cubicBezTo>
                    <a:pt x="240" y="2047"/>
                    <a:pt x="591" y="1831"/>
                    <a:pt x="842" y="1672"/>
                  </a:cubicBezTo>
                  <a:cubicBezTo>
                    <a:pt x="899" y="1638"/>
                    <a:pt x="944" y="1604"/>
                    <a:pt x="990" y="1581"/>
                  </a:cubicBezTo>
                  <a:cubicBezTo>
                    <a:pt x="1228" y="1399"/>
                    <a:pt x="1933" y="706"/>
                    <a:pt x="2047" y="490"/>
                  </a:cubicBezTo>
                  <a:cubicBezTo>
                    <a:pt x="2172" y="262"/>
                    <a:pt x="2297" y="103"/>
                    <a:pt x="2501" y="103"/>
                  </a:cubicBezTo>
                  <a:close/>
                  <a:moveTo>
                    <a:pt x="2512" y="1"/>
                  </a:moveTo>
                  <a:cubicBezTo>
                    <a:pt x="2221" y="1"/>
                    <a:pt x="2078" y="212"/>
                    <a:pt x="1956" y="444"/>
                  </a:cubicBezTo>
                  <a:cubicBezTo>
                    <a:pt x="1854" y="626"/>
                    <a:pt x="1172" y="1320"/>
                    <a:pt x="933" y="1490"/>
                  </a:cubicBezTo>
                  <a:cubicBezTo>
                    <a:pt x="887" y="1525"/>
                    <a:pt x="842" y="1547"/>
                    <a:pt x="785" y="1581"/>
                  </a:cubicBezTo>
                  <a:cubicBezTo>
                    <a:pt x="512" y="1752"/>
                    <a:pt x="149" y="1979"/>
                    <a:pt x="80" y="2422"/>
                  </a:cubicBezTo>
                  <a:cubicBezTo>
                    <a:pt x="0" y="2922"/>
                    <a:pt x="273" y="3172"/>
                    <a:pt x="546" y="3241"/>
                  </a:cubicBezTo>
                  <a:cubicBezTo>
                    <a:pt x="660" y="3263"/>
                    <a:pt x="978" y="3286"/>
                    <a:pt x="1342" y="3286"/>
                  </a:cubicBezTo>
                  <a:cubicBezTo>
                    <a:pt x="1649" y="3286"/>
                    <a:pt x="1978" y="3263"/>
                    <a:pt x="2240" y="3241"/>
                  </a:cubicBezTo>
                  <a:cubicBezTo>
                    <a:pt x="2340" y="3228"/>
                    <a:pt x="2471" y="3224"/>
                    <a:pt x="2620" y="3224"/>
                  </a:cubicBezTo>
                  <a:cubicBezTo>
                    <a:pt x="2877" y="3224"/>
                    <a:pt x="3186" y="3238"/>
                    <a:pt x="3468" y="3253"/>
                  </a:cubicBezTo>
                  <a:cubicBezTo>
                    <a:pt x="3741" y="3261"/>
                    <a:pt x="3936" y="3267"/>
                    <a:pt x="4078" y="3267"/>
                  </a:cubicBezTo>
                  <a:cubicBezTo>
                    <a:pt x="4302" y="3267"/>
                    <a:pt x="4388" y="3253"/>
                    <a:pt x="4423" y="3218"/>
                  </a:cubicBezTo>
                  <a:cubicBezTo>
                    <a:pt x="4514" y="3127"/>
                    <a:pt x="4650" y="2831"/>
                    <a:pt x="4560" y="2616"/>
                  </a:cubicBezTo>
                  <a:cubicBezTo>
                    <a:pt x="4491" y="2479"/>
                    <a:pt x="4423" y="2354"/>
                    <a:pt x="4343" y="2229"/>
                  </a:cubicBezTo>
                  <a:cubicBezTo>
                    <a:pt x="4378" y="2127"/>
                    <a:pt x="4491" y="1752"/>
                    <a:pt x="4400" y="1513"/>
                  </a:cubicBezTo>
                  <a:cubicBezTo>
                    <a:pt x="4366" y="1434"/>
                    <a:pt x="4332" y="1343"/>
                    <a:pt x="4287" y="1263"/>
                  </a:cubicBezTo>
                  <a:cubicBezTo>
                    <a:pt x="4218" y="1103"/>
                    <a:pt x="4128" y="911"/>
                    <a:pt x="4150" y="831"/>
                  </a:cubicBezTo>
                  <a:cubicBezTo>
                    <a:pt x="4161" y="797"/>
                    <a:pt x="4207" y="729"/>
                    <a:pt x="4252" y="671"/>
                  </a:cubicBezTo>
                  <a:cubicBezTo>
                    <a:pt x="4332" y="558"/>
                    <a:pt x="4400" y="456"/>
                    <a:pt x="4366" y="376"/>
                  </a:cubicBezTo>
                  <a:cubicBezTo>
                    <a:pt x="4343" y="342"/>
                    <a:pt x="4309" y="319"/>
                    <a:pt x="4241" y="308"/>
                  </a:cubicBezTo>
                  <a:cubicBezTo>
                    <a:pt x="4082" y="308"/>
                    <a:pt x="3866" y="410"/>
                    <a:pt x="3673" y="524"/>
                  </a:cubicBezTo>
                  <a:cubicBezTo>
                    <a:pt x="3559" y="580"/>
                    <a:pt x="3456" y="638"/>
                    <a:pt x="3365" y="661"/>
                  </a:cubicBezTo>
                  <a:cubicBezTo>
                    <a:pt x="3264" y="706"/>
                    <a:pt x="3161" y="729"/>
                    <a:pt x="3047" y="751"/>
                  </a:cubicBezTo>
                  <a:cubicBezTo>
                    <a:pt x="2991" y="570"/>
                    <a:pt x="2820" y="24"/>
                    <a:pt x="2536" y="1"/>
                  </a:cubicBezTo>
                  <a:cubicBezTo>
                    <a:pt x="2528" y="1"/>
                    <a:pt x="2520" y="1"/>
                    <a:pt x="25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8274;p113">
              <a:extLst>
                <a:ext uri="{FF2B5EF4-FFF2-40B4-BE49-F238E27FC236}">
                  <a16:creationId xmlns:a16="http://schemas.microsoft.com/office/drawing/2014/main" id="{6D52AC46-8FB9-9DFD-ABC5-528CCDAE17D6}"/>
                </a:ext>
              </a:extLst>
            </p:cNvPr>
            <p:cNvSpPr/>
            <p:nvPr/>
          </p:nvSpPr>
          <p:spPr>
            <a:xfrm>
              <a:off x="2963200" y="3943975"/>
              <a:ext cx="112575" cy="28450"/>
            </a:xfrm>
            <a:custGeom>
              <a:avLst/>
              <a:gdLst/>
              <a:ahLst/>
              <a:cxnLst/>
              <a:rect l="l" t="t" r="r" b="b"/>
              <a:pathLst>
                <a:path w="4503" h="1138" extrusionOk="0">
                  <a:moveTo>
                    <a:pt x="317" y="1"/>
                  </a:moveTo>
                  <a:cubicBezTo>
                    <a:pt x="168" y="1"/>
                    <a:pt x="57" y="420"/>
                    <a:pt x="57" y="420"/>
                  </a:cubicBezTo>
                  <a:lnTo>
                    <a:pt x="34" y="432"/>
                  </a:lnTo>
                  <a:cubicBezTo>
                    <a:pt x="0" y="875"/>
                    <a:pt x="284" y="1057"/>
                    <a:pt x="466" y="1102"/>
                  </a:cubicBezTo>
                  <a:cubicBezTo>
                    <a:pt x="574" y="1122"/>
                    <a:pt x="917" y="1137"/>
                    <a:pt x="1296" y="1137"/>
                  </a:cubicBezTo>
                  <a:cubicBezTo>
                    <a:pt x="1594" y="1137"/>
                    <a:pt x="1915" y="1127"/>
                    <a:pt x="2160" y="1102"/>
                  </a:cubicBezTo>
                  <a:cubicBezTo>
                    <a:pt x="2268" y="1089"/>
                    <a:pt x="2413" y="1084"/>
                    <a:pt x="2578" y="1084"/>
                  </a:cubicBezTo>
                  <a:cubicBezTo>
                    <a:pt x="3058" y="1084"/>
                    <a:pt x="3701" y="1127"/>
                    <a:pt x="4050" y="1127"/>
                  </a:cubicBezTo>
                  <a:cubicBezTo>
                    <a:pt x="4186" y="1127"/>
                    <a:pt x="4277" y="1120"/>
                    <a:pt x="4298" y="1102"/>
                  </a:cubicBezTo>
                  <a:cubicBezTo>
                    <a:pt x="4389" y="1011"/>
                    <a:pt x="4502" y="738"/>
                    <a:pt x="4422" y="546"/>
                  </a:cubicBezTo>
                  <a:cubicBezTo>
                    <a:pt x="4366" y="409"/>
                    <a:pt x="4286" y="273"/>
                    <a:pt x="4207" y="147"/>
                  </a:cubicBezTo>
                  <a:cubicBezTo>
                    <a:pt x="4196" y="146"/>
                    <a:pt x="4187" y="146"/>
                    <a:pt x="4179" y="146"/>
                  </a:cubicBezTo>
                  <a:cubicBezTo>
                    <a:pt x="4113" y="146"/>
                    <a:pt x="4138" y="185"/>
                    <a:pt x="3934" y="215"/>
                  </a:cubicBezTo>
                  <a:cubicBezTo>
                    <a:pt x="3717" y="250"/>
                    <a:pt x="2865" y="659"/>
                    <a:pt x="2330" y="784"/>
                  </a:cubicBezTo>
                  <a:cubicBezTo>
                    <a:pt x="2045" y="850"/>
                    <a:pt x="1782" y="884"/>
                    <a:pt x="1560" y="884"/>
                  </a:cubicBezTo>
                  <a:cubicBezTo>
                    <a:pt x="1357" y="884"/>
                    <a:pt x="1188" y="855"/>
                    <a:pt x="1069" y="796"/>
                  </a:cubicBezTo>
                  <a:cubicBezTo>
                    <a:pt x="819" y="670"/>
                    <a:pt x="592" y="296"/>
                    <a:pt x="410" y="56"/>
                  </a:cubicBezTo>
                  <a:cubicBezTo>
                    <a:pt x="378" y="17"/>
                    <a:pt x="347"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8275;p113">
              <a:extLst>
                <a:ext uri="{FF2B5EF4-FFF2-40B4-BE49-F238E27FC236}">
                  <a16:creationId xmlns:a16="http://schemas.microsoft.com/office/drawing/2014/main" id="{673FE1F0-F583-73CD-8F03-5E62AA8E0281}"/>
                </a:ext>
              </a:extLst>
            </p:cNvPr>
            <p:cNvSpPr/>
            <p:nvPr/>
          </p:nvSpPr>
          <p:spPr>
            <a:xfrm>
              <a:off x="2962050" y="3942725"/>
              <a:ext cx="115125" cy="31100"/>
            </a:xfrm>
            <a:custGeom>
              <a:avLst/>
              <a:gdLst/>
              <a:ahLst/>
              <a:cxnLst/>
              <a:rect l="l" t="t" r="r" b="b"/>
              <a:pathLst>
                <a:path w="4605" h="1244" extrusionOk="0">
                  <a:moveTo>
                    <a:pt x="353" y="106"/>
                  </a:moveTo>
                  <a:cubicBezTo>
                    <a:pt x="376" y="106"/>
                    <a:pt x="398" y="118"/>
                    <a:pt x="410" y="141"/>
                  </a:cubicBezTo>
                  <a:cubicBezTo>
                    <a:pt x="456" y="197"/>
                    <a:pt x="512" y="265"/>
                    <a:pt x="557" y="334"/>
                  </a:cubicBezTo>
                  <a:cubicBezTo>
                    <a:pt x="717" y="550"/>
                    <a:pt x="888" y="800"/>
                    <a:pt x="1092" y="891"/>
                  </a:cubicBezTo>
                  <a:cubicBezTo>
                    <a:pt x="1217" y="956"/>
                    <a:pt x="1386" y="988"/>
                    <a:pt x="1592" y="988"/>
                  </a:cubicBezTo>
                  <a:cubicBezTo>
                    <a:pt x="1817" y="988"/>
                    <a:pt x="2086" y="951"/>
                    <a:pt x="2388" y="879"/>
                  </a:cubicBezTo>
                  <a:cubicBezTo>
                    <a:pt x="2695" y="811"/>
                    <a:pt x="3093" y="652"/>
                    <a:pt x="3422" y="527"/>
                  </a:cubicBezTo>
                  <a:cubicBezTo>
                    <a:pt x="3672" y="425"/>
                    <a:pt x="3900" y="334"/>
                    <a:pt x="3991" y="323"/>
                  </a:cubicBezTo>
                  <a:cubicBezTo>
                    <a:pt x="4116" y="300"/>
                    <a:pt x="4162" y="277"/>
                    <a:pt x="4195" y="265"/>
                  </a:cubicBezTo>
                  <a:cubicBezTo>
                    <a:pt x="4207" y="255"/>
                    <a:pt x="4207" y="255"/>
                    <a:pt x="4218" y="255"/>
                  </a:cubicBezTo>
                  <a:cubicBezTo>
                    <a:pt x="4298" y="368"/>
                    <a:pt x="4366" y="493"/>
                    <a:pt x="4423" y="618"/>
                  </a:cubicBezTo>
                  <a:cubicBezTo>
                    <a:pt x="4491" y="778"/>
                    <a:pt x="4389" y="1028"/>
                    <a:pt x="4309" y="1107"/>
                  </a:cubicBezTo>
                  <a:cubicBezTo>
                    <a:pt x="4287" y="1120"/>
                    <a:pt x="4203" y="1125"/>
                    <a:pt x="4087" y="1125"/>
                  </a:cubicBezTo>
                  <a:cubicBezTo>
                    <a:pt x="3908" y="1125"/>
                    <a:pt x="3655" y="1114"/>
                    <a:pt x="3434" y="1107"/>
                  </a:cubicBezTo>
                  <a:cubicBezTo>
                    <a:pt x="3148" y="1092"/>
                    <a:pt x="2839" y="1078"/>
                    <a:pt x="2581" y="1078"/>
                  </a:cubicBezTo>
                  <a:cubicBezTo>
                    <a:pt x="2429" y="1078"/>
                    <a:pt x="2296" y="1083"/>
                    <a:pt x="2195" y="1096"/>
                  </a:cubicBezTo>
                  <a:cubicBezTo>
                    <a:pt x="1936" y="1123"/>
                    <a:pt x="1591" y="1134"/>
                    <a:pt x="1279" y="1134"/>
                  </a:cubicBezTo>
                  <a:cubicBezTo>
                    <a:pt x="932" y="1134"/>
                    <a:pt x="625" y="1120"/>
                    <a:pt x="524" y="1096"/>
                  </a:cubicBezTo>
                  <a:cubicBezTo>
                    <a:pt x="456" y="1084"/>
                    <a:pt x="115" y="970"/>
                    <a:pt x="137" y="516"/>
                  </a:cubicBezTo>
                  <a:cubicBezTo>
                    <a:pt x="148" y="505"/>
                    <a:pt x="160" y="493"/>
                    <a:pt x="160" y="482"/>
                  </a:cubicBezTo>
                  <a:cubicBezTo>
                    <a:pt x="194" y="334"/>
                    <a:pt x="285" y="118"/>
                    <a:pt x="353" y="106"/>
                  </a:cubicBezTo>
                  <a:close/>
                  <a:moveTo>
                    <a:pt x="367" y="0"/>
                  </a:moveTo>
                  <a:cubicBezTo>
                    <a:pt x="358" y="0"/>
                    <a:pt x="349" y="2"/>
                    <a:pt x="342" y="4"/>
                  </a:cubicBezTo>
                  <a:cubicBezTo>
                    <a:pt x="194" y="27"/>
                    <a:pt x="92" y="323"/>
                    <a:pt x="69" y="436"/>
                  </a:cubicBezTo>
                  <a:lnTo>
                    <a:pt x="57" y="436"/>
                  </a:lnTo>
                  <a:cubicBezTo>
                    <a:pt x="46" y="436"/>
                    <a:pt x="35" y="459"/>
                    <a:pt x="24" y="482"/>
                  </a:cubicBezTo>
                  <a:cubicBezTo>
                    <a:pt x="1" y="925"/>
                    <a:pt x="262" y="1141"/>
                    <a:pt x="501" y="1198"/>
                  </a:cubicBezTo>
                  <a:cubicBezTo>
                    <a:pt x="615" y="1220"/>
                    <a:pt x="944" y="1243"/>
                    <a:pt x="1308" y="1243"/>
                  </a:cubicBezTo>
                  <a:cubicBezTo>
                    <a:pt x="1615" y="1243"/>
                    <a:pt x="1956" y="1232"/>
                    <a:pt x="2206" y="1198"/>
                  </a:cubicBezTo>
                  <a:cubicBezTo>
                    <a:pt x="2306" y="1185"/>
                    <a:pt x="2436" y="1181"/>
                    <a:pt x="2582" y="1181"/>
                  </a:cubicBezTo>
                  <a:cubicBezTo>
                    <a:pt x="2837" y="1181"/>
                    <a:pt x="3141" y="1195"/>
                    <a:pt x="3422" y="1210"/>
                  </a:cubicBezTo>
                  <a:cubicBezTo>
                    <a:pt x="3714" y="1219"/>
                    <a:pt x="3920" y="1224"/>
                    <a:pt x="4065" y="1224"/>
                  </a:cubicBezTo>
                  <a:cubicBezTo>
                    <a:pt x="4269" y="1224"/>
                    <a:pt x="4351" y="1213"/>
                    <a:pt x="4377" y="1187"/>
                  </a:cubicBezTo>
                  <a:cubicBezTo>
                    <a:pt x="4480" y="1096"/>
                    <a:pt x="4605" y="788"/>
                    <a:pt x="4514" y="573"/>
                  </a:cubicBezTo>
                  <a:cubicBezTo>
                    <a:pt x="4457" y="436"/>
                    <a:pt x="4377" y="300"/>
                    <a:pt x="4298" y="175"/>
                  </a:cubicBezTo>
                  <a:cubicBezTo>
                    <a:pt x="4286" y="164"/>
                    <a:pt x="4275" y="152"/>
                    <a:pt x="4264" y="152"/>
                  </a:cubicBezTo>
                  <a:cubicBezTo>
                    <a:pt x="4244" y="149"/>
                    <a:pt x="4228" y="147"/>
                    <a:pt x="4214" y="147"/>
                  </a:cubicBezTo>
                  <a:cubicBezTo>
                    <a:pt x="4181" y="147"/>
                    <a:pt x="4163" y="155"/>
                    <a:pt x="4139" y="164"/>
                  </a:cubicBezTo>
                  <a:cubicBezTo>
                    <a:pt x="4116" y="175"/>
                    <a:pt x="4082" y="197"/>
                    <a:pt x="3980" y="209"/>
                  </a:cubicBezTo>
                  <a:lnTo>
                    <a:pt x="3968" y="209"/>
                  </a:lnTo>
                  <a:cubicBezTo>
                    <a:pt x="3866" y="232"/>
                    <a:pt x="3650" y="311"/>
                    <a:pt x="3377" y="425"/>
                  </a:cubicBezTo>
                  <a:cubicBezTo>
                    <a:pt x="3059" y="550"/>
                    <a:pt x="2661" y="709"/>
                    <a:pt x="2366" y="778"/>
                  </a:cubicBezTo>
                  <a:cubicBezTo>
                    <a:pt x="2080" y="849"/>
                    <a:pt x="1823" y="883"/>
                    <a:pt x="1608" y="883"/>
                  </a:cubicBezTo>
                  <a:cubicBezTo>
                    <a:pt x="1412" y="883"/>
                    <a:pt x="1251" y="855"/>
                    <a:pt x="1138" y="800"/>
                  </a:cubicBezTo>
                  <a:cubicBezTo>
                    <a:pt x="956" y="709"/>
                    <a:pt x="797" y="482"/>
                    <a:pt x="648" y="277"/>
                  </a:cubicBezTo>
                  <a:cubicBezTo>
                    <a:pt x="592" y="197"/>
                    <a:pt x="547" y="129"/>
                    <a:pt x="501" y="73"/>
                  </a:cubicBezTo>
                  <a:cubicBezTo>
                    <a:pt x="448" y="19"/>
                    <a:pt x="401" y="0"/>
                    <a:pt x="3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8276;p113">
              <a:extLst>
                <a:ext uri="{FF2B5EF4-FFF2-40B4-BE49-F238E27FC236}">
                  <a16:creationId xmlns:a16="http://schemas.microsoft.com/office/drawing/2014/main" id="{0F891108-E300-BEB4-5311-7FE9665C7112}"/>
                </a:ext>
              </a:extLst>
            </p:cNvPr>
            <p:cNvSpPr/>
            <p:nvPr/>
          </p:nvSpPr>
          <p:spPr>
            <a:xfrm>
              <a:off x="2998700" y="3914200"/>
              <a:ext cx="29600" cy="16700"/>
            </a:xfrm>
            <a:custGeom>
              <a:avLst/>
              <a:gdLst/>
              <a:ahLst/>
              <a:cxnLst/>
              <a:rect l="l" t="t" r="r" b="b"/>
              <a:pathLst>
                <a:path w="1184" h="668" extrusionOk="0">
                  <a:moveTo>
                    <a:pt x="313" y="0"/>
                  </a:moveTo>
                  <a:cubicBezTo>
                    <a:pt x="252" y="0"/>
                    <a:pt x="217" y="9"/>
                    <a:pt x="217" y="9"/>
                  </a:cubicBezTo>
                  <a:lnTo>
                    <a:pt x="1" y="236"/>
                  </a:lnTo>
                  <a:cubicBezTo>
                    <a:pt x="354" y="236"/>
                    <a:pt x="900" y="668"/>
                    <a:pt x="900" y="668"/>
                  </a:cubicBezTo>
                  <a:lnTo>
                    <a:pt x="1183" y="429"/>
                  </a:lnTo>
                  <a:cubicBezTo>
                    <a:pt x="800" y="53"/>
                    <a:pt x="469" y="0"/>
                    <a:pt x="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8277;p113">
              <a:extLst>
                <a:ext uri="{FF2B5EF4-FFF2-40B4-BE49-F238E27FC236}">
                  <a16:creationId xmlns:a16="http://schemas.microsoft.com/office/drawing/2014/main" id="{7849664B-D739-C7C9-FD5A-B79008CA0FC1}"/>
                </a:ext>
              </a:extLst>
            </p:cNvPr>
            <p:cNvSpPr/>
            <p:nvPr/>
          </p:nvSpPr>
          <p:spPr>
            <a:xfrm>
              <a:off x="2997300" y="3912825"/>
              <a:ext cx="32425" cy="19500"/>
            </a:xfrm>
            <a:custGeom>
              <a:avLst/>
              <a:gdLst/>
              <a:ahLst/>
              <a:cxnLst/>
              <a:rect l="l" t="t" r="r" b="b"/>
              <a:pathLst>
                <a:path w="1297" h="780" extrusionOk="0">
                  <a:moveTo>
                    <a:pt x="365" y="105"/>
                  </a:moveTo>
                  <a:cubicBezTo>
                    <a:pt x="496" y="105"/>
                    <a:pt x="801" y="153"/>
                    <a:pt x="1160" y="484"/>
                  </a:cubicBezTo>
                  <a:lnTo>
                    <a:pt x="956" y="655"/>
                  </a:lnTo>
                  <a:cubicBezTo>
                    <a:pt x="842" y="564"/>
                    <a:pt x="466" y="314"/>
                    <a:pt x="171" y="256"/>
                  </a:cubicBezTo>
                  <a:lnTo>
                    <a:pt x="307" y="109"/>
                  </a:lnTo>
                  <a:cubicBezTo>
                    <a:pt x="319" y="107"/>
                    <a:pt x="338" y="105"/>
                    <a:pt x="365" y="105"/>
                  </a:cubicBezTo>
                  <a:close/>
                  <a:moveTo>
                    <a:pt x="355" y="0"/>
                  </a:moveTo>
                  <a:cubicBezTo>
                    <a:pt x="300" y="0"/>
                    <a:pt x="267" y="6"/>
                    <a:pt x="262" y="6"/>
                  </a:cubicBezTo>
                  <a:cubicBezTo>
                    <a:pt x="262" y="6"/>
                    <a:pt x="251" y="18"/>
                    <a:pt x="239" y="18"/>
                  </a:cubicBezTo>
                  <a:lnTo>
                    <a:pt x="23" y="256"/>
                  </a:lnTo>
                  <a:cubicBezTo>
                    <a:pt x="1" y="268"/>
                    <a:pt x="1" y="291"/>
                    <a:pt x="11" y="314"/>
                  </a:cubicBezTo>
                  <a:cubicBezTo>
                    <a:pt x="11" y="336"/>
                    <a:pt x="34" y="347"/>
                    <a:pt x="57" y="347"/>
                  </a:cubicBezTo>
                  <a:cubicBezTo>
                    <a:pt x="387" y="347"/>
                    <a:pt x="921" y="757"/>
                    <a:pt x="921" y="768"/>
                  </a:cubicBezTo>
                  <a:cubicBezTo>
                    <a:pt x="933" y="768"/>
                    <a:pt x="944" y="779"/>
                    <a:pt x="956" y="779"/>
                  </a:cubicBezTo>
                  <a:cubicBezTo>
                    <a:pt x="966" y="779"/>
                    <a:pt x="978" y="768"/>
                    <a:pt x="989" y="757"/>
                  </a:cubicBezTo>
                  <a:lnTo>
                    <a:pt x="1274" y="529"/>
                  </a:lnTo>
                  <a:cubicBezTo>
                    <a:pt x="1285" y="518"/>
                    <a:pt x="1297" y="507"/>
                    <a:pt x="1297" y="484"/>
                  </a:cubicBezTo>
                  <a:cubicBezTo>
                    <a:pt x="1297" y="473"/>
                    <a:pt x="1285" y="461"/>
                    <a:pt x="1274" y="450"/>
                  </a:cubicBezTo>
                  <a:cubicBezTo>
                    <a:pt x="867" y="51"/>
                    <a:pt x="516" y="0"/>
                    <a:pt x="3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8278;p113">
              <a:extLst>
                <a:ext uri="{FF2B5EF4-FFF2-40B4-BE49-F238E27FC236}">
                  <a16:creationId xmlns:a16="http://schemas.microsoft.com/office/drawing/2014/main" id="{D64B145C-E166-BF32-E9A7-BFA580E3B0E1}"/>
                </a:ext>
              </a:extLst>
            </p:cNvPr>
            <p:cNvSpPr/>
            <p:nvPr/>
          </p:nvSpPr>
          <p:spPr>
            <a:xfrm>
              <a:off x="2988775" y="3922150"/>
              <a:ext cx="29575" cy="16725"/>
            </a:xfrm>
            <a:custGeom>
              <a:avLst/>
              <a:gdLst/>
              <a:ahLst/>
              <a:cxnLst/>
              <a:rect l="l" t="t" r="r" b="b"/>
              <a:pathLst>
                <a:path w="1183" h="669" extrusionOk="0">
                  <a:moveTo>
                    <a:pt x="312" y="1"/>
                  </a:moveTo>
                  <a:cubicBezTo>
                    <a:pt x="250" y="1"/>
                    <a:pt x="216" y="9"/>
                    <a:pt x="216" y="9"/>
                  </a:cubicBezTo>
                  <a:lnTo>
                    <a:pt x="1" y="247"/>
                  </a:lnTo>
                  <a:cubicBezTo>
                    <a:pt x="342" y="247"/>
                    <a:pt x="898" y="668"/>
                    <a:pt x="898" y="668"/>
                  </a:cubicBezTo>
                  <a:lnTo>
                    <a:pt x="1183" y="429"/>
                  </a:lnTo>
                  <a:cubicBezTo>
                    <a:pt x="799" y="54"/>
                    <a:pt x="468" y="1"/>
                    <a:pt x="3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8279;p113">
              <a:extLst>
                <a:ext uri="{FF2B5EF4-FFF2-40B4-BE49-F238E27FC236}">
                  <a16:creationId xmlns:a16="http://schemas.microsoft.com/office/drawing/2014/main" id="{06A98273-0570-00A0-19C0-B1F6284D6E40}"/>
                </a:ext>
              </a:extLst>
            </p:cNvPr>
            <p:cNvSpPr/>
            <p:nvPr/>
          </p:nvSpPr>
          <p:spPr>
            <a:xfrm>
              <a:off x="2987350" y="3920775"/>
              <a:ext cx="32425" cy="19500"/>
            </a:xfrm>
            <a:custGeom>
              <a:avLst/>
              <a:gdLst/>
              <a:ahLst/>
              <a:cxnLst/>
              <a:rect l="l" t="t" r="r" b="b"/>
              <a:pathLst>
                <a:path w="1297" h="780" extrusionOk="0">
                  <a:moveTo>
                    <a:pt x="365" y="105"/>
                  </a:moveTo>
                  <a:cubicBezTo>
                    <a:pt x="496" y="105"/>
                    <a:pt x="800" y="153"/>
                    <a:pt x="1160" y="484"/>
                  </a:cubicBezTo>
                  <a:lnTo>
                    <a:pt x="955" y="655"/>
                  </a:lnTo>
                  <a:cubicBezTo>
                    <a:pt x="841" y="575"/>
                    <a:pt x="467" y="314"/>
                    <a:pt x="171" y="257"/>
                  </a:cubicBezTo>
                  <a:lnTo>
                    <a:pt x="308" y="109"/>
                  </a:lnTo>
                  <a:cubicBezTo>
                    <a:pt x="319" y="107"/>
                    <a:pt x="339" y="105"/>
                    <a:pt x="365" y="105"/>
                  </a:cubicBezTo>
                  <a:close/>
                  <a:moveTo>
                    <a:pt x="355" y="1"/>
                  </a:moveTo>
                  <a:cubicBezTo>
                    <a:pt x="301" y="1"/>
                    <a:pt x="268" y="7"/>
                    <a:pt x="262" y="7"/>
                  </a:cubicBezTo>
                  <a:cubicBezTo>
                    <a:pt x="250" y="7"/>
                    <a:pt x="250" y="18"/>
                    <a:pt x="239" y="18"/>
                  </a:cubicBezTo>
                  <a:lnTo>
                    <a:pt x="12" y="257"/>
                  </a:lnTo>
                  <a:cubicBezTo>
                    <a:pt x="0" y="279"/>
                    <a:pt x="0" y="302"/>
                    <a:pt x="12" y="314"/>
                  </a:cubicBezTo>
                  <a:cubicBezTo>
                    <a:pt x="12" y="337"/>
                    <a:pt x="35" y="348"/>
                    <a:pt x="58" y="348"/>
                  </a:cubicBezTo>
                  <a:cubicBezTo>
                    <a:pt x="376" y="348"/>
                    <a:pt x="922" y="757"/>
                    <a:pt x="922" y="769"/>
                  </a:cubicBezTo>
                  <a:cubicBezTo>
                    <a:pt x="932" y="769"/>
                    <a:pt x="944" y="780"/>
                    <a:pt x="955" y="780"/>
                  </a:cubicBezTo>
                  <a:cubicBezTo>
                    <a:pt x="967" y="780"/>
                    <a:pt x="978" y="769"/>
                    <a:pt x="990" y="769"/>
                  </a:cubicBezTo>
                  <a:lnTo>
                    <a:pt x="1273" y="530"/>
                  </a:lnTo>
                  <a:cubicBezTo>
                    <a:pt x="1285" y="519"/>
                    <a:pt x="1285" y="507"/>
                    <a:pt x="1285" y="484"/>
                  </a:cubicBezTo>
                  <a:cubicBezTo>
                    <a:pt x="1296" y="473"/>
                    <a:pt x="1285" y="461"/>
                    <a:pt x="1273" y="450"/>
                  </a:cubicBezTo>
                  <a:cubicBezTo>
                    <a:pt x="866" y="51"/>
                    <a:pt x="516" y="1"/>
                    <a:pt x="3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8280;p113">
              <a:extLst>
                <a:ext uri="{FF2B5EF4-FFF2-40B4-BE49-F238E27FC236}">
                  <a16:creationId xmlns:a16="http://schemas.microsoft.com/office/drawing/2014/main" id="{70E8E093-E4A5-4540-8C9E-047474B3246A}"/>
                </a:ext>
              </a:extLst>
            </p:cNvPr>
            <p:cNvSpPr/>
            <p:nvPr/>
          </p:nvSpPr>
          <p:spPr>
            <a:xfrm>
              <a:off x="3023725" y="3910575"/>
              <a:ext cx="14225" cy="11800"/>
            </a:xfrm>
            <a:custGeom>
              <a:avLst/>
              <a:gdLst/>
              <a:ahLst/>
              <a:cxnLst/>
              <a:rect l="l" t="t" r="r" b="b"/>
              <a:pathLst>
                <a:path w="569" h="472" extrusionOk="0">
                  <a:moveTo>
                    <a:pt x="512" y="0"/>
                  </a:moveTo>
                  <a:cubicBezTo>
                    <a:pt x="501" y="0"/>
                    <a:pt x="489" y="6"/>
                    <a:pt x="478" y="17"/>
                  </a:cubicBezTo>
                  <a:lnTo>
                    <a:pt x="35" y="381"/>
                  </a:lnTo>
                  <a:cubicBezTo>
                    <a:pt x="12" y="392"/>
                    <a:pt x="0" y="426"/>
                    <a:pt x="23" y="449"/>
                  </a:cubicBezTo>
                  <a:cubicBezTo>
                    <a:pt x="35" y="460"/>
                    <a:pt x="46" y="472"/>
                    <a:pt x="69" y="472"/>
                  </a:cubicBezTo>
                  <a:cubicBezTo>
                    <a:pt x="80" y="472"/>
                    <a:pt x="91" y="472"/>
                    <a:pt x="103" y="460"/>
                  </a:cubicBezTo>
                  <a:lnTo>
                    <a:pt x="535" y="96"/>
                  </a:lnTo>
                  <a:cubicBezTo>
                    <a:pt x="558" y="74"/>
                    <a:pt x="569" y="40"/>
                    <a:pt x="546" y="17"/>
                  </a:cubicBezTo>
                  <a:cubicBezTo>
                    <a:pt x="535" y="6"/>
                    <a:pt x="523" y="0"/>
                    <a:pt x="5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8281;p113">
              <a:extLst>
                <a:ext uri="{FF2B5EF4-FFF2-40B4-BE49-F238E27FC236}">
                  <a16:creationId xmlns:a16="http://schemas.microsoft.com/office/drawing/2014/main" id="{AF44329B-8874-0C2B-CC8E-4F09893FA0B9}"/>
                </a:ext>
              </a:extLst>
            </p:cNvPr>
            <p:cNvSpPr/>
            <p:nvPr/>
          </p:nvSpPr>
          <p:spPr>
            <a:xfrm>
              <a:off x="2973475" y="3928050"/>
              <a:ext cx="40325" cy="21200"/>
            </a:xfrm>
            <a:custGeom>
              <a:avLst/>
              <a:gdLst/>
              <a:ahLst/>
              <a:cxnLst/>
              <a:rect l="l" t="t" r="r" b="b"/>
              <a:pathLst>
                <a:path w="1613" h="848" extrusionOk="0">
                  <a:moveTo>
                    <a:pt x="613" y="0"/>
                  </a:moveTo>
                  <a:cubicBezTo>
                    <a:pt x="613" y="0"/>
                    <a:pt x="32" y="364"/>
                    <a:pt x="10" y="534"/>
                  </a:cubicBezTo>
                  <a:cubicBezTo>
                    <a:pt x="1" y="670"/>
                    <a:pt x="785" y="847"/>
                    <a:pt x="1201" y="847"/>
                  </a:cubicBezTo>
                  <a:cubicBezTo>
                    <a:pt x="1310" y="847"/>
                    <a:pt x="1393" y="835"/>
                    <a:pt x="1431" y="807"/>
                  </a:cubicBezTo>
                  <a:cubicBezTo>
                    <a:pt x="1613" y="660"/>
                    <a:pt x="1510" y="432"/>
                    <a:pt x="1510" y="432"/>
                  </a:cubicBezTo>
                  <a:cubicBezTo>
                    <a:pt x="1237" y="228"/>
                    <a:pt x="942" y="79"/>
                    <a:pt x="6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8282;p113">
              <a:extLst>
                <a:ext uri="{FF2B5EF4-FFF2-40B4-BE49-F238E27FC236}">
                  <a16:creationId xmlns:a16="http://schemas.microsoft.com/office/drawing/2014/main" id="{2557D849-927F-AD56-7838-6F0D2D0D1F15}"/>
                </a:ext>
              </a:extLst>
            </p:cNvPr>
            <p:cNvSpPr/>
            <p:nvPr/>
          </p:nvSpPr>
          <p:spPr>
            <a:xfrm>
              <a:off x="2972300" y="3926900"/>
              <a:ext cx="42075" cy="23600"/>
            </a:xfrm>
            <a:custGeom>
              <a:avLst/>
              <a:gdLst/>
              <a:ahLst/>
              <a:cxnLst/>
              <a:rect l="l" t="t" r="r" b="b"/>
              <a:pathLst>
                <a:path w="1683" h="944" extrusionOk="0">
                  <a:moveTo>
                    <a:pt x="670" y="103"/>
                  </a:moveTo>
                  <a:cubicBezTo>
                    <a:pt x="978" y="183"/>
                    <a:pt x="1262" y="319"/>
                    <a:pt x="1512" y="512"/>
                  </a:cubicBezTo>
                  <a:cubicBezTo>
                    <a:pt x="1534" y="547"/>
                    <a:pt x="1580" y="706"/>
                    <a:pt x="1443" y="808"/>
                  </a:cubicBezTo>
                  <a:cubicBezTo>
                    <a:pt x="1416" y="831"/>
                    <a:pt x="1340" y="843"/>
                    <a:pt x="1236" y="843"/>
                  </a:cubicBezTo>
                  <a:cubicBezTo>
                    <a:pt x="1040" y="843"/>
                    <a:pt x="745" y="803"/>
                    <a:pt x="478" y="728"/>
                  </a:cubicBezTo>
                  <a:cubicBezTo>
                    <a:pt x="205" y="660"/>
                    <a:pt x="125" y="603"/>
                    <a:pt x="114" y="592"/>
                  </a:cubicBezTo>
                  <a:cubicBezTo>
                    <a:pt x="125" y="489"/>
                    <a:pt x="432" y="251"/>
                    <a:pt x="670" y="103"/>
                  </a:cubicBezTo>
                  <a:close/>
                  <a:moveTo>
                    <a:pt x="625" y="1"/>
                  </a:moveTo>
                  <a:cubicBezTo>
                    <a:pt x="534" y="69"/>
                    <a:pt x="23" y="387"/>
                    <a:pt x="11" y="580"/>
                  </a:cubicBezTo>
                  <a:cubicBezTo>
                    <a:pt x="0" y="648"/>
                    <a:pt x="91" y="706"/>
                    <a:pt x="114" y="717"/>
                  </a:cubicBezTo>
                  <a:cubicBezTo>
                    <a:pt x="318" y="830"/>
                    <a:pt x="875" y="944"/>
                    <a:pt x="1228" y="944"/>
                  </a:cubicBezTo>
                  <a:cubicBezTo>
                    <a:pt x="1353" y="944"/>
                    <a:pt x="1455" y="933"/>
                    <a:pt x="1512" y="898"/>
                  </a:cubicBezTo>
                  <a:cubicBezTo>
                    <a:pt x="1683" y="762"/>
                    <a:pt x="1648" y="547"/>
                    <a:pt x="1603" y="456"/>
                  </a:cubicBezTo>
                  <a:cubicBezTo>
                    <a:pt x="1603" y="444"/>
                    <a:pt x="1592" y="433"/>
                    <a:pt x="1592" y="433"/>
                  </a:cubicBezTo>
                  <a:cubicBezTo>
                    <a:pt x="1319" y="228"/>
                    <a:pt x="1001" y="80"/>
                    <a:pt x="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8283;p113">
              <a:extLst>
                <a:ext uri="{FF2B5EF4-FFF2-40B4-BE49-F238E27FC236}">
                  <a16:creationId xmlns:a16="http://schemas.microsoft.com/office/drawing/2014/main" id="{04116359-3398-321B-F9BC-6804283CFC43}"/>
                </a:ext>
              </a:extLst>
            </p:cNvPr>
            <p:cNvSpPr/>
            <p:nvPr/>
          </p:nvSpPr>
          <p:spPr>
            <a:xfrm>
              <a:off x="3207050" y="3876600"/>
              <a:ext cx="39250" cy="47500"/>
            </a:xfrm>
            <a:custGeom>
              <a:avLst/>
              <a:gdLst/>
              <a:ahLst/>
              <a:cxnLst/>
              <a:rect l="l" t="t" r="r" b="b"/>
              <a:pathLst>
                <a:path w="1570" h="1900" extrusionOk="0">
                  <a:moveTo>
                    <a:pt x="0" y="0"/>
                  </a:moveTo>
                  <a:lnTo>
                    <a:pt x="137" y="1899"/>
                  </a:lnTo>
                  <a:lnTo>
                    <a:pt x="1569" y="1876"/>
                  </a:lnTo>
                  <a:lnTo>
                    <a:pt x="1535" y="1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8284;p113">
              <a:extLst>
                <a:ext uri="{FF2B5EF4-FFF2-40B4-BE49-F238E27FC236}">
                  <a16:creationId xmlns:a16="http://schemas.microsoft.com/office/drawing/2014/main" id="{BCEBDAFB-F4A6-03F5-3528-82DA9ABF05E3}"/>
                </a:ext>
              </a:extLst>
            </p:cNvPr>
            <p:cNvSpPr/>
            <p:nvPr/>
          </p:nvSpPr>
          <p:spPr>
            <a:xfrm>
              <a:off x="3205925" y="3875175"/>
              <a:ext cx="41500" cy="50325"/>
            </a:xfrm>
            <a:custGeom>
              <a:avLst/>
              <a:gdLst/>
              <a:ahLst/>
              <a:cxnLst/>
              <a:rect l="l" t="t" r="r" b="b"/>
              <a:pathLst>
                <a:path w="1660" h="2013" extrusionOk="0">
                  <a:moveTo>
                    <a:pt x="114" y="114"/>
                  </a:moveTo>
                  <a:lnTo>
                    <a:pt x="1523" y="228"/>
                  </a:lnTo>
                  <a:lnTo>
                    <a:pt x="1557" y="1876"/>
                  </a:lnTo>
                  <a:lnTo>
                    <a:pt x="227" y="1899"/>
                  </a:lnTo>
                  <a:lnTo>
                    <a:pt x="114" y="114"/>
                  </a:lnTo>
                  <a:close/>
                  <a:moveTo>
                    <a:pt x="56" y="1"/>
                  </a:moveTo>
                  <a:cubicBezTo>
                    <a:pt x="45" y="1"/>
                    <a:pt x="23" y="1"/>
                    <a:pt x="11" y="12"/>
                  </a:cubicBezTo>
                  <a:cubicBezTo>
                    <a:pt x="0" y="24"/>
                    <a:pt x="0" y="46"/>
                    <a:pt x="0" y="57"/>
                  </a:cubicBezTo>
                  <a:lnTo>
                    <a:pt x="125" y="1967"/>
                  </a:lnTo>
                  <a:cubicBezTo>
                    <a:pt x="125" y="1990"/>
                    <a:pt x="147" y="2013"/>
                    <a:pt x="182" y="2013"/>
                  </a:cubicBezTo>
                  <a:lnTo>
                    <a:pt x="1614" y="1979"/>
                  </a:lnTo>
                  <a:cubicBezTo>
                    <a:pt x="1637" y="1979"/>
                    <a:pt x="1660" y="1956"/>
                    <a:pt x="1660" y="1922"/>
                  </a:cubicBezTo>
                  <a:lnTo>
                    <a:pt x="1637" y="183"/>
                  </a:lnTo>
                  <a:cubicBezTo>
                    <a:pt x="1625" y="148"/>
                    <a:pt x="1614" y="125"/>
                    <a:pt x="1580" y="125"/>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8285;p113">
              <a:extLst>
                <a:ext uri="{FF2B5EF4-FFF2-40B4-BE49-F238E27FC236}">
                  <a16:creationId xmlns:a16="http://schemas.microsoft.com/office/drawing/2014/main" id="{1DFE61D4-936D-90F9-2EEA-1234085B52AF}"/>
                </a:ext>
              </a:extLst>
            </p:cNvPr>
            <p:cNvSpPr/>
            <p:nvPr/>
          </p:nvSpPr>
          <p:spPr>
            <a:xfrm>
              <a:off x="3207050" y="3880875"/>
              <a:ext cx="38950" cy="10250"/>
            </a:xfrm>
            <a:custGeom>
              <a:avLst/>
              <a:gdLst/>
              <a:ahLst/>
              <a:cxnLst/>
              <a:rect l="l" t="t" r="r" b="b"/>
              <a:pathLst>
                <a:path w="1558" h="410" extrusionOk="0">
                  <a:moveTo>
                    <a:pt x="0" y="0"/>
                  </a:moveTo>
                  <a:lnTo>
                    <a:pt x="34" y="147"/>
                  </a:lnTo>
                  <a:lnTo>
                    <a:pt x="34" y="409"/>
                  </a:lnTo>
                  <a:lnTo>
                    <a:pt x="1558" y="398"/>
                  </a:lnTo>
                  <a:lnTo>
                    <a:pt x="1535" y="1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8286;p113">
              <a:extLst>
                <a:ext uri="{FF2B5EF4-FFF2-40B4-BE49-F238E27FC236}">
                  <a16:creationId xmlns:a16="http://schemas.microsoft.com/office/drawing/2014/main" id="{DBE10913-A5B0-E1CC-4C37-9C1B71A99E4C}"/>
                </a:ext>
              </a:extLst>
            </p:cNvPr>
            <p:cNvSpPr/>
            <p:nvPr/>
          </p:nvSpPr>
          <p:spPr>
            <a:xfrm>
              <a:off x="3205625" y="3879425"/>
              <a:ext cx="41500" cy="13100"/>
            </a:xfrm>
            <a:custGeom>
              <a:avLst/>
              <a:gdLst/>
              <a:ahLst/>
              <a:cxnLst/>
              <a:rect l="l" t="t" r="r" b="b"/>
              <a:pathLst>
                <a:path w="1660" h="524" extrusionOk="0">
                  <a:moveTo>
                    <a:pt x="126" y="104"/>
                  </a:moveTo>
                  <a:lnTo>
                    <a:pt x="1546" y="126"/>
                  </a:lnTo>
                  <a:lnTo>
                    <a:pt x="1558" y="399"/>
                  </a:lnTo>
                  <a:lnTo>
                    <a:pt x="148" y="410"/>
                  </a:lnTo>
                  <a:lnTo>
                    <a:pt x="148" y="205"/>
                  </a:lnTo>
                  <a:lnTo>
                    <a:pt x="148" y="195"/>
                  </a:lnTo>
                  <a:lnTo>
                    <a:pt x="126" y="104"/>
                  </a:lnTo>
                  <a:close/>
                  <a:moveTo>
                    <a:pt x="57" y="1"/>
                  </a:moveTo>
                  <a:cubicBezTo>
                    <a:pt x="35" y="1"/>
                    <a:pt x="23" y="13"/>
                    <a:pt x="12" y="24"/>
                  </a:cubicBezTo>
                  <a:cubicBezTo>
                    <a:pt x="0" y="35"/>
                    <a:pt x="0" y="46"/>
                    <a:pt x="0" y="69"/>
                  </a:cubicBezTo>
                  <a:lnTo>
                    <a:pt x="35" y="217"/>
                  </a:lnTo>
                  <a:lnTo>
                    <a:pt x="35" y="467"/>
                  </a:lnTo>
                  <a:cubicBezTo>
                    <a:pt x="35" y="478"/>
                    <a:pt x="46" y="490"/>
                    <a:pt x="57" y="501"/>
                  </a:cubicBezTo>
                  <a:cubicBezTo>
                    <a:pt x="68" y="513"/>
                    <a:pt x="80" y="524"/>
                    <a:pt x="91" y="524"/>
                  </a:cubicBezTo>
                  <a:lnTo>
                    <a:pt x="1615" y="501"/>
                  </a:lnTo>
                  <a:cubicBezTo>
                    <a:pt x="1626" y="501"/>
                    <a:pt x="1637" y="501"/>
                    <a:pt x="1649" y="490"/>
                  </a:cubicBezTo>
                  <a:cubicBezTo>
                    <a:pt x="1660" y="478"/>
                    <a:pt x="1660" y="467"/>
                    <a:pt x="1660" y="445"/>
                  </a:cubicBezTo>
                  <a:lnTo>
                    <a:pt x="1649" y="69"/>
                  </a:lnTo>
                  <a:cubicBezTo>
                    <a:pt x="1649" y="35"/>
                    <a:pt x="1626" y="13"/>
                    <a:pt x="1592" y="13"/>
                  </a:cubicBezTo>
                  <a:lnTo>
                    <a:pt x="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8287;p113">
              <a:extLst>
                <a:ext uri="{FF2B5EF4-FFF2-40B4-BE49-F238E27FC236}">
                  <a16:creationId xmlns:a16="http://schemas.microsoft.com/office/drawing/2014/main" id="{4CCD894F-F1CA-999C-6037-FD42DBF4B933}"/>
                </a:ext>
              </a:extLst>
            </p:cNvPr>
            <p:cNvSpPr/>
            <p:nvPr/>
          </p:nvSpPr>
          <p:spPr>
            <a:xfrm>
              <a:off x="3188850" y="3893025"/>
              <a:ext cx="113425" cy="79325"/>
            </a:xfrm>
            <a:custGeom>
              <a:avLst/>
              <a:gdLst/>
              <a:ahLst/>
              <a:cxnLst/>
              <a:rect l="l" t="t" r="r" b="b"/>
              <a:pathLst>
                <a:path w="4537" h="3173" extrusionOk="0">
                  <a:moveTo>
                    <a:pt x="2097" y="1"/>
                  </a:moveTo>
                  <a:cubicBezTo>
                    <a:pt x="2084" y="1"/>
                    <a:pt x="2071" y="1"/>
                    <a:pt x="2058" y="3"/>
                  </a:cubicBezTo>
                  <a:cubicBezTo>
                    <a:pt x="1774" y="14"/>
                    <a:pt x="1581" y="753"/>
                    <a:pt x="1581" y="753"/>
                  </a:cubicBezTo>
                  <a:cubicBezTo>
                    <a:pt x="1456" y="742"/>
                    <a:pt x="1331" y="707"/>
                    <a:pt x="1206" y="662"/>
                  </a:cubicBezTo>
                  <a:cubicBezTo>
                    <a:pt x="972" y="584"/>
                    <a:pt x="607" y="310"/>
                    <a:pt x="368" y="310"/>
                  </a:cubicBezTo>
                  <a:cubicBezTo>
                    <a:pt x="363" y="310"/>
                    <a:pt x="358" y="310"/>
                    <a:pt x="353" y="310"/>
                  </a:cubicBezTo>
                  <a:cubicBezTo>
                    <a:pt x="115" y="333"/>
                    <a:pt x="456" y="628"/>
                    <a:pt x="489" y="765"/>
                  </a:cubicBezTo>
                  <a:cubicBezTo>
                    <a:pt x="524" y="912"/>
                    <a:pt x="330" y="1230"/>
                    <a:pt x="239" y="1480"/>
                  </a:cubicBezTo>
                  <a:cubicBezTo>
                    <a:pt x="148" y="1731"/>
                    <a:pt x="307" y="2185"/>
                    <a:pt x="307" y="2185"/>
                  </a:cubicBezTo>
                  <a:cubicBezTo>
                    <a:pt x="216" y="2311"/>
                    <a:pt x="148" y="2447"/>
                    <a:pt x="80" y="2584"/>
                  </a:cubicBezTo>
                  <a:cubicBezTo>
                    <a:pt x="1" y="2766"/>
                    <a:pt x="126" y="3049"/>
                    <a:pt x="206" y="3129"/>
                  </a:cubicBezTo>
                  <a:cubicBezTo>
                    <a:pt x="228" y="3152"/>
                    <a:pt x="336" y="3160"/>
                    <a:pt x="495" y="3160"/>
                  </a:cubicBezTo>
                  <a:cubicBezTo>
                    <a:pt x="869" y="3160"/>
                    <a:pt x="1525" y="3116"/>
                    <a:pt x="1997" y="3116"/>
                  </a:cubicBezTo>
                  <a:cubicBezTo>
                    <a:pt x="2136" y="3116"/>
                    <a:pt x="2259" y="3120"/>
                    <a:pt x="2354" y="3129"/>
                  </a:cubicBezTo>
                  <a:cubicBezTo>
                    <a:pt x="2600" y="3160"/>
                    <a:pt x="2925" y="3172"/>
                    <a:pt x="3227" y="3172"/>
                  </a:cubicBezTo>
                  <a:cubicBezTo>
                    <a:pt x="3593" y="3172"/>
                    <a:pt x="3924" y="3154"/>
                    <a:pt x="4036" y="3129"/>
                  </a:cubicBezTo>
                  <a:cubicBezTo>
                    <a:pt x="4241" y="3084"/>
                    <a:pt x="4536" y="2879"/>
                    <a:pt x="4468" y="2379"/>
                  </a:cubicBezTo>
                  <a:cubicBezTo>
                    <a:pt x="4389" y="1867"/>
                    <a:pt x="3866" y="1651"/>
                    <a:pt x="3627" y="1480"/>
                  </a:cubicBezTo>
                  <a:cubicBezTo>
                    <a:pt x="3389" y="1310"/>
                    <a:pt x="2695" y="616"/>
                    <a:pt x="2593" y="412"/>
                  </a:cubicBezTo>
                  <a:cubicBezTo>
                    <a:pt x="2485" y="217"/>
                    <a:pt x="2355" y="1"/>
                    <a:pt x="20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8288;p113">
              <a:extLst>
                <a:ext uri="{FF2B5EF4-FFF2-40B4-BE49-F238E27FC236}">
                  <a16:creationId xmlns:a16="http://schemas.microsoft.com/office/drawing/2014/main" id="{9E568C22-A734-FBF6-24E8-92BC8C6A1AAE}"/>
                </a:ext>
              </a:extLst>
            </p:cNvPr>
            <p:cNvSpPr/>
            <p:nvPr/>
          </p:nvSpPr>
          <p:spPr>
            <a:xfrm>
              <a:off x="3187425" y="3891650"/>
              <a:ext cx="116275" cy="82175"/>
            </a:xfrm>
            <a:custGeom>
              <a:avLst/>
              <a:gdLst/>
              <a:ahLst/>
              <a:cxnLst/>
              <a:rect l="l" t="t" r="r" b="b"/>
              <a:pathLst>
                <a:path w="4651" h="3287" extrusionOk="0">
                  <a:moveTo>
                    <a:pt x="2157" y="113"/>
                  </a:moveTo>
                  <a:cubicBezTo>
                    <a:pt x="2360" y="113"/>
                    <a:pt x="2487" y="266"/>
                    <a:pt x="2604" y="490"/>
                  </a:cubicBezTo>
                  <a:cubicBezTo>
                    <a:pt x="2718" y="706"/>
                    <a:pt x="3411" y="1399"/>
                    <a:pt x="3650" y="1581"/>
                  </a:cubicBezTo>
                  <a:cubicBezTo>
                    <a:pt x="3696" y="1604"/>
                    <a:pt x="3752" y="1638"/>
                    <a:pt x="3809" y="1672"/>
                  </a:cubicBezTo>
                  <a:cubicBezTo>
                    <a:pt x="4060" y="1831"/>
                    <a:pt x="4412" y="2047"/>
                    <a:pt x="4469" y="2434"/>
                  </a:cubicBezTo>
                  <a:cubicBezTo>
                    <a:pt x="4537" y="2877"/>
                    <a:pt x="4298" y="3082"/>
                    <a:pt x="4082" y="3139"/>
                  </a:cubicBezTo>
                  <a:cubicBezTo>
                    <a:pt x="3980" y="3161"/>
                    <a:pt x="3704" y="3176"/>
                    <a:pt x="3383" y="3176"/>
                  </a:cubicBezTo>
                  <a:cubicBezTo>
                    <a:pt x="3059" y="3176"/>
                    <a:pt x="2691" y="3161"/>
                    <a:pt x="2411" y="3127"/>
                  </a:cubicBezTo>
                  <a:cubicBezTo>
                    <a:pt x="2309" y="3116"/>
                    <a:pt x="2172" y="3116"/>
                    <a:pt x="2024" y="3116"/>
                  </a:cubicBezTo>
                  <a:cubicBezTo>
                    <a:pt x="1763" y="3116"/>
                    <a:pt x="1456" y="3127"/>
                    <a:pt x="1183" y="3139"/>
                  </a:cubicBezTo>
                  <a:cubicBezTo>
                    <a:pt x="932" y="3146"/>
                    <a:pt x="638" y="3159"/>
                    <a:pt x="461" y="3159"/>
                  </a:cubicBezTo>
                  <a:cubicBezTo>
                    <a:pt x="382" y="3159"/>
                    <a:pt x="326" y="3157"/>
                    <a:pt x="308" y="3150"/>
                  </a:cubicBezTo>
                  <a:cubicBezTo>
                    <a:pt x="228" y="3071"/>
                    <a:pt x="126" y="2821"/>
                    <a:pt x="194" y="2661"/>
                  </a:cubicBezTo>
                  <a:cubicBezTo>
                    <a:pt x="251" y="2525"/>
                    <a:pt x="319" y="2389"/>
                    <a:pt x="410" y="2275"/>
                  </a:cubicBezTo>
                  <a:cubicBezTo>
                    <a:pt x="410" y="2252"/>
                    <a:pt x="422" y="2240"/>
                    <a:pt x="410" y="2218"/>
                  </a:cubicBezTo>
                  <a:cubicBezTo>
                    <a:pt x="410" y="2218"/>
                    <a:pt x="263" y="1786"/>
                    <a:pt x="353" y="1547"/>
                  </a:cubicBezTo>
                  <a:cubicBezTo>
                    <a:pt x="376" y="1479"/>
                    <a:pt x="422" y="1388"/>
                    <a:pt x="455" y="1308"/>
                  </a:cubicBezTo>
                  <a:cubicBezTo>
                    <a:pt x="546" y="1103"/>
                    <a:pt x="626" y="922"/>
                    <a:pt x="604" y="808"/>
                  </a:cubicBezTo>
                  <a:cubicBezTo>
                    <a:pt x="592" y="751"/>
                    <a:pt x="535" y="683"/>
                    <a:pt x="478" y="603"/>
                  </a:cubicBezTo>
                  <a:cubicBezTo>
                    <a:pt x="444" y="558"/>
                    <a:pt x="376" y="456"/>
                    <a:pt x="376" y="433"/>
                  </a:cubicBezTo>
                  <a:cubicBezTo>
                    <a:pt x="376" y="433"/>
                    <a:pt x="387" y="421"/>
                    <a:pt x="410" y="421"/>
                  </a:cubicBezTo>
                  <a:cubicBezTo>
                    <a:pt x="416" y="421"/>
                    <a:pt x="422" y="421"/>
                    <a:pt x="429" y="421"/>
                  </a:cubicBezTo>
                  <a:cubicBezTo>
                    <a:pt x="565" y="421"/>
                    <a:pt x="759" y="528"/>
                    <a:pt x="933" y="615"/>
                  </a:cubicBezTo>
                  <a:cubicBezTo>
                    <a:pt x="1047" y="671"/>
                    <a:pt x="1149" y="729"/>
                    <a:pt x="1240" y="762"/>
                  </a:cubicBezTo>
                  <a:cubicBezTo>
                    <a:pt x="1365" y="808"/>
                    <a:pt x="1501" y="842"/>
                    <a:pt x="1638" y="865"/>
                  </a:cubicBezTo>
                  <a:cubicBezTo>
                    <a:pt x="1660" y="865"/>
                    <a:pt x="1683" y="853"/>
                    <a:pt x="1695" y="831"/>
                  </a:cubicBezTo>
                  <a:cubicBezTo>
                    <a:pt x="1763" y="558"/>
                    <a:pt x="1933" y="115"/>
                    <a:pt x="2115" y="115"/>
                  </a:cubicBezTo>
                  <a:cubicBezTo>
                    <a:pt x="2130" y="113"/>
                    <a:pt x="2144" y="113"/>
                    <a:pt x="2157" y="113"/>
                  </a:cubicBezTo>
                  <a:close/>
                  <a:moveTo>
                    <a:pt x="2138" y="1"/>
                  </a:moveTo>
                  <a:cubicBezTo>
                    <a:pt x="2131" y="1"/>
                    <a:pt x="2123" y="1"/>
                    <a:pt x="2115" y="1"/>
                  </a:cubicBezTo>
                  <a:cubicBezTo>
                    <a:pt x="1831" y="24"/>
                    <a:pt x="1649" y="570"/>
                    <a:pt x="1604" y="751"/>
                  </a:cubicBezTo>
                  <a:cubicBezTo>
                    <a:pt x="1490" y="729"/>
                    <a:pt x="1388" y="706"/>
                    <a:pt x="1274" y="661"/>
                  </a:cubicBezTo>
                  <a:cubicBezTo>
                    <a:pt x="1195" y="638"/>
                    <a:pt x="1092" y="580"/>
                    <a:pt x="978" y="524"/>
                  </a:cubicBezTo>
                  <a:cubicBezTo>
                    <a:pt x="783" y="415"/>
                    <a:pt x="587" y="307"/>
                    <a:pt x="422" y="307"/>
                  </a:cubicBezTo>
                  <a:cubicBezTo>
                    <a:pt x="414" y="307"/>
                    <a:pt x="407" y="307"/>
                    <a:pt x="399" y="308"/>
                  </a:cubicBezTo>
                  <a:cubicBezTo>
                    <a:pt x="342" y="319"/>
                    <a:pt x="296" y="342"/>
                    <a:pt x="285" y="376"/>
                  </a:cubicBezTo>
                  <a:cubicBezTo>
                    <a:pt x="251" y="456"/>
                    <a:pt x="319" y="558"/>
                    <a:pt x="399" y="671"/>
                  </a:cubicBezTo>
                  <a:cubicBezTo>
                    <a:pt x="444" y="729"/>
                    <a:pt x="490" y="797"/>
                    <a:pt x="501" y="831"/>
                  </a:cubicBezTo>
                  <a:cubicBezTo>
                    <a:pt x="513" y="911"/>
                    <a:pt x="433" y="1103"/>
                    <a:pt x="353" y="1263"/>
                  </a:cubicBezTo>
                  <a:cubicBezTo>
                    <a:pt x="319" y="1343"/>
                    <a:pt x="273" y="1434"/>
                    <a:pt x="251" y="1513"/>
                  </a:cubicBezTo>
                  <a:cubicBezTo>
                    <a:pt x="160" y="1752"/>
                    <a:pt x="273" y="2127"/>
                    <a:pt x="296" y="2229"/>
                  </a:cubicBezTo>
                  <a:cubicBezTo>
                    <a:pt x="217" y="2354"/>
                    <a:pt x="149" y="2479"/>
                    <a:pt x="92" y="2616"/>
                  </a:cubicBezTo>
                  <a:cubicBezTo>
                    <a:pt x="1" y="2831"/>
                    <a:pt x="137" y="3127"/>
                    <a:pt x="228" y="3218"/>
                  </a:cubicBezTo>
                  <a:cubicBezTo>
                    <a:pt x="263" y="3253"/>
                    <a:pt x="349" y="3267"/>
                    <a:pt x="573" y="3267"/>
                  </a:cubicBezTo>
                  <a:cubicBezTo>
                    <a:pt x="715" y="3267"/>
                    <a:pt x="911" y="3261"/>
                    <a:pt x="1183" y="3253"/>
                  </a:cubicBezTo>
                  <a:cubicBezTo>
                    <a:pt x="1465" y="3238"/>
                    <a:pt x="1774" y="3224"/>
                    <a:pt x="2029" y="3224"/>
                  </a:cubicBezTo>
                  <a:cubicBezTo>
                    <a:pt x="2175" y="3224"/>
                    <a:pt x="2304" y="3228"/>
                    <a:pt x="2400" y="3241"/>
                  </a:cubicBezTo>
                  <a:cubicBezTo>
                    <a:pt x="2661" y="3263"/>
                    <a:pt x="3002" y="3286"/>
                    <a:pt x="3309" y="3286"/>
                  </a:cubicBezTo>
                  <a:cubicBezTo>
                    <a:pt x="3673" y="3286"/>
                    <a:pt x="3991" y="3263"/>
                    <a:pt x="4105" y="3241"/>
                  </a:cubicBezTo>
                  <a:cubicBezTo>
                    <a:pt x="4366" y="3172"/>
                    <a:pt x="4651" y="2922"/>
                    <a:pt x="4571" y="2422"/>
                  </a:cubicBezTo>
                  <a:cubicBezTo>
                    <a:pt x="4503" y="1990"/>
                    <a:pt x="4139" y="1752"/>
                    <a:pt x="3866" y="1581"/>
                  </a:cubicBezTo>
                  <a:cubicBezTo>
                    <a:pt x="3809" y="1547"/>
                    <a:pt x="3764" y="1525"/>
                    <a:pt x="3719" y="1490"/>
                  </a:cubicBezTo>
                  <a:cubicBezTo>
                    <a:pt x="3479" y="1320"/>
                    <a:pt x="2786" y="626"/>
                    <a:pt x="2695" y="444"/>
                  </a:cubicBezTo>
                  <a:cubicBezTo>
                    <a:pt x="2573" y="212"/>
                    <a:pt x="2419" y="1"/>
                    <a:pt x="21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8289;p113">
              <a:extLst>
                <a:ext uri="{FF2B5EF4-FFF2-40B4-BE49-F238E27FC236}">
                  <a16:creationId xmlns:a16="http://schemas.microsoft.com/office/drawing/2014/main" id="{7E70444E-B781-A938-211E-9B25E6417BA4}"/>
                </a:ext>
              </a:extLst>
            </p:cNvPr>
            <p:cNvSpPr/>
            <p:nvPr/>
          </p:nvSpPr>
          <p:spPr>
            <a:xfrm>
              <a:off x="3189125" y="3943975"/>
              <a:ext cx="112300" cy="28450"/>
            </a:xfrm>
            <a:custGeom>
              <a:avLst/>
              <a:gdLst/>
              <a:ahLst/>
              <a:cxnLst/>
              <a:rect l="l" t="t" r="r" b="b"/>
              <a:pathLst>
                <a:path w="4492" h="1138" extrusionOk="0">
                  <a:moveTo>
                    <a:pt x="4181" y="1"/>
                  </a:moveTo>
                  <a:cubicBezTo>
                    <a:pt x="4153" y="1"/>
                    <a:pt x="4124" y="17"/>
                    <a:pt x="4093" y="56"/>
                  </a:cubicBezTo>
                  <a:cubicBezTo>
                    <a:pt x="3901" y="296"/>
                    <a:pt x="3684" y="670"/>
                    <a:pt x="3434" y="796"/>
                  </a:cubicBezTo>
                  <a:cubicBezTo>
                    <a:pt x="3315" y="855"/>
                    <a:pt x="3144" y="884"/>
                    <a:pt x="2939" y="884"/>
                  </a:cubicBezTo>
                  <a:cubicBezTo>
                    <a:pt x="2715" y="884"/>
                    <a:pt x="2452" y="850"/>
                    <a:pt x="2173" y="784"/>
                  </a:cubicBezTo>
                  <a:cubicBezTo>
                    <a:pt x="1627" y="659"/>
                    <a:pt x="786" y="250"/>
                    <a:pt x="569" y="215"/>
                  </a:cubicBezTo>
                  <a:cubicBezTo>
                    <a:pt x="365" y="185"/>
                    <a:pt x="381" y="146"/>
                    <a:pt x="321" y="146"/>
                  </a:cubicBezTo>
                  <a:cubicBezTo>
                    <a:pt x="314" y="146"/>
                    <a:pt x="306" y="146"/>
                    <a:pt x="296" y="147"/>
                  </a:cubicBezTo>
                  <a:cubicBezTo>
                    <a:pt x="217" y="273"/>
                    <a:pt x="137" y="409"/>
                    <a:pt x="81" y="546"/>
                  </a:cubicBezTo>
                  <a:cubicBezTo>
                    <a:pt x="1" y="738"/>
                    <a:pt x="115" y="1011"/>
                    <a:pt x="205" y="1102"/>
                  </a:cubicBezTo>
                  <a:cubicBezTo>
                    <a:pt x="223" y="1120"/>
                    <a:pt x="313" y="1127"/>
                    <a:pt x="448" y="1127"/>
                  </a:cubicBezTo>
                  <a:cubicBezTo>
                    <a:pt x="796" y="1127"/>
                    <a:pt x="1442" y="1084"/>
                    <a:pt x="1924" y="1084"/>
                  </a:cubicBezTo>
                  <a:cubicBezTo>
                    <a:pt x="2089" y="1084"/>
                    <a:pt x="2235" y="1089"/>
                    <a:pt x="2343" y="1102"/>
                  </a:cubicBezTo>
                  <a:cubicBezTo>
                    <a:pt x="2588" y="1127"/>
                    <a:pt x="2907" y="1137"/>
                    <a:pt x="3203" y="1137"/>
                  </a:cubicBezTo>
                  <a:cubicBezTo>
                    <a:pt x="3578" y="1137"/>
                    <a:pt x="3917" y="1122"/>
                    <a:pt x="4025" y="1102"/>
                  </a:cubicBezTo>
                  <a:cubicBezTo>
                    <a:pt x="4219" y="1057"/>
                    <a:pt x="4492" y="875"/>
                    <a:pt x="4469" y="432"/>
                  </a:cubicBezTo>
                  <a:lnTo>
                    <a:pt x="4435" y="420"/>
                  </a:lnTo>
                  <a:cubicBezTo>
                    <a:pt x="4435" y="420"/>
                    <a:pt x="4324" y="1"/>
                    <a:pt x="41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8290;p113">
              <a:extLst>
                <a:ext uri="{FF2B5EF4-FFF2-40B4-BE49-F238E27FC236}">
                  <a16:creationId xmlns:a16="http://schemas.microsoft.com/office/drawing/2014/main" id="{AD6BED04-4D3A-C838-19C2-1D0D853A0B34}"/>
                </a:ext>
              </a:extLst>
            </p:cNvPr>
            <p:cNvSpPr/>
            <p:nvPr/>
          </p:nvSpPr>
          <p:spPr>
            <a:xfrm>
              <a:off x="3187425" y="3942725"/>
              <a:ext cx="115425" cy="31100"/>
            </a:xfrm>
            <a:custGeom>
              <a:avLst/>
              <a:gdLst/>
              <a:ahLst/>
              <a:cxnLst/>
              <a:rect l="l" t="t" r="r" b="b"/>
              <a:pathLst>
                <a:path w="4617" h="1244" extrusionOk="0">
                  <a:moveTo>
                    <a:pt x="4252" y="106"/>
                  </a:moveTo>
                  <a:cubicBezTo>
                    <a:pt x="4321" y="118"/>
                    <a:pt x="4412" y="311"/>
                    <a:pt x="4457" y="482"/>
                  </a:cubicBezTo>
                  <a:cubicBezTo>
                    <a:pt x="4457" y="493"/>
                    <a:pt x="4469" y="505"/>
                    <a:pt x="4480" y="516"/>
                  </a:cubicBezTo>
                  <a:cubicBezTo>
                    <a:pt x="4503" y="970"/>
                    <a:pt x="4151" y="1084"/>
                    <a:pt x="4082" y="1096"/>
                  </a:cubicBezTo>
                  <a:cubicBezTo>
                    <a:pt x="3987" y="1120"/>
                    <a:pt x="3683" y="1134"/>
                    <a:pt x="3337" y="1134"/>
                  </a:cubicBezTo>
                  <a:cubicBezTo>
                    <a:pt x="3026" y="1134"/>
                    <a:pt x="2681" y="1123"/>
                    <a:pt x="2423" y="1096"/>
                  </a:cubicBezTo>
                  <a:cubicBezTo>
                    <a:pt x="2320" y="1084"/>
                    <a:pt x="2183" y="1073"/>
                    <a:pt x="2024" y="1073"/>
                  </a:cubicBezTo>
                  <a:cubicBezTo>
                    <a:pt x="1774" y="1073"/>
                    <a:pt x="1468" y="1096"/>
                    <a:pt x="1183" y="1107"/>
                  </a:cubicBezTo>
                  <a:cubicBezTo>
                    <a:pt x="962" y="1114"/>
                    <a:pt x="709" y="1125"/>
                    <a:pt x="530" y="1125"/>
                  </a:cubicBezTo>
                  <a:cubicBezTo>
                    <a:pt x="414" y="1125"/>
                    <a:pt x="330" y="1120"/>
                    <a:pt x="308" y="1107"/>
                  </a:cubicBezTo>
                  <a:cubicBezTo>
                    <a:pt x="228" y="1028"/>
                    <a:pt x="126" y="778"/>
                    <a:pt x="194" y="618"/>
                  </a:cubicBezTo>
                  <a:cubicBezTo>
                    <a:pt x="251" y="493"/>
                    <a:pt x="319" y="368"/>
                    <a:pt x="399" y="255"/>
                  </a:cubicBezTo>
                  <a:cubicBezTo>
                    <a:pt x="410" y="255"/>
                    <a:pt x="410" y="255"/>
                    <a:pt x="422" y="265"/>
                  </a:cubicBezTo>
                  <a:cubicBezTo>
                    <a:pt x="455" y="277"/>
                    <a:pt x="501" y="300"/>
                    <a:pt x="626" y="323"/>
                  </a:cubicBezTo>
                  <a:cubicBezTo>
                    <a:pt x="717" y="334"/>
                    <a:pt x="933" y="425"/>
                    <a:pt x="1195" y="527"/>
                  </a:cubicBezTo>
                  <a:cubicBezTo>
                    <a:pt x="1524" y="652"/>
                    <a:pt x="1922" y="811"/>
                    <a:pt x="2229" y="879"/>
                  </a:cubicBezTo>
                  <a:cubicBezTo>
                    <a:pt x="2525" y="951"/>
                    <a:pt x="2794" y="988"/>
                    <a:pt x="3020" y="988"/>
                  </a:cubicBezTo>
                  <a:cubicBezTo>
                    <a:pt x="3228" y="988"/>
                    <a:pt x="3400" y="956"/>
                    <a:pt x="3525" y="891"/>
                  </a:cubicBezTo>
                  <a:cubicBezTo>
                    <a:pt x="3729" y="800"/>
                    <a:pt x="3900" y="550"/>
                    <a:pt x="4060" y="334"/>
                  </a:cubicBezTo>
                  <a:cubicBezTo>
                    <a:pt x="4105" y="265"/>
                    <a:pt x="4151" y="197"/>
                    <a:pt x="4207" y="141"/>
                  </a:cubicBezTo>
                  <a:cubicBezTo>
                    <a:pt x="4219" y="118"/>
                    <a:pt x="4241" y="106"/>
                    <a:pt x="4252" y="106"/>
                  </a:cubicBezTo>
                  <a:close/>
                  <a:moveTo>
                    <a:pt x="4249" y="0"/>
                  </a:moveTo>
                  <a:cubicBezTo>
                    <a:pt x="4212" y="0"/>
                    <a:pt x="4161" y="19"/>
                    <a:pt x="4116" y="73"/>
                  </a:cubicBezTo>
                  <a:cubicBezTo>
                    <a:pt x="4071" y="129"/>
                    <a:pt x="4025" y="197"/>
                    <a:pt x="3969" y="265"/>
                  </a:cubicBezTo>
                  <a:cubicBezTo>
                    <a:pt x="3820" y="482"/>
                    <a:pt x="3650" y="709"/>
                    <a:pt x="3479" y="800"/>
                  </a:cubicBezTo>
                  <a:cubicBezTo>
                    <a:pt x="3366" y="855"/>
                    <a:pt x="3205" y="883"/>
                    <a:pt x="3009" y="883"/>
                  </a:cubicBezTo>
                  <a:cubicBezTo>
                    <a:pt x="2794" y="883"/>
                    <a:pt x="2537" y="849"/>
                    <a:pt x="2252" y="778"/>
                  </a:cubicBezTo>
                  <a:cubicBezTo>
                    <a:pt x="1956" y="709"/>
                    <a:pt x="1559" y="550"/>
                    <a:pt x="1228" y="425"/>
                  </a:cubicBezTo>
                  <a:cubicBezTo>
                    <a:pt x="956" y="311"/>
                    <a:pt x="740" y="232"/>
                    <a:pt x="637" y="209"/>
                  </a:cubicBezTo>
                  <a:cubicBezTo>
                    <a:pt x="535" y="197"/>
                    <a:pt x="501" y="175"/>
                    <a:pt x="467" y="164"/>
                  </a:cubicBezTo>
                  <a:cubicBezTo>
                    <a:pt x="443" y="155"/>
                    <a:pt x="424" y="147"/>
                    <a:pt x="395" y="147"/>
                  </a:cubicBezTo>
                  <a:cubicBezTo>
                    <a:pt x="383" y="147"/>
                    <a:pt x="370" y="149"/>
                    <a:pt x="353" y="152"/>
                  </a:cubicBezTo>
                  <a:cubicBezTo>
                    <a:pt x="342" y="152"/>
                    <a:pt x="331" y="164"/>
                    <a:pt x="319" y="175"/>
                  </a:cubicBezTo>
                  <a:cubicBezTo>
                    <a:pt x="240" y="300"/>
                    <a:pt x="160" y="436"/>
                    <a:pt x="92" y="573"/>
                  </a:cubicBezTo>
                  <a:cubicBezTo>
                    <a:pt x="1" y="788"/>
                    <a:pt x="137" y="1096"/>
                    <a:pt x="228" y="1187"/>
                  </a:cubicBezTo>
                  <a:cubicBezTo>
                    <a:pt x="262" y="1213"/>
                    <a:pt x="346" y="1224"/>
                    <a:pt x="549" y="1224"/>
                  </a:cubicBezTo>
                  <a:cubicBezTo>
                    <a:pt x="693" y="1224"/>
                    <a:pt x="896" y="1219"/>
                    <a:pt x="1183" y="1210"/>
                  </a:cubicBezTo>
                  <a:cubicBezTo>
                    <a:pt x="1472" y="1195"/>
                    <a:pt x="1779" y="1181"/>
                    <a:pt x="2034" y="1181"/>
                  </a:cubicBezTo>
                  <a:cubicBezTo>
                    <a:pt x="2181" y="1181"/>
                    <a:pt x="2311" y="1185"/>
                    <a:pt x="2411" y="1198"/>
                  </a:cubicBezTo>
                  <a:cubicBezTo>
                    <a:pt x="2661" y="1232"/>
                    <a:pt x="2991" y="1243"/>
                    <a:pt x="3309" y="1243"/>
                  </a:cubicBezTo>
                  <a:cubicBezTo>
                    <a:pt x="3673" y="1243"/>
                    <a:pt x="4002" y="1220"/>
                    <a:pt x="4105" y="1198"/>
                  </a:cubicBezTo>
                  <a:cubicBezTo>
                    <a:pt x="4355" y="1141"/>
                    <a:pt x="4616" y="925"/>
                    <a:pt x="4583" y="482"/>
                  </a:cubicBezTo>
                  <a:cubicBezTo>
                    <a:pt x="4583" y="459"/>
                    <a:pt x="4571" y="436"/>
                    <a:pt x="4560" y="436"/>
                  </a:cubicBezTo>
                  <a:lnTo>
                    <a:pt x="4548" y="436"/>
                  </a:lnTo>
                  <a:cubicBezTo>
                    <a:pt x="4525" y="323"/>
                    <a:pt x="4423" y="27"/>
                    <a:pt x="4275" y="4"/>
                  </a:cubicBezTo>
                  <a:cubicBezTo>
                    <a:pt x="4268" y="2"/>
                    <a:pt x="4259" y="0"/>
                    <a:pt x="42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8291;p113">
              <a:extLst>
                <a:ext uri="{FF2B5EF4-FFF2-40B4-BE49-F238E27FC236}">
                  <a16:creationId xmlns:a16="http://schemas.microsoft.com/office/drawing/2014/main" id="{4937F941-F54E-C155-7CF0-29AFC88CC7BD}"/>
                </a:ext>
              </a:extLst>
            </p:cNvPr>
            <p:cNvSpPr/>
            <p:nvPr/>
          </p:nvSpPr>
          <p:spPr>
            <a:xfrm>
              <a:off x="3236600" y="3914200"/>
              <a:ext cx="29600" cy="16700"/>
            </a:xfrm>
            <a:custGeom>
              <a:avLst/>
              <a:gdLst/>
              <a:ahLst/>
              <a:cxnLst/>
              <a:rect l="l" t="t" r="r" b="b"/>
              <a:pathLst>
                <a:path w="1184" h="668" extrusionOk="0">
                  <a:moveTo>
                    <a:pt x="871" y="0"/>
                  </a:moveTo>
                  <a:cubicBezTo>
                    <a:pt x="715" y="0"/>
                    <a:pt x="384" y="53"/>
                    <a:pt x="1" y="429"/>
                  </a:cubicBezTo>
                  <a:lnTo>
                    <a:pt x="285" y="668"/>
                  </a:lnTo>
                  <a:cubicBezTo>
                    <a:pt x="285" y="668"/>
                    <a:pt x="842" y="236"/>
                    <a:pt x="1183" y="236"/>
                  </a:cubicBezTo>
                  <a:lnTo>
                    <a:pt x="967" y="9"/>
                  </a:lnTo>
                  <a:cubicBezTo>
                    <a:pt x="967" y="9"/>
                    <a:pt x="932" y="0"/>
                    <a:pt x="8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8292;p113">
              <a:extLst>
                <a:ext uri="{FF2B5EF4-FFF2-40B4-BE49-F238E27FC236}">
                  <a16:creationId xmlns:a16="http://schemas.microsoft.com/office/drawing/2014/main" id="{18FC64F8-7FB4-5DD1-4CF1-C9AE81B81580}"/>
                </a:ext>
              </a:extLst>
            </p:cNvPr>
            <p:cNvSpPr/>
            <p:nvPr/>
          </p:nvSpPr>
          <p:spPr>
            <a:xfrm>
              <a:off x="3235475" y="3912825"/>
              <a:ext cx="32125" cy="19500"/>
            </a:xfrm>
            <a:custGeom>
              <a:avLst/>
              <a:gdLst/>
              <a:ahLst/>
              <a:cxnLst/>
              <a:rect l="l" t="t" r="r" b="b"/>
              <a:pathLst>
                <a:path w="1285" h="780" extrusionOk="0">
                  <a:moveTo>
                    <a:pt x="920" y="105"/>
                  </a:moveTo>
                  <a:cubicBezTo>
                    <a:pt x="947" y="105"/>
                    <a:pt x="967" y="107"/>
                    <a:pt x="978" y="109"/>
                  </a:cubicBezTo>
                  <a:lnTo>
                    <a:pt x="1114" y="256"/>
                  </a:lnTo>
                  <a:cubicBezTo>
                    <a:pt x="819" y="314"/>
                    <a:pt x="443" y="564"/>
                    <a:pt x="330" y="655"/>
                  </a:cubicBezTo>
                  <a:lnTo>
                    <a:pt x="125" y="484"/>
                  </a:lnTo>
                  <a:cubicBezTo>
                    <a:pt x="484" y="153"/>
                    <a:pt x="789" y="105"/>
                    <a:pt x="920" y="105"/>
                  </a:cubicBezTo>
                  <a:close/>
                  <a:moveTo>
                    <a:pt x="930" y="0"/>
                  </a:moveTo>
                  <a:cubicBezTo>
                    <a:pt x="769" y="0"/>
                    <a:pt x="418" y="51"/>
                    <a:pt x="11" y="450"/>
                  </a:cubicBezTo>
                  <a:cubicBezTo>
                    <a:pt x="0" y="461"/>
                    <a:pt x="0" y="473"/>
                    <a:pt x="0" y="484"/>
                  </a:cubicBezTo>
                  <a:cubicBezTo>
                    <a:pt x="0" y="507"/>
                    <a:pt x="0" y="518"/>
                    <a:pt x="11" y="529"/>
                  </a:cubicBezTo>
                  <a:lnTo>
                    <a:pt x="296" y="757"/>
                  </a:lnTo>
                  <a:cubicBezTo>
                    <a:pt x="307" y="768"/>
                    <a:pt x="319" y="779"/>
                    <a:pt x="330" y="779"/>
                  </a:cubicBezTo>
                  <a:cubicBezTo>
                    <a:pt x="341" y="779"/>
                    <a:pt x="352" y="768"/>
                    <a:pt x="364" y="768"/>
                  </a:cubicBezTo>
                  <a:cubicBezTo>
                    <a:pt x="375" y="757"/>
                    <a:pt x="910" y="347"/>
                    <a:pt x="1228" y="347"/>
                  </a:cubicBezTo>
                  <a:cubicBezTo>
                    <a:pt x="1251" y="347"/>
                    <a:pt x="1274" y="336"/>
                    <a:pt x="1285" y="314"/>
                  </a:cubicBezTo>
                  <a:cubicBezTo>
                    <a:pt x="1285" y="291"/>
                    <a:pt x="1285" y="268"/>
                    <a:pt x="1274" y="256"/>
                  </a:cubicBezTo>
                  <a:lnTo>
                    <a:pt x="1046" y="18"/>
                  </a:lnTo>
                  <a:cubicBezTo>
                    <a:pt x="1046" y="18"/>
                    <a:pt x="1034" y="6"/>
                    <a:pt x="1023" y="6"/>
                  </a:cubicBezTo>
                  <a:cubicBezTo>
                    <a:pt x="1018" y="6"/>
                    <a:pt x="985" y="0"/>
                    <a:pt x="9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8293;p113">
              <a:extLst>
                <a:ext uri="{FF2B5EF4-FFF2-40B4-BE49-F238E27FC236}">
                  <a16:creationId xmlns:a16="http://schemas.microsoft.com/office/drawing/2014/main" id="{9E39764F-B9D6-2B8D-D023-C0912799C31A}"/>
                </a:ext>
              </a:extLst>
            </p:cNvPr>
            <p:cNvSpPr/>
            <p:nvPr/>
          </p:nvSpPr>
          <p:spPr>
            <a:xfrm>
              <a:off x="3246550" y="3922150"/>
              <a:ext cx="29575" cy="16725"/>
            </a:xfrm>
            <a:custGeom>
              <a:avLst/>
              <a:gdLst/>
              <a:ahLst/>
              <a:cxnLst/>
              <a:rect l="l" t="t" r="r" b="b"/>
              <a:pathLst>
                <a:path w="1183" h="669" extrusionOk="0">
                  <a:moveTo>
                    <a:pt x="862" y="1"/>
                  </a:moveTo>
                  <a:cubicBezTo>
                    <a:pt x="709" y="1"/>
                    <a:pt x="384" y="54"/>
                    <a:pt x="0" y="429"/>
                  </a:cubicBezTo>
                  <a:lnTo>
                    <a:pt x="285" y="668"/>
                  </a:lnTo>
                  <a:cubicBezTo>
                    <a:pt x="285" y="668"/>
                    <a:pt x="831" y="247"/>
                    <a:pt x="1183" y="247"/>
                  </a:cubicBezTo>
                  <a:lnTo>
                    <a:pt x="955" y="9"/>
                  </a:lnTo>
                  <a:cubicBezTo>
                    <a:pt x="955" y="9"/>
                    <a:pt x="922" y="1"/>
                    <a:pt x="8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8294;p113">
              <a:extLst>
                <a:ext uri="{FF2B5EF4-FFF2-40B4-BE49-F238E27FC236}">
                  <a16:creationId xmlns:a16="http://schemas.microsoft.com/office/drawing/2014/main" id="{30DBDBEC-07E2-F3CC-0356-807D4B72383A}"/>
                </a:ext>
              </a:extLst>
            </p:cNvPr>
            <p:cNvSpPr/>
            <p:nvPr/>
          </p:nvSpPr>
          <p:spPr>
            <a:xfrm>
              <a:off x="3245125" y="3920775"/>
              <a:ext cx="32425" cy="19500"/>
            </a:xfrm>
            <a:custGeom>
              <a:avLst/>
              <a:gdLst/>
              <a:ahLst/>
              <a:cxnLst/>
              <a:rect l="l" t="t" r="r" b="b"/>
              <a:pathLst>
                <a:path w="1297" h="780" extrusionOk="0">
                  <a:moveTo>
                    <a:pt x="932" y="105"/>
                  </a:moveTo>
                  <a:cubicBezTo>
                    <a:pt x="958" y="105"/>
                    <a:pt x="978" y="107"/>
                    <a:pt x="989" y="109"/>
                  </a:cubicBezTo>
                  <a:lnTo>
                    <a:pt x="1126" y="257"/>
                  </a:lnTo>
                  <a:cubicBezTo>
                    <a:pt x="830" y="314"/>
                    <a:pt x="456" y="575"/>
                    <a:pt x="342" y="655"/>
                  </a:cubicBezTo>
                  <a:lnTo>
                    <a:pt x="137" y="484"/>
                  </a:lnTo>
                  <a:cubicBezTo>
                    <a:pt x="497" y="153"/>
                    <a:pt x="801" y="105"/>
                    <a:pt x="932" y="105"/>
                  </a:cubicBezTo>
                  <a:close/>
                  <a:moveTo>
                    <a:pt x="937" y="1"/>
                  </a:moveTo>
                  <a:cubicBezTo>
                    <a:pt x="781" y="1"/>
                    <a:pt x="431" y="51"/>
                    <a:pt x="24" y="450"/>
                  </a:cubicBezTo>
                  <a:cubicBezTo>
                    <a:pt x="12" y="461"/>
                    <a:pt x="1" y="473"/>
                    <a:pt x="1" y="484"/>
                  </a:cubicBezTo>
                  <a:cubicBezTo>
                    <a:pt x="1" y="507"/>
                    <a:pt x="12" y="519"/>
                    <a:pt x="24" y="530"/>
                  </a:cubicBezTo>
                  <a:lnTo>
                    <a:pt x="307" y="769"/>
                  </a:lnTo>
                  <a:cubicBezTo>
                    <a:pt x="319" y="769"/>
                    <a:pt x="330" y="780"/>
                    <a:pt x="342" y="780"/>
                  </a:cubicBezTo>
                  <a:cubicBezTo>
                    <a:pt x="353" y="780"/>
                    <a:pt x="365" y="769"/>
                    <a:pt x="376" y="769"/>
                  </a:cubicBezTo>
                  <a:cubicBezTo>
                    <a:pt x="376" y="757"/>
                    <a:pt x="910" y="348"/>
                    <a:pt x="1240" y="348"/>
                  </a:cubicBezTo>
                  <a:cubicBezTo>
                    <a:pt x="1262" y="348"/>
                    <a:pt x="1274" y="337"/>
                    <a:pt x="1285" y="314"/>
                  </a:cubicBezTo>
                  <a:cubicBezTo>
                    <a:pt x="1297" y="302"/>
                    <a:pt x="1297" y="279"/>
                    <a:pt x="1274" y="257"/>
                  </a:cubicBezTo>
                  <a:lnTo>
                    <a:pt x="1058" y="18"/>
                  </a:lnTo>
                  <a:cubicBezTo>
                    <a:pt x="1047" y="18"/>
                    <a:pt x="1035" y="7"/>
                    <a:pt x="1024" y="7"/>
                  </a:cubicBezTo>
                  <a:cubicBezTo>
                    <a:pt x="1021" y="7"/>
                    <a:pt x="990" y="1"/>
                    <a:pt x="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8295;p113">
              <a:extLst>
                <a:ext uri="{FF2B5EF4-FFF2-40B4-BE49-F238E27FC236}">
                  <a16:creationId xmlns:a16="http://schemas.microsoft.com/office/drawing/2014/main" id="{1A8CB073-6D8B-3D5E-8900-A5F526E05E10}"/>
                </a:ext>
              </a:extLst>
            </p:cNvPr>
            <p:cNvSpPr/>
            <p:nvPr/>
          </p:nvSpPr>
          <p:spPr>
            <a:xfrm>
              <a:off x="3226950" y="3910575"/>
              <a:ext cx="13925" cy="11800"/>
            </a:xfrm>
            <a:custGeom>
              <a:avLst/>
              <a:gdLst/>
              <a:ahLst/>
              <a:cxnLst/>
              <a:rect l="l" t="t" r="r" b="b"/>
              <a:pathLst>
                <a:path w="557" h="472" extrusionOk="0">
                  <a:moveTo>
                    <a:pt x="53" y="0"/>
                  </a:moveTo>
                  <a:cubicBezTo>
                    <a:pt x="40" y="0"/>
                    <a:pt x="28" y="6"/>
                    <a:pt x="23" y="17"/>
                  </a:cubicBezTo>
                  <a:cubicBezTo>
                    <a:pt x="0" y="40"/>
                    <a:pt x="0" y="74"/>
                    <a:pt x="23" y="96"/>
                  </a:cubicBezTo>
                  <a:lnTo>
                    <a:pt x="466" y="460"/>
                  </a:lnTo>
                  <a:cubicBezTo>
                    <a:pt x="478" y="472"/>
                    <a:pt x="489" y="472"/>
                    <a:pt x="500" y="472"/>
                  </a:cubicBezTo>
                  <a:cubicBezTo>
                    <a:pt x="511" y="472"/>
                    <a:pt x="534" y="460"/>
                    <a:pt x="546" y="449"/>
                  </a:cubicBezTo>
                  <a:cubicBezTo>
                    <a:pt x="557" y="426"/>
                    <a:pt x="557" y="392"/>
                    <a:pt x="534" y="381"/>
                  </a:cubicBezTo>
                  <a:lnTo>
                    <a:pt x="91" y="17"/>
                  </a:lnTo>
                  <a:cubicBezTo>
                    <a:pt x="80" y="6"/>
                    <a:pt x="66" y="0"/>
                    <a:pt x="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8296;p113">
              <a:extLst>
                <a:ext uri="{FF2B5EF4-FFF2-40B4-BE49-F238E27FC236}">
                  <a16:creationId xmlns:a16="http://schemas.microsoft.com/office/drawing/2014/main" id="{709F759F-A8FE-E5D7-7BB5-F9E597732035}"/>
                </a:ext>
              </a:extLst>
            </p:cNvPr>
            <p:cNvSpPr/>
            <p:nvPr/>
          </p:nvSpPr>
          <p:spPr>
            <a:xfrm>
              <a:off x="3251100" y="3928050"/>
              <a:ext cx="40250" cy="21200"/>
            </a:xfrm>
            <a:custGeom>
              <a:avLst/>
              <a:gdLst/>
              <a:ahLst/>
              <a:cxnLst/>
              <a:rect l="l" t="t" r="r" b="b"/>
              <a:pathLst>
                <a:path w="1610" h="848" extrusionOk="0">
                  <a:moveTo>
                    <a:pt x="1001" y="0"/>
                  </a:moveTo>
                  <a:cubicBezTo>
                    <a:pt x="671" y="79"/>
                    <a:pt x="364" y="228"/>
                    <a:pt x="103" y="432"/>
                  </a:cubicBezTo>
                  <a:cubicBezTo>
                    <a:pt x="103" y="432"/>
                    <a:pt x="0" y="660"/>
                    <a:pt x="182" y="807"/>
                  </a:cubicBezTo>
                  <a:cubicBezTo>
                    <a:pt x="220" y="835"/>
                    <a:pt x="303" y="847"/>
                    <a:pt x="412" y="847"/>
                  </a:cubicBezTo>
                  <a:cubicBezTo>
                    <a:pt x="828" y="847"/>
                    <a:pt x="1610" y="670"/>
                    <a:pt x="1592" y="534"/>
                  </a:cubicBezTo>
                  <a:cubicBezTo>
                    <a:pt x="1581" y="364"/>
                    <a:pt x="1001" y="0"/>
                    <a:pt x="10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8297;p113">
              <a:extLst>
                <a:ext uri="{FF2B5EF4-FFF2-40B4-BE49-F238E27FC236}">
                  <a16:creationId xmlns:a16="http://schemas.microsoft.com/office/drawing/2014/main" id="{8C7829D7-B582-151F-8B68-EF6AEC1697CD}"/>
                </a:ext>
              </a:extLst>
            </p:cNvPr>
            <p:cNvSpPr/>
            <p:nvPr/>
          </p:nvSpPr>
          <p:spPr>
            <a:xfrm>
              <a:off x="3250525" y="3926775"/>
              <a:ext cx="42075" cy="23725"/>
            </a:xfrm>
            <a:custGeom>
              <a:avLst/>
              <a:gdLst/>
              <a:ahLst/>
              <a:cxnLst/>
              <a:rect l="l" t="t" r="r" b="b"/>
              <a:pathLst>
                <a:path w="1683" h="949" extrusionOk="0">
                  <a:moveTo>
                    <a:pt x="1013" y="108"/>
                  </a:moveTo>
                  <a:cubicBezTo>
                    <a:pt x="1240" y="256"/>
                    <a:pt x="1558" y="494"/>
                    <a:pt x="1569" y="585"/>
                  </a:cubicBezTo>
                  <a:cubicBezTo>
                    <a:pt x="1558" y="608"/>
                    <a:pt x="1478" y="665"/>
                    <a:pt x="1195" y="744"/>
                  </a:cubicBezTo>
                  <a:cubicBezTo>
                    <a:pt x="931" y="811"/>
                    <a:pt x="643" y="848"/>
                    <a:pt x="451" y="848"/>
                  </a:cubicBezTo>
                  <a:cubicBezTo>
                    <a:pt x="345" y="848"/>
                    <a:pt x="268" y="837"/>
                    <a:pt x="240" y="813"/>
                  </a:cubicBezTo>
                  <a:cubicBezTo>
                    <a:pt x="103" y="711"/>
                    <a:pt x="149" y="552"/>
                    <a:pt x="171" y="517"/>
                  </a:cubicBezTo>
                  <a:cubicBezTo>
                    <a:pt x="421" y="324"/>
                    <a:pt x="705" y="188"/>
                    <a:pt x="1013" y="108"/>
                  </a:cubicBezTo>
                  <a:close/>
                  <a:moveTo>
                    <a:pt x="1024" y="1"/>
                  </a:moveTo>
                  <a:cubicBezTo>
                    <a:pt x="1020" y="1"/>
                    <a:pt x="1016" y="2"/>
                    <a:pt x="1013" y="6"/>
                  </a:cubicBezTo>
                  <a:cubicBezTo>
                    <a:pt x="672" y="85"/>
                    <a:pt x="364" y="233"/>
                    <a:pt x="91" y="438"/>
                  </a:cubicBezTo>
                  <a:cubicBezTo>
                    <a:pt x="80" y="438"/>
                    <a:pt x="80" y="449"/>
                    <a:pt x="80" y="461"/>
                  </a:cubicBezTo>
                  <a:cubicBezTo>
                    <a:pt x="35" y="552"/>
                    <a:pt x="0" y="767"/>
                    <a:pt x="171" y="903"/>
                  </a:cubicBezTo>
                  <a:cubicBezTo>
                    <a:pt x="217" y="938"/>
                    <a:pt x="319" y="949"/>
                    <a:pt x="455" y="949"/>
                  </a:cubicBezTo>
                  <a:cubicBezTo>
                    <a:pt x="808" y="949"/>
                    <a:pt x="1365" y="835"/>
                    <a:pt x="1569" y="722"/>
                  </a:cubicBezTo>
                  <a:cubicBezTo>
                    <a:pt x="1592" y="711"/>
                    <a:pt x="1683" y="653"/>
                    <a:pt x="1672" y="585"/>
                  </a:cubicBezTo>
                  <a:cubicBezTo>
                    <a:pt x="1660" y="392"/>
                    <a:pt x="1149" y="74"/>
                    <a:pt x="1046" y="6"/>
                  </a:cubicBezTo>
                  <a:cubicBezTo>
                    <a:pt x="1039" y="6"/>
                    <a:pt x="1031" y="1"/>
                    <a:pt x="1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8298;p113">
              <a:extLst>
                <a:ext uri="{FF2B5EF4-FFF2-40B4-BE49-F238E27FC236}">
                  <a16:creationId xmlns:a16="http://schemas.microsoft.com/office/drawing/2014/main" id="{46B00EF8-D9CD-BA95-E0A0-132584FC42F8}"/>
                </a:ext>
              </a:extLst>
            </p:cNvPr>
            <p:cNvSpPr/>
            <p:nvPr/>
          </p:nvSpPr>
          <p:spPr>
            <a:xfrm>
              <a:off x="2987350" y="3415900"/>
              <a:ext cx="300150" cy="467525"/>
            </a:xfrm>
            <a:custGeom>
              <a:avLst/>
              <a:gdLst/>
              <a:ahLst/>
              <a:cxnLst/>
              <a:rect l="l" t="t" r="r" b="b"/>
              <a:pathLst>
                <a:path w="12006" h="18701" extrusionOk="0">
                  <a:moveTo>
                    <a:pt x="7913" y="0"/>
                  </a:moveTo>
                  <a:lnTo>
                    <a:pt x="1945" y="91"/>
                  </a:lnTo>
                  <a:cubicBezTo>
                    <a:pt x="1945" y="91"/>
                    <a:pt x="1114" y="3502"/>
                    <a:pt x="796" y="6378"/>
                  </a:cubicBezTo>
                  <a:cubicBezTo>
                    <a:pt x="490" y="9265"/>
                    <a:pt x="0" y="18701"/>
                    <a:pt x="0" y="18701"/>
                  </a:cubicBezTo>
                  <a:lnTo>
                    <a:pt x="3820" y="18701"/>
                  </a:lnTo>
                  <a:cubicBezTo>
                    <a:pt x="3820" y="18701"/>
                    <a:pt x="4969" y="9118"/>
                    <a:pt x="5139" y="7423"/>
                  </a:cubicBezTo>
                  <a:cubicBezTo>
                    <a:pt x="5310" y="5718"/>
                    <a:pt x="5310" y="4650"/>
                    <a:pt x="5310" y="4650"/>
                  </a:cubicBezTo>
                  <a:lnTo>
                    <a:pt x="7458" y="18701"/>
                  </a:lnTo>
                  <a:lnTo>
                    <a:pt x="12005" y="18701"/>
                  </a:lnTo>
                  <a:cubicBezTo>
                    <a:pt x="12005" y="18701"/>
                    <a:pt x="10277" y="9788"/>
                    <a:pt x="9584" y="5695"/>
                  </a:cubicBezTo>
                  <a:cubicBezTo>
                    <a:pt x="8890" y="1603"/>
                    <a:pt x="7913" y="0"/>
                    <a:pt x="7913" y="0"/>
                  </a:cubicBez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 name="Google Shape;8299;p113">
              <a:extLst>
                <a:ext uri="{FF2B5EF4-FFF2-40B4-BE49-F238E27FC236}">
                  <a16:creationId xmlns:a16="http://schemas.microsoft.com/office/drawing/2014/main" id="{93D87D45-D85B-F2DA-D2A1-AD20C41146BC}"/>
                </a:ext>
              </a:extLst>
            </p:cNvPr>
            <p:cNvSpPr/>
            <p:nvPr/>
          </p:nvSpPr>
          <p:spPr>
            <a:xfrm>
              <a:off x="2985925" y="3414475"/>
              <a:ext cx="303000" cy="470400"/>
            </a:xfrm>
            <a:custGeom>
              <a:avLst/>
              <a:gdLst/>
              <a:ahLst/>
              <a:cxnLst/>
              <a:rect l="l" t="t" r="r" b="b"/>
              <a:pathLst>
                <a:path w="12120" h="18816" extrusionOk="0">
                  <a:moveTo>
                    <a:pt x="7936" y="114"/>
                  </a:moveTo>
                  <a:cubicBezTo>
                    <a:pt x="8061" y="330"/>
                    <a:pt x="8947" y="2001"/>
                    <a:pt x="9584" y="5764"/>
                  </a:cubicBezTo>
                  <a:cubicBezTo>
                    <a:pt x="10243" y="9618"/>
                    <a:pt x="11847" y="17894"/>
                    <a:pt x="12006" y="18713"/>
                  </a:cubicBezTo>
                  <a:lnTo>
                    <a:pt x="7560" y="18713"/>
                  </a:lnTo>
                  <a:lnTo>
                    <a:pt x="5423" y="4696"/>
                  </a:lnTo>
                  <a:cubicBezTo>
                    <a:pt x="5412" y="4673"/>
                    <a:pt x="5389" y="4650"/>
                    <a:pt x="5367" y="4650"/>
                  </a:cubicBezTo>
                  <a:cubicBezTo>
                    <a:pt x="5332" y="4650"/>
                    <a:pt x="5309" y="4673"/>
                    <a:pt x="5309" y="4707"/>
                  </a:cubicBezTo>
                  <a:cubicBezTo>
                    <a:pt x="5309" y="4718"/>
                    <a:pt x="5309" y="5798"/>
                    <a:pt x="5139" y="7470"/>
                  </a:cubicBezTo>
                  <a:cubicBezTo>
                    <a:pt x="4980" y="9095"/>
                    <a:pt x="3912" y="17974"/>
                    <a:pt x="3832" y="18702"/>
                  </a:cubicBezTo>
                  <a:lnTo>
                    <a:pt x="115" y="18702"/>
                  </a:lnTo>
                  <a:cubicBezTo>
                    <a:pt x="148" y="17917"/>
                    <a:pt x="615" y="9175"/>
                    <a:pt x="910" y="6446"/>
                  </a:cubicBezTo>
                  <a:cubicBezTo>
                    <a:pt x="1194" y="3763"/>
                    <a:pt x="1944" y="591"/>
                    <a:pt x="2047" y="205"/>
                  </a:cubicBezTo>
                  <a:lnTo>
                    <a:pt x="7936" y="114"/>
                  </a:lnTo>
                  <a:close/>
                  <a:moveTo>
                    <a:pt x="7970" y="0"/>
                  </a:moveTo>
                  <a:lnTo>
                    <a:pt x="2002" y="103"/>
                  </a:lnTo>
                  <a:cubicBezTo>
                    <a:pt x="1979" y="103"/>
                    <a:pt x="1956" y="114"/>
                    <a:pt x="1944" y="136"/>
                  </a:cubicBezTo>
                  <a:cubicBezTo>
                    <a:pt x="1944" y="171"/>
                    <a:pt x="1115" y="3582"/>
                    <a:pt x="797" y="6435"/>
                  </a:cubicBezTo>
                  <a:cubicBezTo>
                    <a:pt x="489" y="9277"/>
                    <a:pt x="12" y="18667"/>
                    <a:pt x="1" y="18758"/>
                  </a:cubicBezTo>
                  <a:cubicBezTo>
                    <a:pt x="1" y="18770"/>
                    <a:pt x="12" y="18781"/>
                    <a:pt x="12" y="18793"/>
                  </a:cubicBezTo>
                  <a:cubicBezTo>
                    <a:pt x="24" y="18803"/>
                    <a:pt x="46" y="18815"/>
                    <a:pt x="57" y="18815"/>
                  </a:cubicBezTo>
                  <a:lnTo>
                    <a:pt x="3877" y="18815"/>
                  </a:lnTo>
                  <a:cubicBezTo>
                    <a:pt x="3900" y="18815"/>
                    <a:pt x="3922" y="18793"/>
                    <a:pt x="3922" y="18770"/>
                  </a:cubicBezTo>
                  <a:cubicBezTo>
                    <a:pt x="3934" y="18667"/>
                    <a:pt x="5071" y="9163"/>
                    <a:pt x="5253" y="7480"/>
                  </a:cubicBezTo>
                  <a:cubicBezTo>
                    <a:pt x="5344" y="6537"/>
                    <a:pt x="5389" y="5787"/>
                    <a:pt x="5400" y="5310"/>
                  </a:cubicBezTo>
                  <a:lnTo>
                    <a:pt x="7469" y="18770"/>
                  </a:lnTo>
                  <a:cubicBezTo>
                    <a:pt x="7469" y="18793"/>
                    <a:pt x="7492" y="18815"/>
                    <a:pt x="7515" y="18815"/>
                  </a:cubicBezTo>
                  <a:lnTo>
                    <a:pt x="12062" y="18815"/>
                  </a:lnTo>
                  <a:cubicBezTo>
                    <a:pt x="12085" y="18815"/>
                    <a:pt x="12097" y="18815"/>
                    <a:pt x="12108" y="18793"/>
                  </a:cubicBezTo>
                  <a:cubicBezTo>
                    <a:pt x="12120" y="18781"/>
                    <a:pt x="12120" y="18770"/>
                    <a:pt x="12120" y="18758"/>
                  </a:cubicBezTo>
                  <a:cubicBezTo>
                    <a:pt x="12097" y="18667"/>
                    <a:pt x="10380" y="9789"/>
                    <a:pt x="9687" y="5742"/>
                  </a:cubicBezTo>
                  <a:cubicBezTo>
                    <a:pt x="9005" y="1683"/>
                    <a:pt x="8027" y="45"/>
                    <a:pt x="8015" y="35"/>
                  </a:cubicBezTo>
                  <a:cubicBezTo>
                    <a:pt x="8004" y="12"/>
                    <a:pt x="7992" y="0"/>
                    <a:pt x="7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8300;p113">
              <a:extLst>
                <a:ext uri="{FF2B5EF4-FFF2-40B4-BE49-F238E27FC236}">
                  <a16:creationId xmlns:a16="http://schemas.microsoft.com/office/drawing/2014/main" id="{572640CF-3F12-8A60-2045-2DBDCB38675C}"/>
                </a:ext>
              </a:extLst>
            </p:cNvPr>
            <p:cNvSpPr/>
            <p:nvPr/>
          </p:nvSpPr>
          <p:spPr>
            <a:xfrm>
              <a:off x="3093925" y="3420775"/>
              <a:ext cx="54875" cy="48075"/>
            </a:xfrm>
            <a:custGeom>
              <a:avLst/>
              <a:gdLst/>
              <a:ahLst/>
              <a:cxnLst/>
              <a:rect l="l" t="t" r="r" b="b"/>
              <a:pathLst>
                <a:path w="2195" h="1923" extrusionOk="0">
                  <a:moveTo>
                    <a:pt x="1060" y="0"/>
                  </a:moveTo>
                  <a:cubicBezTo>
                    <a:pt x="1022" y="0"/>
                    <a:pt x="981" y="36"/>
                    <a:pt x="944" y="146"/>
                  </a:cubicBezTo>
                  <a:cubicBezTo>
                    <a:pt x="910" y="248"/>
                    <a:pt x="1" y="1602"/>
                    <a:pt x="285" y="1703"/>
                  </a:cubicBezTo>
                  <a:cubicBezTo>
                    <a:pt x="391" y="1744"/>
                    <a:pt x="536" y="1770"/>
                    <a:pt x="673" y="1770"/>
                  </a:cubicBezTo>
                  <a:cubicBezTo>
                    <a:pt x="886" y="1770"/>
                    <a:pt x="1080" y="1706"/>
                    <a:pt x="1080" y="1533"/>
                  </a:cubicBezTo>
                  <a:lnTo>
                    <a:pt x="1080" y="419"/>
                  </a:lnTo>
                  <a:cubicBezTo>
                    <a:pt x="1080" y="419"/>
                    <a:pt x="1146" y="1922"/>
                    <a:pt x="1447" y="1922"/>
                  </a:cubicBezTo>
                  <a:cubicBezTo>
                    <a:pt x="1453" y="1922"/>
                    <a:pt x="1460" y="1921"/>
                    <a:pt x="1467" y="1920"/>
                  </a:cubicBezTo>
                  <a:cubicBezTo>
                    <a:pt x="1774" y="1852"/>
                    <a:pt x="2194" y="1920"/>
                    <a:pt x="2093" y="1567"/>
                  </a:cubicBezTo>
                  <a:cubicBezTo>
                    <a:pt x="1990" y="1226"/>
                    <a:pt x="1183" y="112"/>
                    <a:pt x="1183" y="112"/>
                  </a:cubicBezTo>
                  <a:cubicBezTo>
                    <a:pt x="1183" y="112"/>
                    <a:pt x="1127" y="0"/>
                    <a:pt x="1060" y="0"/>
                  </a:cubicBez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8301;p113">
              <a:extLst>
                <a:ext uri="{FF2B5EF4-FFF2-40B4-BE49-F238E27FC236}">
                  <a16:creationId xmlns:a16="http://schemas.microsoft.com/office/drawing/2014/main" id="{D7D90D52-1FF3-432C-6F87-83FFAC27BEAC}"/>
                </a:ext>
              </a:extLst>
            </p:cNvPr>
            <p:cNvSpPr/>
            <p:nvPr/>
          </p:nvSpPr>
          <p:spPr>
            <a:xfrm>
              <a:off x="3096775" y="3419300"/>
              <a:ext cx="51450" cy="50900"/>
            </a:xfrm>
            <a:custGeom>
              <a:avLst/>
              <a:gdLst/>
              <a:ahLst/>
              <a:cxnLst/>
              <a:rect l="l" t="t" r="r" b="b"/>
              <a:pathLst>
                <a:path w="2058" h="2036" extrusionOk="0">
                  <a:moveTo>
                    <a:pt x="944" y="114"/>
                  </a:moveTo>
                  <a:cubicBezTo>
                    <a:pt x="966" y="114"/>
                    <a:pt x="1001" y="148"/>
                    <a:pt x="1035" y="205"/>
                  </a:cubicBezTo>
                  <a:cubicBezTo>
                    <a:pt x="1035" y="216"/>
                    <a:pt x="1819" y="1308"/>
                    <a:pt x="1921" y="1649"/>
                  </a:cubicBezTo>
                  <a:cubicBezTo>
                    <a:pt x="1944" y="1706"/>
                    <a:pt x="1944" y="1762"/>
                    <a:pt x="1921" y="1785"/>
                  </a:cubicBezTo>
                  <a:cubicBezTo>
                    <a:pt x="1876" y="1853"/>
                    <a:pt x="1729" y="1876"/>
                    <a:pt x="1580" y="1888"/>
                  </a:cubicBezTo>
                  <a:lnTo>
                    <a:pt x="1342" y="1922"/>
                  </a:lnTo>
                  <a:cubicBezTo>
                    <a:pt x="1330" y="1922"/>
                    <a:pt x="1319" y="1922"/>
                    <a:pt x="1297" y="1911"/>
                  </a:cubicBezTo>
                  <a:cubicBezTo>
                    <a:pt x="1137" y="1785"/>
                    <a:pt x="1046" y="967"/>
                    <a:pt x="1024" y="478"/>
                  </a:cubicBezTo>
                  <a:cubicBezTo>
                    <a:pt x="1024" y="455"/>
                    <a:pt x="1001" y="433"/>
                    <a:pt x="966" y="433"/>
                  </a:cubicBezTo>
                  <a:cubicBezTo>
                    <a:pt x="933" y="433"/>
                    <a:pt x="910" y="455"/>
                    <a:pt x="910" y="478"/>
                  </a:cubicBezTo>
                  <a:lnTo>
                    <a:pt x="910" y="1592"/>
                  </a:lnTo>
                  <a:cubicBezTo>
                    <a:pt x="910" y="1638"/>
                    <a:pt x="898" y="1683"/>
                    <a:pt x="853" y="1706"/>
                  </a:cubicBezTo>
                  <a:cubicBezTo>
                    <a:pt x="779" y="1757"/>
                    <a:pt x="663" y="1780"/>
                    <a:pt x="539" y="1780"/>
                  </a:cubicBezTo>
                  <a:cubicBezTo>
                    <a:pt x="415" y="1780"/>
                    <a:pt x="285" y="1757"/>
                    <a:pt x="182" y="1717"/>
                  </a:cubicBezTo>
                  <a:lnTo>
                    <a:pt x="171" y="1706"/>
                  </a:lnTo>
                  <a:cubicBezTo>
                    <a:pt x="114" y="1524"/>
                    <a:pt x="580" y="739"/>
                    <a:pt x="751" y="455"/>
                  </a:cubicBezTo>
                  <a:cubicBezTo>
                    <a:pt x="830" y="307"/>
                    <a:pt x="875" y="251"/>
                    <a:pt x="875" y="216"/>
                  </a:cubicBezTo>
                  <a:cubicBezTo>
                    <a:pt x="910" y="137"/>
                    <a:pt x="933" y="114"/>
                    <a:pt x="944" y="114"/>
                  </a:cubicBezTo>
                  <a:close/>
                  <a:moveTo>
                    <a:pt x="944" y="1"/>
                  </a:moveTo>
                  <a:cubicBezTo>
                    <a:pt x="842" y="12"/>
                    <a:pt x="796" y="148"/>
                    <a:pt x="774" y="194"/>
                  </a:cubicBezTo>
                  <a:cubicBezTo>
                    <a:pt x="774" y="205"/>
                    <a:pt x="716" y="296"/>
                    <a:pt x="660" y="398"/>
                  </a:cubicBezTo>
                  <a:cubicBezTo>
                    <a:pt x="342" y="933"/>
                    <a:pt x="1" y="1524"/>
                    <a:pt x="69" y="1740"/>
                  </a:cubicBezTo>
                  <a:cubicBezTo>
                    <a:pt x="91" y="1774"/>
                    <a:pt x="114" y="1808"/>
                    <a:pt x="148" y="1820"/>
                  </a:cubicBezTo>
                  <a:cubicBezTo>
                    <a:pt x="262" y="1859"/>
                    <a:pt x="409" y="1885"/>
                    <a:pt x="550" y="1885"/>
                  </a:cubicBezTo>
                  <a:cubicBezTo>
                    <a:pt x="691" y="1885"/>
                    <a:pt x="825" y="1859"/>
                    <a:pt x="910" y="1797"/>
                  </a:cubicBezTo>
                  <a:cubicBezTo>
                    <a:pt x="978" y="1751"/>
                    <a:pt x="1024" y="1683"/>
                    <a:pt x="1024" y="1592"/>
                  </a:cubicBezTo>
                  <a:lnTo>
                    <a:pt x="1024" y="1456"/>
                  </a:lnTo>
                  <a:cubicBezTo>
                    <a:pt x="1069" y="1706"/>
                    <a:pt x="1137" y="1922"/>
                    <a:pt x="1239" y="2002"/>
                  </a:cubicBezTo>
                  <a:cubicBezTo>
                    <a:pt x="1262" y="2024"/>
                    <a:pt x="1297" y="2035"/>
                    <a:pt x="1330" y="2035"/>
                  </a:cubicBezTo>
                  <a:cubicBezTo>
                    <a:pt x="1342" y="2035"/>
                    <a:pt x="1353" y="2035"/>
                    <a:pt x="1365" y="2024"/>
                  </a:cubicBezTo>
                  <a:cubicBezTo>
                    <a:pt x="1433" y="2013"/>
                    <a:pt x="1512" y="2002"/>
                    <a:pt x="1592" y="1990"/>
                  </a:cubicBezTo>
                  <a:cubicBezTo>
                    <a:pt x="1774" y="1979"/>
                    <a:pt x="1933" y="1956"/>
                    <a:pt x="2012" y="1853"/>
                  </a:cubicBezTo>
                  <a:cubicBezTo>
                    <a:pt x="2047" y="1785"/>
                    <a:pt x="2058" y="1706"/>
                    <a:pt x="2024" y="1615"/>
                  </a:cubicBezTo>
                  <a:cubicBezTo>
                    <a:pt x="1921" y="1262"/>
                    <a:pt x="1148" y="183"/>
                    <a:pt x="1126" y="148"/>
                  </a:cubicBezTo>
                  <a:cubicBezTo>
                    <a:pt x="1103" y="125"/>
                    <a:pt x="1035" y="1"/>
                    <a:pt x="9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8302;p113">
              <a:extLst>
                <a:ext uri="{FF2B5EF4-FFF2-40B4-BE49-F238E27FC236}">
                  <a16:creationId xmlns:a16="http://schemas.microsoft.com/office/drawing/2014/main" id="{50A73012-591F-4238-A6AF-765BF6140F5C}"/>
                </a:ext>
              </a:extLst>
            </p:cNvPr>
            <p:cNvSpPr/>
            <p:nvPr/>
          </p:nvSpPr>
          <p:spPr>
            <a:xfrm>
              <a:off x="3116675" y="3419000"/>
              <a:ext cx="25875" cy="43225"/>
            </a:xfrm>
            <a:custGeom>
              <a:avLst/>
              <a:gdLst/>
              <a:ahLst/>
              <a:cxnLst/>
              <a:rect l="l" t="t" r="r" b="b"/>
              <a:pathLst>
                <a:path w="1035" h="1729" extrusionOk="0">
                  <a:moveTo>
                    <a:pt x="352" y="683"/>
                  </a:moveTo>
                  <a:lnTo>
                    <a:pt x="352" y="683"/>
                  </a:lnTo>
                  <a:cubicBezTo>
                    <a:pt x="614" y="1081"/>
                    <a:pt x="830" y="1445"/>
                    <a:pt x="842" y="1524"/>
                  </a:cubicBezTo>
                  <a:cubicBezTo>
                    <a:pt x="762" y="1615"/>
                    <a:pt x="739" y="1627"/>
                    <a:pt x="728" y="1627"/>
                  </a:cubicBezTo>
                  <a:cubicBezTo>
                    <a:pt x="716" y="1627"/>
                    <a:pt x="693" y="1604"/>
                    <a:pt x="682" y="1582"/>
                  </a:cubicBezTo>
                  <a:cubicBezTo>
                    <a:pt x="637" y="1491"/>
                    <a:pt x="478" y="1024"/>
                    <a:pt x="352" y="683"/>
                  </a:cubicBezTo>
                  <a:close/>
                  <a:moveTo>
                    <a:pt x="0" y="1"/>
                  </a:moveTo>
                  <a:lnTo>
                    <a:pt x="125" y="354"/>
                  </a:lnTo>
                  <a:cubicBezTo>
                    <a:pt x="137" y="399"/>
                    <a:pt x="511" y="1468"/>
                    <a:pt x="591" y="1627"/>
                  </a:cubicBezTo>
                  <a:cubicBezTo>
                    <a:pt x="614" y="1695"/>
                    <a:pt x="660" y="1729"/>
                    <a:pt x="716" y="1729"/>
                  </a:cubicBezTo>
                  <a:lnTo>
                    <a:pt x="728" y="1729"/>
                  </a:lnTo>
                  <a:cubicBezTo>
                    <a:pt x="807" y="1729"/>
                    <a:pt x="875" y="1650"/>
                    <a:pt x="933" y="1582"/>
                  </a:cubicBezTo>
                  <a:cubicBezTo>
                    <a:pt x="955" y="1547"/>
                    <a:pt x="1034" y="1445"/>
                    <a:pt x="216" y="297"/>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8303;p113">
              <a:extLst>
                <a:ext uri="{FF2B5EF4-FFF2-40B4-BE49-F238E27FC236}">
                  <a16:creationId xmlns:a16="http://schemas.microsoft.com/office/drawing/2014/main" id="{B0930876-3408-134A-407D-DBC93F2DACA3}"/>
                </a:ext>
              </a:extLst>
            </p:cNvPr>
            <p:cNvSpPr/>
            <p:nvPr/>
          </p:nvSpPr>
          <p:spPr>
            <a:xfrm>
              <a:off x="3104175" y="3415025"/>
              <a:ext cx="19050" cy="43525"/>
            </a:xfrm>
            <a:custGeom>
              <a:avLst/>
              <a:gdLst/>
              <a:ahLst/>
              <a:cxnLst/>
              <a:rect l="l" t="t" r="r" b="b"/>
              <a:pathLst>
                <a:path w="762" h="1741" extrusionOk="0">
                  <a:moveTo>
                    <a:pt x="534" y="740"/>
                  </a:moveTo>
                  <a:lnTo>
                    <a:pt x="534" y="740"/>
                  </a:lnTo>
                  <a:cubicBezTo>
                    <a:pt x="488" y="1036"/>
                    <a:pt x="420" y="1422"/>
                    <a:pt x="398" y="1524"/>
                  </a:cubicBezTo>
                  <a:cubicBezTo>
                    <a:pt x="387" y="1536"/>
                    <a:pt x="387" y="1547"/>
                    <a:pt x="375" y="1570"/>
                  </a:cubicBezTo>
                  <a:cubicBezTo>
                    <a:pt x="352" y="1604"/>
                    <a:pt x="318" y="1627"/>
                    <a:pt x="284" y="1627"/>
                  </a:cubicBezTo>
                  <a:cubicBezTo>
                    <a:pt x="267" y="1632"/>
                    <a:pt x="250" y="1635"/>
                    <a:pt x="234" y="1635"/>
                  </a:cubicBezTo>
                  <a:cubicBezTo>
                    <a:pt x="219" y="1635"/>
                    <a:pt x="204" y="1632"/>
                    <a:pt x="193" y="1627"/>
                  </a:cubicBezTo>
                  <a:cubicBezTo>
                    <a:pt x="205" y="1524"/>
                    <a:pt x="352" y="1149"/>
                    <a:pt x="534" y="740"/>
                  </a:cubicBezTo>
                  <a:close/>
                  <a:moveTo>
                    <a:pt x="761" y="1"/>
                  </a:moveTo>
                  <a:lnTo>
                    <a:pt x="602" y="342"/>
                  </a:lnTo>
                  <a:cubicBezTo>
                    <a:pt x="0" y="1627"/>
                    <a:pt x="68" y="1672"/>
                    <a:pt x="114" y="1706"/>
                  </a:cubicBezTo>
                  <a:cubicBezTo>
                    <a:pt x="159" y="1729"/>
                    <a:pt x="205" y="1741"/>
                    <a:pt x="250" y="1741"/>
                  </a:cubicBezTo>
                  <a:lnTo>
                    <a:pt x="307" y="1741"/>
                  </a:lnTo>
                  <a:cubicBezTo>
                    <a:pt x="375" y="1718"/>
                    <a:pt x="432" y="1683"/>
                    <a:pt x="466" y="1615"/>
                  </a:cubicBezTo>
                  <a:lnTo>
                    <a:pt x="500" y="1547"/>
                  </a:lnTo>
                  <a:cubicBezTo>
                    <a:pt x="546" y="1365"/>
                    <a:pt x="693" y="410"/>
                    <a:pt x="705" y="376"/>
                  </a:cubicBezTo>
                  <a:lnTo>
                    <a:pt x="7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8304;p113">
              <a:extLst>
                <a:ext uri="{FF2B5EF4-FFF2-40B4-BE49-F238E27FC236}">
                  <a16:creationId xmlns:a16="http://schemas.microsoft.com/office/drawing/2014/main" id="{DF3557BC-3856-B374-067F-F4FF3DEBFD69}"/>
                </a:ext>
              </a:extLst>
            </p:cNvPr>
            <p:cNvSpPr/>
            <p:nvPr/>
          </p:nvSpPr>
          <p:spPr>
            <a:xfrm>
              <a:off x="3178325" y="3511400"/>
              <a:ext cx="4875" cy="15075"/>
            </a:xfrm>
            <a:custGeom>
              <a:avLst/>
              <a:gdLst/>
              <a:ahLst/>
              <a:cxnLst/>
              <a:rect l="l" t="t" r="r" b="b"/>
              <a:pathLst>
                <a:path w="195" h="603" extrusionOk="0">
                  <a:moveTo>
                    <a:pt x="46" y="0"/>
                  </a:moveTo>
                  <a:cubicBezTo>
                    <a:pt x="24" y="11"/>
                    <a:pt x="1" y="34"/>
                    <a:pt x="1" y="68"/>
                  </a:cubicBezTo>
                  <a:cubicBezTo>
                    <a:pt x="46" y="261"/>
                    <a:pt x="69" y="420"/>
                    <a:pt x="81" y="557"/>
                  </a:cubicBezTo>
                  <a:cubicBezTo>
                    <a:pt x="92" y="579"/>
                    <a:pt x="115" y="602"/>
                    <a:pt x="137" y="602"/>
                  </a:cubicBezTo>
                  <a:cubicBezTo>
                    <a:pt x="172" y="602"/>
                    <a:pt x="195" y="569"/>
                    <a:pt x="195" y="546"/>
                  </a:cubicBezTo>
                  <a:cubicBezTo>
                    <a:pt x="172" y="409"/>
                    <a:pt x="149" y="250"/>
                    <a:pt x="115" y="46"/>
                  </a:cubicBezTo>
                  <a:cubicBezTo>
                    <a:pt x="104" y="23"/>
                    <a:pt x="81" y="0"/>
                    <a:pt x="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8305;p113">
              <a:extLst>
                <a:ext uri="{FF2B5EF4-FFF2-40B4-BE49-F238E27FC236}">
                  <a16:creationId xmlns:a16="http://schemas.microsoft.com/office/drawing/2014/main" id="{3E0CFABA-EB2D-DD0D-7B15-194D0756749D}"/>
                </a:ext>
              </a:extLst>
            </p:cNvPr>
            <p:cNvSpPr/>
            <p:nvPr/>
          </p:nvSpPr>
          <p:spPr>
            <a:xfrm>
              <a:off x="3157600" y="3425725"/>
              <a:ext cx="20750" cy="74025"/>
            </a:xfrm>
            <a:custGeom>
              <a:avLst/>
              <a:gdLst/>
              <a:ahLst/>
              <a:cxnLst/>
              <a:rect l="l" t="t" r="r" b="b"/>
              <a:pathLst>
                <a:path w="830" h="2961" extrusionOk="0">
                  <a:moveTo>
                    <a:pt x="69" y="1"/>
                  </a:moveTo>
                  <a:cubicBezTo>
                    <a:pt x="62" y="1"/>
                    <a:pt x="54" y="2"/>
                    <a:pt x="46" y="5"/>
                  </a:cubicBezTo>
                  <a:cubicBezTo>
                    <a:pt x="23" y="5"/>
                    <a:pt x="0" y="39"/>
                    <a:pt x="11" y="62"/>
                  </a:cubicBezTo>
                  <a:cubicBezTo>
                    <a:pt x="11" y="85"/>
                    <a:pt x="443" y="1631"/>
                    <a:pt x="716" y="2927"/>
                  </a:cubicBezTo>
                  <a:cubicBezTo>
                    <a:pt x="728" y="2950"/>
                    <a:pt x="751" y="2961"/>
                    <a:pt x="773" y="2961"/>
                  </a:cubicBezTo>
                  <a:lnTo>
                    <a:pt x="784" y="2961"/>
                  </a:lnTo>
                  <a:cubicBezTo>
                    <a:pt x="819" y="2961"/>
                    <a:pt x="830" y="2927"/>
                    <a:pt x="830" y="2904"/>
                  </a:cubicBezTo>
                  <a:cubicBezTo>
                    <a:pt x="546" y="1596"/>
                    <a:pt x="114" y="50"/>
                    <a:pt x="114" y="39"/>
                  </a:cubicBezTo>
                  <a:cubicBezTo>
                    <a:pt x="105" y="13"/>
                    <a:pt x="90" y="1"/>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8306;p113">
              <a:extLst>
                <a:ext uri="{FF2B5EF4-FFF2-40B4-BE49-F238E27FC236}">
                  <a16:creationId xmlns:a16="http://schemas.microsoft.com/office/drawing/2014/main" id="{B7E28BFF-DCC6-74AE-5229-1C88F1DC2463}"/>
                </a:ext>
              </a:extLst>
            </p:cNvPr>
            <p:cNvSpPr/>
            <p:nvPr/>
          </p:nvSpPr>
          <p:spPr>
            <a:xfrm>
              <a:off x="3149900" y="3425775"/>
              <a:ext cx="13400" cy="64325"/>
            </a:xfrm>
            <a:custGeom>
              <a:avLst/>
              <a:gdLst/>
              <a:ahLst/>
              <a:cxnLst/>
              <a:rect l="l" t="t" r="r" b="b"/>
              <a:pathLst>
                <a:path w="536" h="2573" extrusionOk="0">
                  <a:moveTo>
                    <a:pt x="63" y="0"/>
                  </a:moveTo>
                  <a:cubicBezTo>
                    <a:pt x="58" y="0"/>
                    <a:pt x="52" y="1"/>
                    <a:pt x="46" y="3"/>
                  </a:cubicBezTo>
                  <a:cubicBezTo>
                    <a:pt x="24" y="3"/>
                    <a:pt x="1" y="26"/>
                    <a:pt x="1" y="60"/>
                  </a:cubicBezTo>
                  <a:cubicBezTo>
                    <a:pt x="13" y="139"/>
                    <a:pt x="286" y="2015"/>
                    <a:pt x="422" y="2527"/>
                  </a:cubicBezTo>
                  <a:cubicBezTo>
                    <a:pt x="433" y="2549"/>
                    <a:pt x="456" y="2572"/>
                    <a:pt x="478" y="2572"/>
                  </a:cubicBezTo>
                  <a:lnTo>
                    <a:pt x="490" y="2561"/>
                  </a:lnTo>
                  <a:cubicBezTo>
                    <a:pt x="513" y="2561"/>
                    <a:pt x="536" y="2527"/>
                    <a:pt x="524" y="2504"/>
                  </a:cubicBezTo>
                  <a:cubicBezTo>
                    <a:pt x="387" y="1993"/>
                    <a:pt x="115" y="60"/>
                    <a:pt x="115" y="48"/>
                  </a:cubicBezTo>
                  <a:cubicBezTo>
                    <a:pt x="106" y="20"/>
                    <a:pt x="88" y="0"/>
                    <a:pt x="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8307;p113">
              <a:extLst>
                <a:ext uri="{FF2B5EF4-FFF2-40B4-BE49-F238E27FC236}">
                  <a16:creationId xmlns:a16="http://schemas.microsoft.com/office/drawing/2014/main" id="{29DB5A3D-E383-0D47-3DEE-B8F4CDD9FF78}"/>
                </a:ext>
              </a:extLst>
            </p:cNvPr>
            <p:cNvSpPr/>
            <p:nvPr/>
          </p:nvSpPr>
          <p:spPr>
            <a:xfrm>
              <a:off x="3054425" y="3492900"/>
              <a:ext cx="4000" cy="11975"/>
            </a:xfrm>
            <a:custGeom>
              <a:avLst/>
              <a:gdLst/>
              <a:ahLst/>
              <a:cxnLst/>
              <a:rect l="l" t="t" r="r" b="b"/>
              <a:pathLst>
                <a:path w="160" h="479" extrusionOk="0">
                  <a:moveTo>
                    <a:pt x="103" y="1"/>
                  </a:moveTo>
                  <a:cubicBezTo>
                    <a:pt x="80" y="1"/>
                    <a:pt x="46" y="23"/>
                    <a:pt x="46" y="46"/>
                  </a:cubicBezTo>
                  <a:lnTo>
                    <a:pt x="35" y="172"/>
                  </a:lnTo>
                  <a:cubicBezTo>
                    <a:pt x="23" y="263"/>
                    <a:pt x="12" y="342"/>
                    <a:pt x="0" y="410"/>
                  </a:cubicBezTo>
                  <a:cubicBezTo>
                    <a:pt x="0" y="445"/>
                    <a:pt x="23" y="467"/>
                    <a:pt x="57" y="467"/>
                  </a:cubicBezTo>
                  <a:lnTo>
                    <a:pt x="57" y="478"/>
                  </a:lnTo>
                  <a:cubicBezTo>
                    <a:pt x="80" y="478"/>
                    <a:pt x="103" y="455"/>
                    <a:pt x="114" y="422"/>
                  </a:cubicBezTo>
                  <a:cubicBezTo>
                    <a:pt x="126" y="354"/>
                    <a:pt x="126" y="274"/>
                    <a:pt x="137" y="183"/>
                  </a:cubicBezTo>
                  <a:lnTo>
                    <a:pt x="148" y="58"/>
                  </a:lnTo>
                  <a:cubicBezTo>
                    <a:pt x="159" y="35"/>
                    <a:pt x="137" y="13"/>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8308;p113">
              <a:extLst>
                <a:ext uri="{FF2B5EF4-FFF2-40B4-BE49-F238E27FC236}">
                  <a16:creationId xmlns:a16="http://schemas.microsoft.com/office/drawing/2014/main" id="{9F73B9A4-DDFB-D477-DD91-7489C4D09C1A}"/>
                </a:ext>
              </a:extLst>
            </p:cNvPr>
            <p:cNvSpPr/>
            <p:nvPr/>
          </p:nvSpPr>
          <p:spPr>
            <a:xfrm>
              <a:off x="3056975" y="3426975"/>
              <a:ext cx="8000" cy="55725"/>
            </a:xfrm>
            <a:custGeom>
              <a:avLst/>
              <a:gdLst/>
              <a:ahLst/>
              <a:cxnLst/>
              <a:rect l="l" t="t" r="r" b="b"/>
              <a:pathLst>
                <a:path w="320" h="2229" extrusionOk="0">
                  <a:moveTo>
                    <a:pt x="216" y="0"/>
                  </a:moveTo>
                  <a:cubicBezTo>
                    <a:pt x="216" y="0"/>
                    <a:pt x="103" y="1183"/>
                    <a:pt x="1" y="2160"/>
                  </a:cubicBezTo>
                  <a:cubicBezTo>
                    <a:pt x="1" y="2195"/>
                    <a:pt x="24" y="2218"/>
                    <a:pt x="46" y="2228"/>
                  </a:cubicBezTo>
                  <a:lnTo>
                    <a:pt x="57" y="2228"/>
                  </a:lnTo>
                  <a:cubicBezTo>
                    <a:pt x="80" y="2228"/>
                    <a:pt x="103" y="2206"/>
                    <a:pt x="103" y="2172"/>
                  </a:cubicBezTo>
                  <a:cubicBezTo>
                    <a:pt x="206" y="1194"/>
                    <a:pt x="319" y="12"/>
                    <a:pt x="319" y="12"/>
                  </a:cubicBezTo>
                  <a:lnTo>
                    <a:pt x="21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8309;p113">
              <a:extLst>
                <a:ext uri="{FF2B5EF4-FFF2-40B4-BE49-F238E27FC236}">
                  <a16:creationId xmlns:a16="http://schemas.microsoft.com/office/drawing/2014/main" id="{5EE7D596-A98E-7328-644A-BCA26E3A53A8}"/>
                </a:ext>
              </a:extLst>
            </p:cNvPr>
            <p:cNvSpPr/>
            <p:nvPr/>
          </p:nvSpPr>
          <p:spPr>
            <a:xfrm>
              <a:off x="3051875" y="3427525"/>
              <a:ext cx="6275" cy="44375"/>
            </a:xfrm>
            <a:custGeom>
              <a:avLst/>
              <a:gdLst/>
              <a:ahLst/>
              <a:cxnLst/>
              <a:rect l="l" t="t" r="r" b="b"/>
              <a:pathLst>
                <a:path w="251" h="1775" extrusionOk="0">
                  <a:moveTo>
                    <a:pt x="205" y="1"/>
                  </a:moveTo>
                  <a:cubicBezTo>
                    <a:pt x="170" y="1"/>
                    <a:pt x="148" y="13"/>
                    <a:pt x="148" y="46"/>
                  </a:cubicBezTo>
                  <a:lnTo>
                    <a:pt x="0" y="1706"/>
                  </a:lnTo>
                  <a:cubicBezTo>
                    <a:pt x="0" y="1741"/>
                    <a:pt x="23" y="1764"/>
                    <a:pt x="57" y="1774"/>
                  </a:cubicBezTo>
                  <a:cubicBezTo>
                    <a:pt x="79" y="1774"/>
                    <a:pt x="102" y="1752"/>
                    <a:pt x="114" y="1718"/>
                  </a:cubicBezTo>
                  <a:lnTo>
                    <a:pt x="250" y="58"/>
                  </a:lnTo>
                  <a:cubicBezTo>
                    <a:pt x="250" y="24"/>
                    <a:pt x="228"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8310;p113">
              <a:extLst>
                <a:ext uri="{FF2B5EF4-FFF2-40B4-BE49-F238E27FC236}">
                  <a16:creationId xmlns:a16="http://schemas.microsoft.com/office/drawing/2014/main" id="{A5432627-9796-B19D-65C6-E0CC97C6DDB1}"/>
                </a:ext>
              </a:extLst>
            </p:cNvPr>
            <p:cNvSpPr/>
            <p:nvPr/>
          </p:nvSpPr>
          <p:spPr>
            <a:xfrm>
              <a:off x="3110975" y="3072850"/>
              <a:ext cx="38950" cy="40100"/>
            </a:xfrm>
            <a:custGeom>
              <a:avLst/>
              <a:gdLst/>
              <a:ahLst/>
              <a:cxnLst/>
              <a:rect l="l" t="t" r="r" b="b"/>
              <a:pathLst>
                <a:path w="1558" h="1604" extrusionOk="0">
                  <a:moveTo>
                    <a:pt x="262" y="0"/>
                  </a:moveTo>
                  <a:lnTo>
                    <a:pt x="1" y="796"/>
                  </a:lnTo>
                  <a:cubicBezTo>
                    <a:pt x="1" y="796"/>
                    <a:pt x="524" y="1604"/>
                    <a:pt x="592" y="1604"/>
                  </a:cubicBezTo>
                  <a:cubicBezTo>
                    <a:pt x="648" y="1604"/>
                    <a:pt x="956" y="1467"/>
                    <a:pt x="1251" y="796"/>
                  </a:cubicBezTo>
                  <a:cubicBezTo>
                    <a:pt x="1558" y="137"/>
                    <a:pt x="262" y="0"/>
                    <a:pt x="2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8311;p113">
              <a:extLst>
                <a:ext uri="{FF2B5EF4-FFF2-40B4-BE49-F238E27FC236}">
                  <a16:creationId xmlns:a16="http://schemas.microsoft.com/office/drawing/2014/main" id="{82C9BCE9-F650-E0A9-D7D2-324CD9A3B720}"/>
                </a:ext>
              </a:extLst>
            </p:cNvPr>
            <p:cNvSpPr/>
            <p:nvPr/>
          </p:nvSpPr>
          <p:spPr>
            <a:xfrm>
              <a:off x="3109550" y="3071625"/>
              <a:ext cx="35850" cy="42450"/>
            </a:xfrm>
            <a:custGeom>
              <a:avLst/>
              <a:gdLst/>
              <a:ahLst/>
              <a:cxnLst/>
              <a:rect l="l" t="t" r="r" b="b"/>
              <a:pathLst>
                <a:path w="1434" h="1698" extrusionOk="0">
                  <a:moveTo>
                    <a:pt x="354" y="106"/>
                  </a:moveTo>
                  <a:cubicBezTo>
                    <a:pt x="524" y="129"/>
                    <a:pt x="1104" y="231"/>
                    <a:pt x="1263" y="504"/>
                  </a:cubicBezTo>
                  <a:cubicBezTo>
                    <a:pt x="1319" y="607"/>
                    <a:pt x="1319" y="708"/>
                    <a:pt x="1263" y="834"/>
                  </a:cubicBezTo>
                  <a:cubicBezTo>
                    <a:pt x="1001" y="1425"/>
                    <a:pt x="728" y="1572"/>
                    <a:pt x="649" y="1595"/>
                  </a:cubicBezTo>
                  <a:cubicBezTo>
                    <a:pt x="592" y="1539"/>
                    <a:pt x="342" y="1175"/>
                    <a:pt x="114" y="845"/>
                  </a:cubicBezTo>
                  <a:lnTo>
                    <a:pt x="354" y="106"/>
                  </a:lnTo>
                  <a:close/>
                  <a:moveTo>
                    <a:pt x="314" y="1"/>
                  </a:moveTo>
                  <a:cubicBezTo>
                    <a:pt x="289" y="1"/>
                    <a:pt x="273" y="20"/>
                    <a:pt x="273" y="38"/>
                  </a:cubicBezTo>
                  <a:lnTo>
                    <a:pt x="12" y="834"/>
                  </a:lnTo>
                  <a:cubicBezTo>
                    <a:pt x="1" y="845"/>
                    <a:pt x="12" y="868"/>
                    <a:pt x="12" y="879"/>
                  </a:cubicBezTo>
                  <a:cubicBezTo>
                    <a:pt x="546" y="1698"/>
                    <a:pt x="615" y="1698"/>
                    <a:pt x="649" y="1698"/>
                  </a:cubicBezTo>
                  <a:cubicBezTo>
                    <a:pt x="740" y="1698"/>
                    <a:pt x="1058" y="1550"/>
                    <a:pt x="1365" y="868"/>
                  </a:cubicBezTo>
                  <a:cubicBezTo>
                    <a:pt x="1433" y="720"/>
                    <a:pt x="1433" y="584"/>
                    <a:pt x="1354" y="458"/>
                  </a:cubicBezTo>
                  <a:cubicBezTo>
                    <a:pt x="1137" y="84"/>
                    <a:pt x="364" y="4"/>
                    <a:pt x="331" y="4"/>
                  </a:cubicBezTo>
                  <a:cubicBezTo>
                    <a:pt x="325" y="2"/>
                    <a:pt x="319" y="1"/>
                    <a:pt x="3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8312;p113">
              <a:extLst>
                <a:ext uri="{FF2B5EF4-FFF2-40B4-BE49-F238E27FC236}">
                  <a16:creationId xmlns:a16="http://schemas.microsoft.com/office/drawing/2014/main" id="{2296428A-A397-A238-7816-D6DE02076873}"/>
                </a:ext>
              </a:extLst>
            </p:cNvPr>
            <p:cNvSpPr/>
            <p:nvPr/>
          </p:nvSpPr>
          <p:spPr>
            <a:xfrm>
              <a:off x="2967175" y="3083275"/>
              <a:ext cx="253825" cy="341450"/>
            </a:xfrm>
            <a:custGeom>
              <a:avLst/>
              <a:gdLst/>
              <a:ahLst/>
              <a:cxnLst/>
              <a:rect l="l" t="t" r="r" b="b"/>
              <a:pathLst>
                <a:path w="10153" h="13658" extrusionOk="0">
                  <a:moveTo>
                    <a:pt x="4887" y="0"/>
                  </a:moveTo>
                  <a:cubicBezTo>
                    <a:pt x="4279" y="0"/>
                    <a:pt x="4002" y="288"/>
                    <a:pt x="4002" y="288"/>
                  </a:cubicBezTo>
                  <a:cubicBezTo>
                    <a:pt x="4002" y="288"/>
                    <a:pt x="2752" y="1425"/>
                    <a:pt x="3115" y="2528"/>
                  </a:cubicBezTo>
                  <a:cubicBezTo>
                    <a:pt x="3490" y="3630"/>
                    <a:pt x="4116" y="3835"/>
                    <a:pt x="4116" y="3835"/>
                  </a:cubicBezTo>
                  <a:cubicBezTo>
                    <a:pt x="4116" y="3835"/>
                    <a:pt x="4331" y="5370"/>
                    <a:pt x="4070" y="5699"/>
                  </a:cubicBezTo>
                  <a:cubicBezTo>
                    <a:pt x="3808" y="6018"/>
                    <a:pt x="3013" y="5825"/>
                    <a:pt x="2342" y="5972"/>
                  </a:cubicBezTo>
                  <a:cubicBezTo>
                    <a:pt x="1683" y="6131"/>
                    <a:pt x="1" y="7814"/>
                    <a:pt x="1" y="7814"/>
                  </a:cubicBezTo>
                  <a:lnTo>
                    <a:pt x="1137" y="9792"/>
                  </a:lnTo>
                  <a:lnTo>
                    <a:pt x="1956" y="9144"/>
                  </a:lnTo>
                  <a:cubicBezTo>
                    <a:pt x="2138" y="9474"/>
                    <a:pt x="2297" y="9827"/>
                    <a:pt x="2411" y="10179"/>
                  </a:cubicBezTo>
                  <a:cubicBezTo>
                    <a:pt x="2581" y="10724"/>
                    <a:pt x="2524" y="13657"/>
                    <a:pt x="2524" y="13657"/>
                  </a:cubicBezTo>
                  <a:lnTo>
                    <a:pt x="8993" y="13498"/>
                  </a:lnTo>
                  <a:lnTo>
                    <a:pt x="8322" y="9383"/>
                  </a:lnTo>
                  <a:lnTo>
                    <a:pt x="9265" y="9883"/>
                  </a:lnTo>
                  <a:lnTo>
                    <a:pt x="10152" y="7462"/>
                  </a:lnTo>
                  <a:cubicBezTo>
                    <a:pt x="10152" y="7462"/>
                    <a:pt x="8492" y="6200"/>
                    <a:pt x="8004" y="5949"/>
                  </a:cubicBezTo>
                  <a:cubicBezTo>
                    <a:pt x="7815" y="5851"/>
                    <a:pt x="7646" y="5820"/>
                    <a:pt x="7499" y="5820"/>
                  </a:cubicBezTo>
                  <a:cubicBezTo>
                    <a:pt x="7257" y="5820"/>
                    <a:pt x="7075" y="5904"/>
                    <a:pt x="6969" y="5904"/>
                  </a:cubicBezTo>
                  <a:cubicBezTo>
                    <a:pt x="6787" y="5904"/>
                    <a:pt x="6344" y="5688"/>
                    <a:pt x="6185" y="5256"/>
                  </a:cubicBezTo>
                  <a:cubicBezTo>
                    <a:pt x="6037" y="4824"/>
                    <a:pt x="6208" y="4131"/>
                    <a:pt x="6208" y="4131"/>
                  </a:cubicBezTo>
                  <a:cubicBezTo>
                    <a:pt x="6208" y="4131"/>
                    <a:pt x="6441" y="4164"/>
                    <a:pt x="6676" y="4164"/>
                  </a:cubicBezTo>
                  <a:cubicBezTo>
                    <a:pt x="6876" y="4164"/>
                    <a:pt x="7077" y="4140"/>
                    <a:pt x="7140" y="4051"/>
                  </a:cubicBezTo>
                  <a:cubicBezTo>
                    <a:pt x="7264" y="3858"/>
                    <a:pt x="7163" y="2392"/>
                    <a:pt x="7163" y="2392"/>
                  </a:cubicBezTo>
                  <a:lnTo>
                    <a:pt x="7287" y="2175"/>
                  </a:lnTo>
                  <a:cubicBezTo>
                    <a:pt x="7409" y="1967"/>
                    <a:pt x="7274" y="1651"/>
                    <a:pt x="7173" y="1651"/>
                  </a:cubicBezTo>
                  <a:cubicBezTo>
                    <a:pt x="7169" y="1651"/>
                    <a:pt x="7166" y="1651"/>
                    <a:pt x="7163" y="1652"/>
                  </a:cubicBezTo>
                  <a:cubicBezTo>
                    <a:pt x="7155" y="1654"/>
                    <a:pt x="7147" y="1654"/>
                    <a:pt x="7137" y="1654"/>
                  </a:cubicBezTo>
                  <a:cubicBezTo>
                    <a:pt x="7000" y="1654"/>
                    <a:pt x="6653" y="1494"/>
                    <a:pt x="6514" y="1005"/>
                  </a:cubicBezTo>
                  <a:cubicBezTo>
                    <a:pt x="6355" y="493"/>
                    <a:pt x="5867" y="209"/>
                    <a:pt x="5867" y="209"/>
                  </a:cubicBezTo>
                  <a:cubicBezTo>
                    <a:pt x="5475" y="54"/>
                    <a:pt x="5150" y="0"/>
                    <a:pt x="48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8313;p113">
              <a:extLst>
                <a:ext uri="{FF2B5EF4-FFF2-40B4-BE49-F238E27FC236}">
                  <a16:creationId xmlns:a16="http://schemas.microsoft.com/office/drawing/2014/main" id="{865B90EE-8E2B-D0BD-BBCD-2B5D2F1F6D0F}"/>
                </a:ext>
              </a:extLst>
            </p:cNvPr>
            <p:cNvSpPr/>
            <p:nvPr/>
          </p:nvSpPr>
          <p:spPr>
            <a:xfrm>
              <a:off x="2965750" y="3081900"/>
              <a:ext cx="256675" cy="343950"/>
            </a:xfrm>
            <a:custGeom>
              <a:avLst/>
              <a:gdLst/>
              <a:ahLst/>
              <a:cxnLst/>
              <a:rect l="l" t="t" r="r" b="b"/>
              <a:pathLst>
                <a:path w="10267" h="13758" extrusionOk="0">
                  <a:moveTo>
                    <a:pt x="4945" y="106"/>
                  </a:moveTo>
                  <a:cubicBezTo>
                    <a:pt x="5201" y="106"/>
                    <a:pt x="5518" y="158"/>
                    <a:pt x="5901" y="309"/>
                  </a:cubicBezTo>
                  <a:cubicBezTo>
                    <a:pt x="5935" y="343"/>
                    <a:pt x="6378" y="605"/>
                    <a:pt x="6515" y="1082"/>
                  </a:cubicBezTo>
                  <a:cubicBezTo>
                    <a:pt x="6664" y="1595"/>
                    <a:pt x="7035" y="1767"/>
                    <a:pt x="7201" y="1767"/>
                  </a:cubicBezTo>
                  <a:cubicBezTo>
                    <a:pt x="7212" y="1767"/>
                    <a:pt x="7222" y="1766"/>
                    <a:pt x="7231" y="1764"/>
                  </a:cubicBezTo>
                  <a:cubicBezTo>
                    <a:pt x="7231" y="1764"/>
                    <a:pt x="7253" y="1764"/>
                    <a:pt x="7276" y="1810"/>
                  </a:cubicBezTo>
                  <a:cubicBezTo>
                    <a:pt x="7333" y="1889"/>
                    <a:pt x="7379" y="2071"/>
                    <a:pt x="7299" y="2196"/>
                  </a:cubicBezTo>
                  <a:lnTo>
                    <a:pt x="7174" y="2412"/>
                  </a:lnTo>
                  <a:cubicBezTo>
                    <a:pt x="7162" y="2424"/>
                    <a:pt x="7162" y="2435"/>
                    <a:pt x="7162" y="2447"/>
                  </a:cubicBezTo>
                  <a:cubicBezTo>
                    <a:pt x="7208" y="3003"/>
                    <a:pt x="7231" y="3947"/>
                    <a:pt x="7151" y="4072"/>
                  </a:cubicBezTo>
                  <a:cubicBezTo>
                    <a:pt x="7103" y="4140"/>
                    <a:pt x="6910" y="4164"/>
                    <a:pt x="6694" y="4164"/>
                  </a:cubicBezTo>
                  <a:cubicBezTo>
                    <a:pt x="6553" y="4164"/>
                    <a:pt x="6402" y="4154"/>
                    <a:pt x="6276" y="4140"/>
                  </a:cubicBezTo>
                  <a:cubicBezTo>
                    <a:pt x="6270" y="4138"/>
                    <a:pt x="6264" y="4137"/>
                    <a:pt x="6259" y="4137"/>
                  </a:cubicBezTo>
                  <a:cubicBezTo>
                    <a:pt x="6235" y="4137"/>
                    <a:pt x="6219" y="4156"/>
                    <a:pt x="6219" y="4175"/>
                  </a:cubicBezTo>
                  <a:cubicBezTo>
                    <a:pt x="6207" y="4208"/>
                    <a:pt x="6037" y="4890"/>
                    <a:pt x="6196" y="5334"/>
                  </a:cubicBezTo>
                  <a:cubicBezTo>
                    <a:pt x="6356" y="5777"/>
                    <a:pt x="6821" y="6016"/>
                    <a:pt x="7026" y="6016"/>
                  </a:cubicBezTo>
                  <a:cubicBezTo>
                    <a:pt x="7071" y="6016"/>
                    <a:pt x="7129" y="5994"/>
                    <a:pt x="7197" y="5982"/>
                  </a:cubicBezTo>
                  <a:cubicBezTo>
                    <a:pt x="7293" y="5959"/>
                    <a:pt x="7413" y="5931"/>
                    <a:pt x="7552" y="5931"/>
                  </a:cubicBezTo>
                  <a:cubicBezTo>
                    <a:pt x="7691" y="5931"/>
                    <a:pt x="7850" y="5959"/>
                    <a:pt x="8026" y="6050"/>
                  </a:cubicBezTo>
                  <a:cubicBezTo>
                    <a:pt x="8481" y="6277"/>
                    <a:pt x="9914" y="7358"/>
                    <a:pt x="10153" y="7528"/>
                  </a:cubicBezTo>
                  <a:lnTo>
                    <a:pt x="9300" y="9859"/>
                  </a:lnTo>
                  <a:lnTo>
                    <a:pt x="8402" y="9392"/>
                  </a:lnTo>
                  <a:cubicBezTo>
                    <a:pt x="8391" y="9387"/>
                    <a:pt x="8382" y="9384"/>
                    <a:pt x="8373" y="9384"/>
                  </a:cubicBezTo>
                  <a:cubicBezTo>
                    <a:pt x="8365" y="9384"/>
                    <a:pt x="8356" y="9387"/>
                    <a:pt x="8345" y="9392"/>
                  </a:cubicBezTo>
                  <a:cubicBezTo>
                    <a:pt x="8334" y="9404"/>
                    <a:pt x="8322" y="9427"/>
                    <a:pt x="8322" y="9450"/>
                  </a:cubicBezTo>
                  <a:lnTo>
                    <a:pt x="8981" y="13508"/>
                  </a:lnTo>
                  <a:lnTo>
                    <a:pt x="2627" y="13656"/>
                  </a:lnTo>
                  <a:cubicBezTo>
                    <a:pt x="2638" y="13235"/>
                    <a:pt x="2683" y="10723"/>
                    <a:pt x="2524" y="10223"/>
                  </a:cubicBezTo>
                  <a:cubicBezTo>
                    <a:pt x="2399" y="9859"/>
                    <a:pt x="2240" y="9506"/>
                    <a:pt x="2058" y="9177"/>
                  </a:cubicBezTo>
                  <a:cubicBezTo>
                    <a:pt x="2058" y="9165"/>
                    <a:pt x="2047" y="9154"/>
                    <a:pt x="2024" y="9154"/>
                  </a:cubicBezTo>
                  <a:lnTo>
                    <a:pt x="2013" y="9154"/>
                  </a:lnTo>
                  <a:cubicBezTo>
                    <a:pt x="2001" y="9154"/>
                    <a:pt x="1990" y="9154"/>
                    <a:pt x="1978" y="9165"/>
                  </a:cubicBezTo>
                  <a:lnTo>
                    <a:pt x="1217" y="9768"/>
                  </a:lnTo>
                  <a:lnTo>
                    <a:pt x="126" y="7869"/>
                  </a:lnTo>
                  <a:cubicBezTo>
                    <a:pt x="341" y="7653"/>
                    <a:pt x="1819" y="6221"/>
                    <a:pt x="2410" y="6084"/>
                  </a:cubicBezTo>
                  <a:cubicBezTo>
                    <a:pt x="2672" y="6027"/>
                    <a:pt x="2945" y="6016"/>
                    <a:pt x="3218" y="6016"/>
                  </a:cubicBezTo>
                  <a:cubicBezTo>
                    <a:pt x="3638" y="6004"/>
                    <a:pt x="3991" y="5994"/>
                    <a:pt x="4173" y="5789"/>
                  </a:cubicBezTo>
                  <a:cubicBezTo>
                    <a:pt x="4434" y="5448"/>
                    <a:pt x="4241" y="4049"/>
                    <a:pt x="4218" y="3890"/>
                  </a:cubicBezTo>
                  <a:cubicBezTo>
                    <a:pt x="4218" y="3867"/>
                    <a:pt x="4207" y="3856"/>
                    <a:pt x="4184" y="3844"/>
                  </a:cubicBezTo>
                  <a:cubicBezTo>
                    <a:pt x="4184" y="3844"/>
                    <a:pt x="3582" y="3629"/>
                    <a:pt x="3229" y="2560"/>
                  </a:cubicBezTo>
                  <a:cubicBezTo>
                    <a:pt x="2877" y="1503"/>
                    <a:pt x="4082" y="388"/>
                    <a:pt x="4105" y="378"/>
                  </a:cubicBezTo>
                  <a:cubicBezTo>
                    <a:pt x="4105" y="369"/>
                    <a:pt x="4371" y="106"/>
                    <a:pt x="4945" y="106"/>
                  </a:cubicBezTo>
                  <a:close/>
                  <a:moveTo>
                    <a:pt x="4930" y="0"/>
                  </a:moveTo>
                  <a:cubicBezTo>
                    <a:pt x="4322" y="0"/>
                    <a:pt x="4040" y="282"/>
                    <a:pt x="4025" y="297"/>
                  </a:cubicBezTo>
                  <a:cubicBezTo>
                    <a:pt x="3968" y="343"/>
                    <a:pt x="2751" y="1480"/>
                    <a:pt x="3127" y="2594"/>
                  </a:cubicBezTo>
                  <a:cubicBezTo>
                    <a:pt x="3456" y="3583"/>
                    <a:pt x="3979" y="3879"/>
                    <a:pt x="4116" y="3935"/>
                  </a:cubicBezTo>
                  <a:cubicBezTo>
                    <a:pt x="4184" y="4379"/>
                    <a:pt x="4275" y="5471"/>
                    <a:pt x="4082" y="5721"/>
                  </a:cubicBezTo>
                  <a:cubicBezTo>
                    <a:pt x="3946" y="5891"/>
                    <a:pt x="3604" y="5903"/>
                    <a:pt x="3218" y="5903"/>
                  </a:cubicBezTo>
                  <a:cubicBezTo>
                    <a:pt x="2956" y="5914"/>
                    <a:pt x="2660" y="5914"/>
                    <a:pt x="2388" y="5982"/>
                  </a:cubicBezTo>
                  <a:cubicBezTo>
                    <a:pt x="1717" y="6130"/>
                    <a:pt x="80" y="7755"/>
                    <a:pt x="12" y="7823"/>
                  </a:cubicBezTo>
                  <a:cubicBezTo>
                    <a:pt x="0" y="7846"/>
                    <a:pt x="0" y="7869"/>
                    <a:pt x="12" y="7892"/>
                  </a:cubicBezTo>
                  <a:lnTo>
                    <a:pt x="1149" y="9870"/>
                  </a:lnTo>
                  <a:cubicBezTo>
                    <a:pt x="1160" y="9892"/>
                    <a:pt x="1172" y="9892"/>
                    <a:pt x="1183" y="9904"/>
                  </a:cubicBezTo>
                  <a:cubicBezTo>
                    <a:pt x="1205" y="9904"/>
                    <a:pt x="1217" y="9904"/>
                    <a:pt x="1228" y="9892"/>
                  </a:cubicBezTo>
                  <a:lnTo>
                    <a:pt x="2001" y="9279"/>
                  </a:lnTo>
                  <a:cubicBezTo>
                    <a:pt x="2160" y="9597"/>
                    <a:pt x="2308" y="9915"/>
                    <a:pt x="2422" y="10256"/>
                  </a:cubicBezTo>
                  <a:cubicBezTo>
                    <a:pt x="2581" y="10779"/>
                    <a:pt x="2524" y="13679"/>
                    <a:pt x="2524" y="13712"/>
                  </a:cubicBezTo>
                  <a:cubicBezTo>
                    <a:pt x="2524" y="13724"/>
                    <a:pt x="2524" y="13735"/>
                    <a:pt x="2536" y="13747"/>
                  </a:cubicBezTo>
                  <a:cubicBezTo>
                    <a:pt x="2547" y="13758"/>
                    <a:pt x="2559" y="13758"/>
                    <a:pt x="2581" y="13758"/>
                  </a:cubicBezTo>
                  <a:lnTo>
                    <a:pt x="9050" y="13610"/>
                  </a:lnTo>
                  <a:cubicBezTo>
                    <a:pt x="9061" y="13610"/>
                    <a:pt x="9072" y="13599"/>
                    <a:pt x="9084" y="13588"/>
                  </a:cubicBezTo>
                  <a:cubicBezTo>
                    <a:pt x="9095" y="13576"/>
                    <a:pt x="9107" y="13565"/>
                    <a:pt x="9095" y="13553"/>
                  </a:cubicBezTo>
                  <a:lnTo>
                    <a:pt x="8447" y="9541"/>
                  </a:lnTo>
                  <a:lnTo>
                    <a:pt x="9300" y="9983"/>
                  </a:lnTo>
                  <a:cubicBezTo>
                    <a:pt x="9307" y="9983"/>
                    <a:pt x="9320" y="9989"/>
                    <a:pt x="9331" y="9989"/>
                  </a:cubicBezTo>
                  <a:cubicBezTo>
                    <a:pt x="9336" y="9989"/>
                    <a:pt x="9341" y="9987"/>
                    <a:pt x="9345" y="9983"/>
                  </a:cubicBezTo>
                  <a:cubicBezTo>
                    <a:pt x="9357" y="9983"/>
                    <a:pt x="9368" y="9973"/>
                    <a:pt x="9380" y="9950"/>
                  </a:cubicBezTo>
                  <a:lnTo>
                    <a:pt x="10266" y="7528"/>
                  </a:lnTo>
                  <a:cubicBezTo>
                    <a:pt x="10266" y="7505"/>
                    <a:pt x="10266" y="7482"/>
                    <a:pt x="10244" y="7471"/>
                  </a:cubicBezTo>
                  <a:cubicBezTo>
                    <a:pt x="10175" y="7414"/>
                    <a:pt x="8572" y="6209"/>
                    <a:pt x="8084" y="5959"/>
                  </a:cubicBezTo>
                  <a:cubicBezTo>
                    <a:pt x="7886" y="5855"/>
                    <a:pt x="7707" y="5821"/>
                    <a:pt x="7551" y="5821"/>
                  </a:cubicBezTo>
                  <a:cubicBezTo>
                    <a:pt x="7402" y="5821"/>
                    <a:pt x="7274" y="5852"/>
                    <a:pt x="7174" y="5880"/>
                  </a:cubicBezTo>
                  <a:cubicBezTo>
                    <a:pt x="7117" y="5891"/>
                    <a:pt x="7060" y="5903"/>
                    <a:pt x="7026" y="5903"/>
                  </a:cubicBezTo>
                  <a:cubicBezTo>
                    <a:pt x="6879" y="5903"/>
                    <a:pt x="6447" y="5721"/>
                    <a:pt x="6298" y="5289"/>
                  </a:cubicBezTo>
                  <a:cubicBezTo>
                    <a:pt x="6174" y="4948"/>
                    <a:pt x="6276" y="4413"/>
                    <a:pt x="6310" y="4254"/>
                  </a:cubicBezTo>
                  <a:cubicBezTo>
                    <a:pt x="6391" y="4263"/>
                    <a:pt x="6532" y="4275"/>
                    <a:pt x="6682" y="4275"/>
                  </a:cubicBezTo>
                  <a:cubicBezTo>
                    <a:pt x="6911" y="4275"/>
                    <a:pt x="7160" y="4246"/>
                    <a:pt x="7242" y="4129"/>
                  </a:cubicBezTo>
                  <a:cubicBezTo>
                    <a:pt x="7367" y="3935"/>
                    <a:pt x="7288" y="2674"/>
                    <a:pt x="7265" y="2458"/>
                  </a:cubicBezTo>
                  <a:lnTo>
                    <a:pt x="7390" y="2253"/>
                  </a:lnTo>
                  <a:cubicBezTo>
                    <a:pt x="7492" y="2094"/>
                    <a:pt x="7447" y="1866"/>
                    <a:pt x="7367" y="1742"/>
                  </a:cubicBezTo>
                  <a:cubicBezTo>
                    <a:pt x="7318" y="1692"/>
                    <a:pt x="7277" y="1660"/>
                    <a:pt x="7229" y="1660"/>
                  </a:cubicBezTo>
                  <a:cubicBezTo>
                    <a:pt x="7222" y="1660"/>
                    <a:pt x="7215" y="1660"/>
                    <a:pt x="7208" y="1662"/>
                  </a:cubicBezTo>
                  <a:cubicBezTo>
                    <a:pt x="7205" y="1662"/>
                    <a:pt x="7201" y="1663"/>
                    <a:pt x="7197" y="1663"/>
                  </a:cubicBezTo>
                  <a:cubicBezTo>
                    <a:pt x="7106" y="1663"/>
                    <a:pt x="6758" y="1537"/>
                    <a:pt x="6617" y="1048"/>
                  </a:cubicBezTo>
                  <a:cubicBezTo>
                    <a:pt x="6469" y="514"/>
                    <a:pt x="5969" y="229"/>
                    <a:pt x="5946" y="218"/>
                  </a:cubicBezTo>
                  <a:cubicBezTo>
                    <a:pt x="5539" y="57"/>
                    <a:pt x="5202" y="0"/>
                    <a:pt x="49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8314;p113">
              <a:extLst>
                <a:ext uri="{FF2B5EF4-FFF2-40B4-BE49-F238E27FC236}">
                  <a16:creationId xmlns:a16="http://schemas.microsoft.com/office/drawing/2014/main" id="{D07479F1-6D96-4CDD-76B5-A979674BE18A}"/>
                </a:ext>
              </a:extLst>
            </p:cNvPr>
            <p:cNvSpPr/>
            <p:nvPr/>
          </p:nvSpPr>
          <p:spPr>
            <a:xfrm>
              <a:off x="3107850" y="3184250"/>
              <a:ext cx="14525" cy="13400"/>
            </a:xfrm>
            <a:custGeom>
              <a:avLst/>
              <a:gdLst/>
              <a:ahLst/>
              <a:cxnLst/>
              <a:rect l="l" t="t" r="r" b="b"/>
              <a:pathLst>
                <a:path w="581" h="536" extrusionOk="0">
                  <a:moveTo>
                    <a:pt x="0" y="1"/>
                  </a:moveTo>
                  <a:lnTo>
                    <a:pt x="467" y="535"/>
                  </a:lnTo>
                  <a:lnTo>
                    <a:pt x="581" y="103"/>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8315;p113">
              <a:extLst>
                <a:ext uri="{FF2B5EF4-FFF2-40B4-BE49-F238E27FC236}">
                  <a16:creationId xmlns:a16="http://schemas.microsoft.com/office/drawing/2014/main" id="{AAE60D81-A5BC-2647-DEDC-2A503D239F07}"/>
                </a:ext>
              </a:extLst>
            </p:cNvPr>
            <p:cNvSpPr/>
            <p:nvPr/>
          </p:nvSpPr>
          <p:spPr>
            <a:xfrm>
              <a:off x="3106450" y="3182850"/>
              <a:ext cx="17350" cy="16200"/>
            </a:xfrm>
            <a:custGeom>
              <a:avLst/>
              <a:gdLst/>
              <a:ahLst/>
              <a:cxnLst/>
              <a:rect l="l" t="t" r="r" b="b"/>
              <a:pathLst>
                <a:path w="694" h="648" extrusionOk="0">
                  <a:moveTo>
                    <a:pt x="193" y="137"/>
                  </a:moveTo>
                  <a:lnTo>
                    <a:pt x="568" y="193"/>
                  </a:lnTo>
                  <a:lnTo>
                    <a:pt x="500" y="478"/>
                  </a:lnTo>
                  <a:lnTo>
                    <a:pt x="193" y="137"/>
                  </a:lnTo>
                  <a:close/>
                  <a:moveTo>
                    <a:pt x="68" y="0"/>
                  </a:moveTo>
                  <a:cubicBezTo>
                    <a:pt x="46" y="0"/>
                    <a:pt x="23" y="11"/>
                    <a:pt x="11" y="34"/>
                  </a:cubicBezTo>
                  <a:cubicBezTo>
                    <a:pt x="0" y="46"/>
                    <a:pt x="0" y="68"/>
                    <a:pt x="11" y="91"/>
                  </a:cubicBezTo>
                  <a:lnTo>
                    <a:pt x="488" y="625"/>
                  </a:lnTo>
                  <a:cubicBezTo>
                    <a:pt x="488" y="637"/>
                    <a:pt x="511" y="648"/>
                    <a:pt x="523" y="648"/>
                  </a:cubicBezTo>
                  <a:lnTo>
                    <a:pt x="534" y="648"/>
                  </a:lnTo>
                  <a:cubicBezTo>
                    <a:pt x="557" y="637"/>
                    <a:pt x="568" y="625"/>
                    <a:pt x="579" y="602"/>
                  </a:cubicBezTo>
                  <a:lnTo>
                    <a:pt x="693" y="170"/>
                  </a:lnTo>
                  <a:cubicBezTo>
                    <a:pt x="693" y="148"/>
                    <a:pt x="693" y="137"/>
                    <a:pt x="682" y="125"/>
                  </a:cubicBezTo>
                  <a:cubicBezTo>
                    <a:pt x="670" y="114"/>
                    <a:pt x="659" y="102"/>
                    <a:pt x="648" y="102"/>
                  </a:cubicBezTo>
                  <a:lnTo>
                    <a:pt x="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8316;p113">
              <a:extLst>
                <a:ext uri="{FF2B5EF4-FFF2-40B4-BE49-F238E27FC236}">
                  <a16:creationId xmlns:a16="http://schemas.microsoft.com/office/drawing/2014/main" id="{50CDEB8C-2313-ABEF-A153-0B9E051A2AD5}"/>
                </a:ext>
              </a:extLst>
            </p:cNvPr>
            <p:cNvSpPr/>
            <p:nvPr/>
          </p:nvSpPr>
          <p:spPr>
            <a:xfrm>
              <a:off x="3112975" y="3104975"/>
              <a:ext cx="14525" cy="15375"/>
            </a:xfrm>
            <a:custGeom>
              <a:avLst/>
              <a:gdLst/>
              <a:ahLst/>
              <a:cxnLst/>
              <a:rect l="l" t="t" r="r" b="b"/>
              <a:pathLst>
                <a:path w="581" h="615" extrusionOk="0">
                  <a:moveTo>
                    <a:pt x="467" y="0"/>
                  </a:moveTo>
                  <a:cubicBezTo>
                    <a:pt x="91" y="0"/>
                    <a:pt x="0" y="329"/>
                    <a:pt x="0" y="511"/>
                  </a:cubicBezTo>
                  <a:cubicBezTo>
                    <a:pt x="0" y="569"/>
                    <a:pt x="46" y="614"/>
                    <a:pt x="103" y="614"/>
                  </a:cubicBezTo>
                  <a:cubicBezTo>
                    <a:pt x="159" y="614"/>
                    <a:pt x="205" y="569"/>
                    <a:pt x="205" y="511"/>
                  </a:cubicBezTo>
                  <a:cubicBezTo>
                    <a:pt x="217" y="466"/>
                    <a:pt x="227" y="205"/>
                    <a:pt x="467" y="205"/>
                  </a:cubicBezTo>
                  <a:cubicBezTo>
                    <a:pt x="535" y="205"/>
                    <a:pt x="580" y="159"/>
                    <a:pt x="580" y="102"/>
                  </a:cubicBezTo>
                  <a:cubicBezTo>
                    <a:pt x="580" y="46"/>
                    <a:pt x="535" y="0"/>
                    <a:pt x="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8317;p113">
              <a:extLst>
                <a:ext uri="{FF2B5EF4-FFF2-40B4-BE49-F238E27FC236}">
                  <a16:creationId xmlns:a16="http://schemas.microsoft.com/office/drawing/2014/main" id="{5E1168DF-0CD9-82F5-8177-3FCBACFFCD3F}"/>
                </a:ext>
              </a:extLst>
            </p:cNvPr>
            <p:cNvSpPr/>
            <p:nvPr/>
          </p:nvSpPr>
          <p:spPr>
            <a:xfrm>
              <a:off x="3119250" y="3145600"/>
              <a:ext cx="20450" cy="19100"/>
            </a:xfrm>
            <a:custGeom>
              <a:avLst/>
              <a:gdLst/>
              <a:ahLst/>
              <a:cxnLst/>
              <a:rect l="l" t="t" r="r" b="b"/>
              <a:pathLst>
                <a:path w="818" h="764" extrusionOk="0">
                  <a:moveTo>
                    <a:pt x="56" y="0"/>
                  </a:moveTo>
                  <a:cubicBezTo>
                    <a:pt x="56" y="1"/>
                    <a:pt x="1" y="763"/>
                    <a:pt x="261" y="763"/>
                  </a:cubicBezTo>
                  <a:cubicBezTo>
                    <a:pt x="264" y="763"/>
                    <a:pt x="268" y="763"/>
                    <a:pt x="272" y="763"/>
                  </a:cubicBezTo>
                  <a:cubicBezTo>
                    <a:pt x="557" y="740"/>
                    <a:pt x="818" y="376"/>
                    <a:pt x="818" y="376"/>
                  </a:cubicBezTo>
                  <a:lnTo>
                    <a:pt x="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8318;p113">
              <a:extLst>
                <a:ext uri="{FF2B5EF4-FFF2-40B4-BE49-F238E27FC236}">
                  <a16:creationId xmlns:a16="http://schemas.microsoft.com/office/drawing/2014/main" id="{2CAC9FE8-AFA2-B4EF-0A06-02B220544500}"/>
                </a:ext>
              </a:extLst>
            </p:cNvPr>
            <p:cNvSpPr/>
            <p:nvPr/>
          </p:nvSpPr>
          <p:spPr>
            <a:xfrm>
              <a:off x="3118375" y="3144250"/>
              <a:ext cx="22750" cy="21575"/>
            </a:xfrm>
            <a:custGeom>
              <a:avLst/>
              <a:gdLst/>
              <a:ahLst/>
              <a:cxnLst/>
              <a:rect l="l" t="t" r="r" b="b"/>
              <a:pathLst>
                <a:path w="910" h="863" extrusionOk="0">
                  <a:moveTo>
                    <a:pt x="148" y="145"/>
                  </a:moveTo>
                  <a:lnTo>
                    <a:pt x="774" y="441"/>
                  </a:lnTo>
                  <a:cubicBezTo>
                    <a:pt x="694" y="544"/>
                    <a:pt x="501" y="748"/>
                    <a:pt x="307" y="759"/>
                  </a:cubicBezTo>
                  <a:cubicBezTo>
                    <a:pt x="284" y="759"/>
                    <a:pt x="262" y="759"/>
                    <a:pt x="239" y="737"/>
                  </a:cubicBezTo>
                  <a:cubicBezTo>
                    <a:pt x="148" y="635"/>
                    <a:pt x="137" y="327"/>
                    <a:pt x="148" y="145"/>
                  </a:cubicBezTo>
                  <a:close/>
                  <a:moveTo>
                    <a:pt x="93" y="1"/>
                  </a:moveTo>
                  <a:cubicBezTo>
                    <a:pt x="83" y="1"/>
                    <a:pt x="74" y="4"/>
                    <a:pt x="69" y="9"/>
                  </a:cubicBezTo>
                  <a:cubicBezTo>
                    <a:pt x="57" y="21"/>
                    <a:pt x="46" y="32"/>
                    <a:pt x="46" y="54"/>
                  </a:cubicBezTo>
                  <a:cubicBezTo>
                    <a:pt x="34" y="112"/>
                    <a:pt x="1" y="646"/>
                    <a:pt x="171" y="817"/>
                  </a:cubicBezTo>
                  <a:cubicBezTo>
                    <a:pt x="205" y="850"/>
                    <a:pt x="251" y="862"/>
                    <a:pt x="296" y="862"/>
                  </a:cubicBezTo>
                  <a:lnTo>
                    <a:pt x="319" y="862"/>
                  </a:lnTo>
                  <a:cubicBezTo>
                    <a:pt x="614" y="839"/>
                    <a:pt x="887" y="476"/>
                    <a:pt x="898" y="453"/>
                  </a:cubicBezTo>
                  <a:cubicBezTo>
                    <a:pt x="910" y="441"/>
                    <a:pt x="910" y="430"/>
                    <a:pt x="898" y="407"/>
                  </a:cubicBezTo>
                  <a:cubicBezTo>
                    <a:pt x="898" y="396"/>
                    <a:pt x="887" y="385"/>
                    <a:pt x="875" y="373"/>
                  </a:cubicBezTo>
                  <a:lnTo>
                    <a:pt x="125" y="9"/>
                  </a:lnTo>
                  <a:cubicBezTo>
                    <a:pt x="114" y="4"/>
                    <a:pt x="102"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8319;p113">
              <a:extLst>
                <a:ext uri="{FF2B5EF4-FFF2-40B4-BE49-F238E27FC236}">
                  <a16:creationId xmlns:a16="http://schemas.microsoft.com/office/drawing/2014/main" id="{B906B727-99D7-BD36-D7C6-509578624268}"/>
                </a:ext>
              </a:extLst>
            </p:cNvPr>
            <p:cNvSpPr/>
            <p:nvPr/>
          </p:nvSpPr>
          <p:spPr>
            <a:xfrm>
              <a:off x="3119775" y="3123150"/>
              <a:ext cx="13975" cy="6000"/>
            </a:xfrm>
            <a:custGeom>
              <a:avLst/>
              <a:gdLst/>
              <a:ahLst/>
              <a:cxnLst/>
              <a:rect l="l" t="t" r="r" b="b"/>
              <a:pathLst>
                <a:path w="559" h="240" extrusionOk="0">
                  <a:moveTo>
                    <a:pt x="319" y="1"/>
                  </a:moveTo>
                  <a:cubicBezTo>
                    <a:pt x="160" y="1"/>
                    <a:pt x="24" y="137"/>
                    <a:pt x="13" y="148"/>
                  </a:cubicBezTo>
                  <a:cubicBezTo>
                    <a:pt x="1" y="171"/>
                    <a:pt x="1" y="205"/>
                    <a:pt x="24" y="228"/>
                  </a:cubicBezTo>
                  <a:cubicBezTo>
                    <a:pt x="35" y="228"/>
                    <a:pt x="46" y="239"/>
                    <a:pt x="58" y="239"/>
                  </a:cubicBezTo>
                  <a:cubicBezTo>
                    <a:pt x="69" y="239"/>
                    <a:pt x="81" y="228"/>
                    <a:pt x="92" y="216"/>
                  </a:cubicBezTo>
                  <a:cubicBezTo>
                    <a:pt x="92" y="216"/>
                    <a:pt x="206" y="103"/>
                    <a:pt x="319" y="103"/>
                  </a:cubicBezTo>
                  <a:cubicBezTo>
                    <a:pt x="377" y="103"/>
                    <a:pt x="422" y="125"/>
                    <a:pt x="467" y="183"/>
                  </a:cubicBezTo>
                  <a:cubicBezTo>
                    <a:pt x="473" y="194"/>
                    <a:pt x="484" y="200"/>
                    <a:pt x="497" y="200"/>
                  </a:cubicBezTo>
                  <a:cubicBezTo>
                    <a:pt x="510" y="200"/>
                    <a:pt x="524" y="194"/>
                    <a:pt x="536" y="183"/>
                  </a:cubicBezTo>
                  <a:cubicBezTo>
                    <a:pt x="558" y="160"/>
                    <a:pt x="558" y="125"/>
                    <a:pt x="547" y="103"/>
                  </a:cubicBezTo>
                  <a:cubicBezTo>
                    <a:pt x="478" y="34"/>
                    <a:pt x="399" y="1"/>
                    <a:pt x="3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8320;p113">
              <a:extLst>
                <a:ext uri="{FF2B5EF4-FFF2-40B4-BE49-F238E27FC236}">
                  <a16:creationId xmlns:a16="http://schemas.microsoft.com/office/drawing/2014/main" id="{4AB8B494-F65F-BE4E-5DF6-F4EA6B1BE540}"/>
                </a:ext>
              </a:extLst>
            </p:cNvPr>
            <p:cNvSpPr/>
            <p:nvPr/>
          </p:nvSpPr>
          <p:spPr>
            <a:xfrm>
              <a:off x="3120650" y="3145600"/>
              <a:ext cx="19050" cy="11700"/>
            </a:xfrm>
            <a:custGeom>
              <a:avLst/>
              <a:gdLst/>
              <a:ahLst/>
              <a:cxnLst/>
              <a:rect l="l" t="t" r="r" b="b"/>
              <a:pathLst>
                <a:path w="762" h="468" extrusionOk="0">
                  <a:moveTo>
                    <a:pt x="0" y="0"/>
                  </a:moveTo>
                  <a:lnTo>
                    <a:pt x="0" y="251"/>
                  </a:lnTo>
                  <a:lnTo>
                    <a:pt x="683" y="467"/>
                  </a:lnTo>
                  <a:cubicBezTo>
                    <a:pt x="705" y="444"/>
                    <a:pt x="739" y="410"/>
                    <a:pt x="762" y="376"/>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8321;p113">
              <a:extLst>
                <a:ext uri="{FF2B5EF4-FFF2-40B4-BE49-F238E27FC236}">
                  <a16:creationId xmlns:a16="http://schemas.microsoft.com/office/drawing/2014/main" id="{D5A035FD-F10C-AFC7-3212-28F8DDD19359}"/>
                </a:ext>
              </a:extLst>
            </p:cNvPr>
            <p:cNvSpPr/>
            <p:nvPr/>
          </p:nvSpPr>
          <p:spPr>
            <a:xfrm>
              <a:off x="3119225" y="3144450"/>
              <a:ext cx="21900" cy="14250"/>
            </a:xfrm>
            <a:custGeom>
              <a:avLst/>
              <a:gdLst/>
              <a:ahLst/>
              <a:cxnLst/>
              <a:rect l="l" t="t" r="r" b="b"/>
              <a:pathLst>
                <a:path w="876" h="570" extrusionOk="0">
                  <a:moveTo>
                    <a:pt x="114" y="137"/>
                  </a:moveTo>
                  <a:lnTo>
                    <a:pt x="740" y="433"/>
                  </a:lnTo>
                  <a:lnTo>
                    <a:pt x="717" y="456"/>
                  </a:lnTo>
                  <a:lnTo>
                    <a:pt x="114" y="263"/>
                  </a:lnTo>
                  <a:lnTo>
                    <a:pt x="114" y="137"/>
                  </a:lnTo>
                  <a:close/>
                  <a:moveTo>
                    <a:pt x="35" y="1"/>
                  </a:moveTo>
                  <a:cubicBezTo>
                    <a:pt x="23" y="13"/>
                    <a:pt x="12" y="24"/>
                    <a:pt x="12" y="46"/>
                  </a:cubicBezTo>
                  <a:cubicBezTo>
                    <a:pt x="12" y="46"/>
                    <a:pt x="0" y="160"/>
                    <a:pt x="0" y="297"/>
                  </a:cubicBezTo>
                  <a:cubicBezTo>
                    <a:pt x="0" y="319"/>
                    <a:pt x="23" y="342"/>
                    <a:pt x="46" y="342"/>
                  </a:cubicBezTo>
                  <a:lnTo>
                    <a:pt x="717" y="569"/>
                  </a:lnTo>
                  <a:lnTo>
                    <a:pt x="740" y="569"/>
                  </a:lnTo>
                  <a:cubicBezTo>
                    <a:pt x="750" y="569"/>
                    <a:pt x="762" y="569"/>
                    <a:pt x="773" y="558"/>
                  </a:cubicBezTo>
                  <a:cubicBezTo>
                    <a:pt x="808" y="524"/>
                    <a:pt x="831" y="490"/>
                    <a:pt x="864" y="445"/>
                  </a:cubicBezTo>
                  <a:cubicBezTo>
                    <a:pt x="876" y="433"/>
                    <a:pt x="876" y="422"/>
                    <a:pt x="864" y="399"/>
                  </a:cubicBezTo>
                  <a:cubicBezTo>
                    <a:pt x="864" y="388"/>
                    <a:pt x="853" y="377"/>
                    <a:pt x="841" y="365"/>
                  </a:cubicBezTo>
                  <a:lnTo>
                    <a:pt x="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8322;p113">
              <a:extLst>
                <a:ext uri="{FF2B5EF4-FFF2-40B4-BE49-F238E27FC236}">
                  <a16:creationId xmlns:a16="http://schemas.microsoft.com/office/drawing/2014/main" id="{57C2FC76-A165-1665-679B-849FABCA8B6E}"/>
                </a:ext>
              </a:extLst>
            </p:cNvPr>
            <p:cNvSpPr/>
            <p:nvPr/>
          </p:nvSpPr>
          <p:spPr>
            <a:xfrm>
              <a:off x="2923400" y="3089950"/>
              <a:ext cx="106900" cy="134525"/>
            </a:xfrm>
            <a:custGeom>
              <a:avLst/>
              <a:gdLst/>
              <a:ahLst/>
              <a:cxnLst/>
              <a:rect l="l" t="t" r="r" b="b"/>
              <a:pathLst>
                <a:path w="4276" h="5381" extrusionOk="0">
                  <a:moveTo>
                    <a:pt x="2633" y="1"/>
                  </a:moveTo>
                  <a:cubicBezTo>
                    <a:pt x="2598" y="1"/>
                    <a:pt x="2561" y="4"/>
                    <a:pt x="2525" y="10"/>
                  </a:cubicBezTo>
                  <a:cubicBezTo>
                    <a:pt x="1853" y="112"/>
                    <a:pt x="1342" y="851"/>
                    <a:pt x="1558" y="1885"/>
                  </a:cubicBezTo>
                  <a:cubicBezTo>
                    <a:pt x="1558" y="1885"/>
                    <a:pt x="1661" y="2170"/>
                    <a:pt x="1752" y="2408"/>
                  </a:cubicBezTo>
                  <a:cubicBezTo>
                    <a:pt x="1752" y="2408"/>
                    <a:pt x="1554" y="2347"/>
                    <a:pt x="1300" y="2347"/>
                  </a:cubicBezTo>
                  <a:cubicBezTo>
                    <a:pt x="1028" y="2347"/>
                    <a:pt x="690" y="2417"/>
                    <a:pt x="456" y="2704"/>
                  </a:cubicBezTo>
                  <a:cubicBezTo>
                    <a:pt x="1" y="3261"/>
                    <a:pt x="353" y="3853"/>
                    <a:pt x="865" y="4125"/>
                  </a:cubicBezTo>
                  <a:cubicBezTo>
                    <a:pt x="1305" y="4370"/>
                    <a:pt x="1595" y="4387"/>
                    <a:pt x="1666" y="4387"/>
                  </a:cubicBezTo>
                  <a:cubicBezTo>
                    <a:pt x="1677" y="4387"/>
                    <a:pt x="1683" y="4386"/>
                    <a:pt x="1683" y="4386"/>
                  </a:cubicBezTo>
                  <a:lnTo>
                    <a:pt x="1683" y="4386"/>
                  </a:lnTo>
                  <a:cubicBezTo>
                    <a:pt x="1683" y="4386"/>
                    <a:pt x="546" y="4728"/>
                    <a:pt x="956" y="5160"/>
                  </a:cubicBezTo>
                  <a:cubicBezTo>
                    <a:pt x="1105" y="5317"/>
                    <a:pt x="1365" y="5381"/>
                    <a:pt x="1624" y="5381"/>
                  </a:cubicBezTo>
                  <a:cubicBezTo>
                    <a:pt x="2075" y="5381"/>
                    <a:pt x="2520" y="5186"/>
                    <a:pt x="2354" y="4955"/>
                  </a:cubicBezTo>
                  <a:cubicBezTo>
                    <a:pt x="2145" y="4664"/>
                    <a:pt x="1979" y="4635"/>
                    <a:pt x="1921" y="4635"/>
                  </a:cubicBezTo>
                  <a:cubicBezTo>
                    <a:pt x="1907" y="4635"/>
                    <a:pt x="1899" y="4637"/>
                    <a:pt x="1899" y="4637"/>
                  </a:cubicBezTo>
                  <a:cubicBezTo>
                    <a:pt x="1899" y="4637"/>
                    <a:pt x="2934" y="4239"/>
                    <a:pt x="2831" y="3966"/>
                  </a:cubicBezTo>
                  <a:cubicBezTo>
                    <a:pt x="2717" y="3682"/>
                    <a:pt x="2206" y="3466"/>
                    <a:pt x="2206" y="3466"/>
                  </a:cubicBezTo>
                  <a:lnTo>
                    <a:pt x="2206" y="3466"/>
                  </a:lnTo>
                  <a:cubicBezTo>
                    <a:pt x="2206" y="3466"/>
                    <a:pt x="2666" y="3625"/>
                    <a:pt x="3128" y="3625"/>
                  </a:cubicBezTo>
                  <a:cubicBezTo>
                    <a:pt x="3343" y="3625"/>
                    <a:pt x="3559" y="3590"/>
                    <a:pt x="3730" y="3489"/>
                  </a:cubicBezTo>
                  <a:cubicBezTo>
                    <a:pt x="4275" y="3159"/>
                    <a:pt x="3798" y="1784"/>
                    <a:pt x="3798" y="1784"/>
                  </a:cubicBezTo>
                  <a:lnTo>
                    <a:pt x="3672" y="874"/>
                  </a:lnTo>
                  <a:cubicBezTo>
                    <a:pt x="3672" y="874"/>
                    <a:pt x="3246" y="1"/>
                    <a:pt x="26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8323;p113">
              <a:extLst>
                <a:ext uri="{FF2B5EF4-FFF2-40B4-BE49-F238E27FC236}">
                  <a16:creationId xmlns:a16="http://schemas.microsoft.com/office/drawing/2014/main" id="{CBEDA0E5-43E7-8BC8-4314-E3A2B8E57628}"/>
                </a:ext>
              </a:extLst>
            </p:cNvPr>
            <p:cNvSpPr/>
            <p:nvPr/>
          </p:nvSpPr>
          <p:spPr>
            <a:xfrm>
              <a:off x="2927375" y="3088525"/>
              <a:ext cx="104325" cy="137250"/>
            </a:xfrm>
            <a:custGeom>
              <a:avLst/>
              <a:gdLst/>
              <a:ahLst/>
              <a:cxnLst/>
              <a:rect l="l" t="t" r="r" b="b"/>
              <a:pathLst>
                <a:path w="4173" h="5490" extrusionOk="0">
                  <a:moveTo>
                    <a:pt x="2476" y="115"/>
                  </a:moveTo>
                  <a:cubicBezTo>
                    <a:pt x="3017" y="115"/>
                    <a:pt x="3414" y="867"/>
                    <a:pt x="3457" y="942"/>
                  </a:cubicBezTo>
                  <a:lnTo>
                    <a:pt x="3593" y="1851"/>
                  </a:lnTo>
                  <a:cubicBezTo>
                    <a:pt x="3593" y="1874"/>
                    <a:pt x="4048" y="3205"/>
                    <a:pt x="3548" y="3500"/>
                  </a:cubicBezTo>
                  <a:cubicBezTo>
                    <a:pt x="3385" y="3598"/>
                    <a:pt x="3177" y="3631"/>
                    <a:pt x="2968" y="3631"/>
                  </a:cubicBezTo>
                  <a:cubicBezTo>
                    <a:pt x="2519" y="3631"/>
                    <a:pt x="2066" y="3478"/>
                    <a:pt x="2058" y="3478"/>
                  </a:cubicBezTo>
                  <a:cubicBezTo>
                    <a:pt x="2052" y="3474"/>
                    <a:pt x="2045" y="3473"/>
                    <a:pt x="2038" y="3473"/>
                  </a:cubicBezTo>
                  <a:cubicBezTo>
                    <a:pt x="2019" y="3473"/>
                    <a:pt x="1999" y="3484"/>
                    <a:pt x="1990" y="3500"/>
                  </a:cubicBezTo>
                  <a:cubicBezTo>
                    <a:pt x="1979" y="3534"/>
                    <a:pt x="1990" y="3557"/>
                    <a:pt x="2025" y="3569"/>
                  </a:cubicBezTo>
                  <a:cubicBezTo>
                    <a:pt x="2025" y="3579"/>
                    <a:pt x="2525" y="3784"/>
                    <a:pt x="2616" y="4034"/>
                  </a:cubicBezTo>
                  <a:cubicBezTo>
                    <a:pt x="2627" y="4046"/>
                    <a:pt x="2627" y="4069"/>
                    <a:pt x="2616" y="4102"/>
                  </a:cubicBezTo>
                  <a:cubicBezTo>
                    <a:pt x="2525" y="4296"/>
                    <a:pt x="1944" y="4557"/>
                    <a:pt x="1717" y="4637"/>
                  </a:cubicBezTo>
                  <a:cubicBezTo>
                    <a:pt x="1694" y="4648"/>
                    <a:pt x="1683" y="4671"/>
                    <a:pt x="1694" y="4705"/>
                  </a:cubicBezTo>
                  <a:cubicBezTo>
                    <a:pt x="1694" y="4724"/>
                    <a:pt x="1717" y="4742"/>
                    <a:pt x="1738" y="4742"/>
                  </a:cubicBezTo>
                  <a:cubicBezTo>
                    <a:pt x="1743" y="4742"/>
                    <a:pt x="1747" y="4741"/>
                    <a:pt x="1752" y="4739"/>
                  </a:cubicBezTo>
                  <a:cubicBezTo>
                    <a:pt x="1752" y="4739"/>
                    <a:pt x="1754" y="4739"/>
                    <a:pt x="1759" y="4739"/>
                  </a:cubicBezTo>
                  <a:cubicBezTo>
                    <a:pt x="1795" y="4739"/>
                    <a:pt x="1950" y="4756"/>
                    <a:pt x="2149" y="5035"/>
                  </a:cubicBezTo>
                  <a:cubicBezTo>
                    <a:pt x="2172" y="5080"/>
                    <a:pt x="2206" y="5137"/>
                    <a:pt x="2104" y="5217"/>
                  </a:cubicBezTo>
                  <a:cubicBezTo>
                    <a:pt x="1980" y="5317"/>
                    <a:pt x="1720" y="5383"/>
                    <a:pt x="1458" y="5383"/>
                  </a:cubicBezTo>
                  <a:cubicBezTo>
                    <a:pt x="1213" y="5383"/>
                    <a:pt x="968" y="5325"/>
                    <a:pt x="830" y="5183"/>
                  </a:cubicBezTo>
                  <a:cubicBezTo>
                    <a:pt x="762" y="5115"/>
                    <a:pt x="739" y="5057"/>
                    <a:pt x="762" y="4989"/>
                  </a:cubicBezTo>
                  <a:cubicBezTo>
                    <a:pt x="819" y="4762"/>
                    <a:pt x="1342" y="4557"/>
                    <a:pt x="1535" y="4501"/>
                  </a:cubicBezTo>
                  <a:cubicBezTo>
                    <a:pt x="1570" y="4489"/>
                    <a:pt x="1581" y="4466"/>
                    <a:pt x="1581" y="4433"/>
                  </a:cubicBezTo>
                  <a:cubicBezTo>
                    <a:pt x="1570" y="4410"/>
                    <a:pt x="1547" y="4387"/>
                    <a:pt x="1524" y="4387"/>
                  </a:cubicBezTo>
                  <a:cubicBezTo>
                    <a:pt x="1524" y="4387"/>
                    <a:pt x="1518" y="4388"/>
                    <a:pt x="1506" y="4388"/>
                  </a:cubicBezTo>
                  <a:cubicBezTo>
                    <a:pt x="1436" y="4388"/>
                    <a:pt x="1157" y="4371"/>
                    <a:pt x="729" y="4137"/>
                  </a:cubicBezTo>
                  <a:cubicBezTo>
                    <a:pt x="421" y="3966"/>
                    <a:pt x="206" y="3705"/>
                    <a:pt x="148" y="3443"/>
                  </a:cubicBezTo>
                  <a:cubicBezTo>
                    <a:pt x="103" y="3216"/>
                    <a:pt x="171" y="3000"/>
                    <a:pt x="342" y="2795"/>
                  </a:cubicBezTo>
                  <a:cubicBezTo>
                    <a:pt x="562" y="2522"/>
                    <a:pt x="888" y="2457"/>
                    <a:pt x="1149" y="2457"/>
                  </a:cubicBezTo>
                  <a:cubicBezTo>
                    <a:pt x="1386" y="2457"/>
                    <a:pt x="1570" y="2511"/>
                    <a:pt x="1570" y="2511"/>
                  </a:cubicBezTo>
                  <a:cubicBezTo>
                    <a:pt x="1576" y="2514"/>
                    <a:pt x="1583" y="2516"/>
                    <a:pt x="1590" y="2516"/>
                  </a:cubicBezTo>
                  <a:cubicBezTo>
                    <a:pt x="1605" y="2516"/>
                    <a:pt x="1618" y="2508"/>
                    <a:pt x="1626" y="2500"/>
                  </a:cubicBezTo>
                  <a:cubicBezTo>
                    <a:pt x="1638" y="2477"/>
                    <a:pt x="1649" y="2465"/>
                    <a:pt x="1638" y="2443"/>
                  </a:cubicBezTo>
                  <a:cubicBezTo>
                    <a:pt x="1558" y="2204"/>
                    <a:pt x="1444" y="1931"/>
                    <a:pt x="1444" y="1931"/>
                  </a:cubicBezTo>
                  <a:cubicBezTo>
                    <a:pt x="1342" y="1419"/>
                    <a:pt x="1411" y="942"/>
                    <a:pt x="1649" y="590"/>
                  </a:cubicBezTo>
                  <a:cubicBezTo>
                    <a:pt x="1831" y="328"/>
                    <a:pt x="2081" y="169"/>
                    <a:pt x="2376" y="123"/>
                  </a:cubicBezTo>
                  <a:cubicBezTo>
                    <a:pt x="2410" y="118"/>
                    <a:pt x="2443" y="115"/>
                    <a:pt x="2476" y="115"/>
                  </a:cubicBezTo>
                  <a:close/>
                  <a:moveTo>
                    <a:pt x="2469" y="0"/>
                  </a:moveTo>
                  <a:cubicBezTo>
                    <a:pt x="2431" y="0"/>
                    <a:pt x="2393" y="3"/>
                    <a:pt x="2354" y="10"/>
                  </a:cubicBezTo>
                  <a:cubicBezTo>
                    <a:pt x="2035" y="67"/>
                    <a:pt x="1763" y="249"/>
                    <a:pt x="1570" y="533"/>
                  </a:cubicBezTo>
                  <a:cubicBezTo>
                    <a:pt x="1308" y="908"/>
                    <a:pt x="1229" y="1409"/>
                    <a:pt x="1342" y="1965"/>
                  </a:cubicBezTo>
                  <a:cubicBezTo>
                    <a:pt x="1342" y="1965"/>
                    <a:pt x="1422" y="2170"/>
                    <a:pt x="1502" y="2386"/>
                  </a:cubicBezTo>
                  <a:cubicBezTo>
                    <a:pt x="1419" y="2366"/>
                    <a:pt x="1291" y="2345"/>
                    <a:pt x="1142" y="2345"/>
                  </a:cubicBezTo>
                  <a:cubicBezTo>
                    <a:pt x="860" y="2345"/>
                    <a:pt x="504" y="2422"/>
                    <a:pt x="251" y="2727"/>
                  </a:cubicBezTo>
                  <a:cubicBezTo>
                    <a:pt x="69" y="2955"/>
                    <a:pt x="1" y="3205"/>
                    <a:pt x="46" y="3466"/>
                  </a:cubicBezTo>
                  <a:cubicBezTo>
                    <a:pt x="103" y="3761"/>
                    <a:pt x="342" y="4046"/>
                    <a:pt x="683" y="4228"/>
                  </a:cubicBezTo>
                  <a:cubicBezTo>
                    <a:pt x="944" y="4375"/>
                    <a:pt x="1149" y="4443"/>
                    <a:pt x="1297" y="4466"/>
                  </a:cubicBezTo>
                  <a:cubicBezTo>
                    <a:pt x="1058" y="4569"/>
                    <a:pt x="717" y="4739"/>
                    <a:pt x="660" y="4966"/>
                  </a:cubicBezTo>
                  <a:cubicBezTo>
                    <a:pt x="626" y="5069"/>
                    <a:pt x="660" y="5160"/>
                    <a:pt x="751" y="5262"/>
                  </a:cubicBezTo>
                  <a:cubicBezTo>
                    <a:pt x="910" y="5421"/>
                    <a:pt x="1183" y="5489"/>
                    <a:pt x="1456" y="5489"/>
                  </a:cubicBezTo>
                  <a:cubicBezTo>
                    <a:pt x="1740" y="5489"/>
                    <a:pt x="2025" y="5421"/>
                    <a:pt x="2172" y="5297"/>
                  </a:cubicBezTo>
                  <a:cubicBezTo>
                    <a:pt x="2297" y="5206"/>
                    <a:pt x="2308" y="5080"/>
                    <a:pt x="2240" y="4978"/>
                  </a:cubicBezTo>
                  <a:cubicBezTo>
                    <a:pt x="2115" y="4807"/>
                    <a:pt x="2002" y="4716"/>
                    <a:pt x="1922" y="4671"/>
                  </a:cubicBezTo>
                  <a:cubicBezTo>
                    <a:pt x="2161" y="4569"/>
                    <a:pt x="2616" y="4353"/>
                    <a:pt x="2707" y="4148"/>
                  </a:cubicBezTo>
                  <a:cubicBezTo>
                    <a:pt x="2729" y="4091"/>
                    <a:pt x="2740" y="4046"/>
                    <a:pt x="2718" y="4001"/>
                  </a:cubicBezTo>
                  <a:cubicBezTo>
                    <a:pt x="2672" y="3875"/>
                    <a:pt x="2558" y="3773"/>
                    <a:pt x="2434" y="3682"/>
                  </a:cubicBezTo>
                  <a:lnTo>
                    <a:pt x="2434" y="3682"/>
                  </a:lnTo>
                  <a:cubicBezTo>
                    <a:pt x="2590" y="3713"/>
                    <a:pt x="2776" y="3740"/>
                    <a:pt x="2965" y="3740"/>
                  </a:cubicBezTo>
                  <a:cubicBezTo>
                    <a:pt x="3190" y="3740"/>
                    <a:pt x="3419" y="3702"/>
                    <a:pt x="3604" y="3591"/>
                  </a:cubicBezTo>
                  <a:cubicBezTo>
                    <a:pt x="4173" y="3250"/>
                    <a:pt x="3707" y="1874"/>
                    <a:pt x="3695" y="1829"/>
                  </a:cubicBezTo>
                  <a:lnTo>
                    <a:pt x="3559" y="919"/>
                  </a:lnTo>
                  <a:lnTo>
                    <a:pt x="3559" y="908"/>
                  </a:lnTo>
                  <a:cubicBezTo>
                    <a:pt x="3537" y="865"/>
                    <a:pt x="3110" y="0"/>
                    <a:pt x="2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8324;p113">
              <a:extLst>
                <a:ext uri="{FF2B5EF4-FFF2-40B4-BE49-F238E27FC236}">
                  <a16:creationId xmlns:a16="http://schemas.microsoft.com/office/drawing/2014/main" id="{DA2B388E-53BF-60E7-B5E2-0F035315F2CD}"/>
                </a:ext>
              </a:extLst>
            </p:cNvPr>
            <p:cNvSpPr/>
            <p:nvPr/>
          </p:nvSpPr>
          <p:spPr>
            <a:xfrm>
              <a:off x="3006975" y="3057275"/>
              <a:ext cx="120800" cy="169450"/>
            </a:xfrm>
            <a:custGeom>
              <a:avLst/>
              <a:gdLst/>
              <a:ahLst/>
              <a:cxnLst/>
              <a:rect l="l" t="t" r="r" b="b"/>
              <a:pathLst>
                <a:path w="4832" h="6778" extrusionOk="0">
                  <a:moveTo>
                    <a:pt x="4453" y="1"/>
                  </a:moveTo>
                  <a:cubicBezTo>
                    <a:pt x="4290" y="1"/>
                    <a:pt x="4043" y="70"/>
                    <a:pt x="3763" y="135"/>
                  </a:cubicBezTo>
                  <a:cubicBezTo>
                    <a:pt x="3262" y="237"/>
                    <a:pt x="2558" y="214"/>
                    <a:pt x="2035" y="430"/>
                  </a:cubicBezTo>
                  <a:cubicBezTo>
                    <a:pt x="1512" y="646"/>
                    <a:pt x="648" y="999"/>
                    <a:pt x="329" y="2181"/>
                  </a:cubicBezTo>
                  <a:cubicBezTo>
                    <a:pt x="0" y="3363"/>
                    <a:pt x="761" y="4397"/>
                    <a:pt x="1273" y="4705"/>
                  </a:cubicBezTo>
                  <a:cubicBezTo>
                    <a:pt x="1796" y="5011"/>
                    <a:pt x="2888" y="5114"/>
                    <a:pt x="2888" y="5114"/>
                  </a:cubicBezTo>
                  <a:cubicBezTo>
                    <a:pt x="2888" y="5114"/>
                    <a:pt x="2979" y="5807"/>
                    <a:pt x="2979" y="6194"/>
                  </a:cubicBezTo>
                  <a:cubicBezTo>
                    <a:pt x="2979" y="6580"/>
                    <a:pt x="3080" y="6751"/>
                    <a:pt x="3365" y="6774"/>
                  </a:cubicBezTo>
                  <a:cubicBezTo>
                    <a:pt x="3391" y="6776"/>
                    <a:pt x="3418" y="6777"/>
                    <a:pt x="3446" y="6777"/>
                  </a:cubicBezTo>
                  <a:cubicBezTo>
                    <a:pt x="3716" y="6777"/>
                    <a:pt x="4020" y="6668"/>
                    <a:pt x="3865" y="6296"/>
                  </a:cubicBezTo>
                  <a:cubicBezTo>
                    <a:pt x="3694" y="5887"/>
                    <a:pt x="3411" y="4659"/>
                    <a:pt x="3490" y="3670"/>
                  </a:cubicBezTo>
                  <a:cubicBezTo>
                    <a:pt x="3581" y="2669"/>
                    <a:pt x="4229" y="1795"/>
                    <a:pt x="4536" y="1272"/>
                  </a:cubicBezTo>
                  <a:cubicBezTo>
                    <a:pt x="4831" y="760"/>
                    <a:pt x="4661" y="146"/>
                    <a:pt x="4661" y="146"/>
                  </a:cubicBezTo>
                  <a:cubicBezTo>
                    <a:pt x="4651" y="39"/>
                    <a:pt x="4575" y="1"/>
                    <a:pt x="44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8325;p113">
              <a:extLst>
                <a:ext uri="{FF2B5EF4-FFF2-40B4-BE49-F238E27FC236}">
                  <a16:creationId xmlns:a16="http://schemas.microsoft.com/office/drawing/2014/main" id="{109C50D3-75D4-F067-A225-2B9E06EF49C0}"/>
                </a:ext>
              </a:extLst>
            </p:cNvPr>
            <p:cNvSpPr/>
            <p:nvPr/>
          </p:nvSpPr>
          <p:spPr>
            <a:xfrm>
              <a:off x="3005825" y="3055975"/>
              <a:ext cx="123075" cy="172075"/>
            </a:xfrm>
            <a:custGeom>
              <a:avLst/>
              <a:gdLst/>
              <a:ahLst/>
              <a:cxnLst/>
              <a:rect l="l" t="t" r="r" b="b"/>
              <a:pathLst>
                <a:path w="4923" h="6883" extrusionOk="0">
                  <a:moveTo>
                    <a:pt x="4503" y="107"/>
                  </a:moveTo>
                  <a:cubicBezTo>
                    <a:pt x="4548" y="107"/>
                    <a:pt x="4593" y="119"/>
                    <a:pt x="4616" y="129"/>
                  </a:cubicBezTo>
                  <a:cubicBezTo>
                    <a:pt x="4627" y="141"/>
                    <a:pt x="4650" y="164"/>
                    <a:pt x="4650" y="209"/>
                  </a:cubicBezTo>
                  <a:lnTo>
                    <a:pt x="4650" y="220"/>
                  </a:lnTo>
                  <a:cubicBezTo>
                    <a:pt x="4662" y="220"/>
                    <a:pt x="4821" y="812"/>
                    <a:pt x="4536" y="1301"/>
                  </a:cubicBezTo>
                  <a:cubicBezTo>
                    <a:pt x="4480" y="1380"/>
                    <a:pt x="4422" y="1471"/>
                    <a:pt x="4366" y="1574"/>
                  </a:cubicBezTo>
                  <a:cubicBezTo>
                    <a:pt x="4048" y="2085"/>
                    <a:pt x="3558" y="2870"/>
                    <a:pt x="3490" y="3711"/>
                  </a:cubicBezTo>
                  <a:cubicBezTo>
                    <a:pt x="3399" y="4745"/>
                    <a:pt x="3695" y="5973"/>
                    <a:pt x="3854" y="6371"/>
                  </a:cubicBezTo>
                  <a:cubicBezTo>
                    <a:pt x="3911" y="6485"/>
                    <a:pt x="3911" y="6587"/>
                    <a:pt x="3866" y="6644"/>
                  </a:cubicBezTo>
                  <a:cubicBezTo>
                    <a:pt x="3798" y="6740"/>
                    <a:pt x="3641" y="6771"/>
                    <a:pt x="3491" y="6771"/>
                  </a:cubicBezTo>
                  <a:cubicBezTo>
                    <a:pt x="3464" y="6771"/>
                    <a:pt x="3437" y="6770"/>
                    <a:pt x="3411" y="6769"/>
                  </a:cubicBezTo>
                  <a:cubicBezTo>
                    <a:pt x="3207" y="6758"/>
                    <a:pt x="3081" y="6667"/>
                    <a:pt x="3081" y="6246"/>
                  </a:cubicBezTo>
                  <a:cubicBezTo>
                    <a:pt x="3081" y="5859"/>
                    <a:pt x="2990" y="5189"/>
                    <a:pt x="2990" y="5154"/>
                  </a:cubicBezTo>
                  <a:cubicBezTo>
                    <a:pt x="2990" y="5132"/>
                    <a:pt x="2967" y="5109"/>
                    <a:pt x="2945" y="5109"/>
                  </a:cubicBezTo>
                  <a:cubicBezTo>
                    <a:pt x="2934" y="5109"/>
                    <a:pt x="1853" y="5007"/>
                    <a:pt x="1353" y="4711"/>
                  </a:cubicBezTo>
                  <a:cubicBezTo>
                    <a:pt x="865" y="4427"/>
                    <a:pt x="102" y="3415"/>
                    <a:pt x="421" y="2244"/>
                  </a:cubicBezTo>
                  <a:cubicBezTo>
                    <a:pt x="739" y="1096"/>
                    <a:pt x="1580" y="743"/>
                    <a:pt x="2081" y="539"/>
                  </a:cubicBezTo>
                  <a:lnTo>
                    <a:pt x="2103" y="539"/>
                  </a:lnTo>
                  <a:cubicBezTo>
                    <a:pt x="2422" y="402"/>
                    <a:pt x="2808" y="357"/>
                    <a:pt x="3195" y="323"/>
                  </a:cubicBezTo>
                  <a:cubicBezTo>
                    <a:pt x="3411" y="300"/>
                    <a:pt x="3627" y="278"/>
                    <a:pt x="3820" y="232"/>
                  </a:cubicBezTo>
                  <a:cubicBezTo>
                    <a:pt x="3877" y="220"/>
                    <a:pt x="3945" y="209"/>
                    <a:pt x="4013" y="187"/>
                  </a:cubicBezTo>
                  <a:cubicBezTo>
                    <a:pt x="4195" y="152"/>
                    <a:pt x="4377" y="107"/>
                    <a:pt x="4503" y="107"/>
                  </a:cubicBezTo>
                  <a:close/>
                  <a:moveTo>
                    <a:pt x="4487" y="0"/>
                  </a:moveTo>
                  <a:cubicBezTo>
                    <a:pt x="4359" y="0"/>
                    <a:pt x="4192" y="36"/>
                    <a:pt x="3990" y="84"/>
                  </a:cubicBezTo>
                  <a:cubicBezTo>
                    <a:pt x="3922" y="96"/>
                    <a:pt x="3854" y="119"/>
                    <a:pt x="3798" y="129"/>
                  </a:cubicBezTo>
                  <a:cubicBezTo>
                    <a:pt x="3616" y="164"/>
                    <a:pt x="3399" y="187"/>
                    <a:pt x="3184" y="209"/>
                  </a:cubicBezTo>
                  <a:cubicBezTo>
                    <a:pt x="2797" y="255"/>
                    <a:pt x="2388" y="300"/>
                    <a:pt x="2058" y="437"/>
                  </a:cubicBezTo>
                  <a:lnTo>
                    <a:pt x="2035" y="437"/>
                  </a:lnTo>
                  <a:cubicBezTo>
                    <a:pt x="1524" y="652"/>
                    <a:pt x="648" y="1016"/>
                    <a:pt x="319" y="2221"/>
                  </a:cubicBezTo>
                  <a:cubicBezTo>
                    <a:pt x="1" y="3404"/>
                    <a:pt x="705" y="4461"/>
                    <a:pt x="1297" y="4802"/>
                  </a:cubicBezTo>
                  <a:cubicBezTo>
                    <a:pt x="1762" y="5075"/>
                    <a:pt x="2684" y="5189"/>
                    <a:pt x="2888" y="5212"/>
                  </a:cubicBezTo>
                  <a:cubicBezTo>
                    <a:pt x="2911" y="5371"/>
                    <a:pt x="2967" y="5916"/>
                    <a:pt x="2967" y="6246"/>
                  </a:cubicBezTo>
                  <a:cubicBezTo>
                    <a:pt x="2967" y="6541"/>
                    <a:pt x="3025" y="6849"/>
                    <a:pt x="3411" y="6882"/>
                  </a:cubicBezTo>
                  <a:lnTo>
                    <a:pt x="3490" y="6882"/>
                  </a:lnTo>
                  <a:cubicBezTo>
                    <a:pt x="3627" y="6882"/>
                    <a:pt x="3843" y="6860"/>
                    <a:pt x="3945" y="6712"/>
                  </a:cubicBezTo>
                  <a:cubicBezTo>
                    <a:pt x="4025" y="6609"/>
                    <a:pt x="4025" y="6485"/>
                    <a:pt x="3957" y="6326"/>
                  </a:cubicBezTo>
                  <a:cubicBezTo>
                    <a:pt x="3786" y="5916"/>
                    <a:pt x="3513" y="4689"/>
                    <a:pt x="3593" y="3722"/>
                  </a:cubicBezTo>
                  <a:cubicBezTo>
                    <a:pt x="3661" y="2903"/>
                    <a:pt x="4127" y="2165"/>
                    <a:pt x="4457" y="1619"/>
                  </a:cubicBezTo>
                  <a:lnTo>
                    <a:pt x="4627" y="1346"/>
                  </a:lnTo>
                  <a:cubicBezTo>
                    <a:pt x="4923" y="834"/>
                    <a:pt x="4775" y="255"/>
                    <a:pt x="4764" y="198"/>
                  </a:cubicBezTo>
                  <a:cubicBezTo>
                    <a:pt x="4753" y="129"/>
                    <a:pt x="4730" y="84"/>
                    <a:pt x="4684" y="50"/>
                  </a:cubicBezTo>
                  <a:cubicBezTo>
                    <a:pt x="4635" y="15"/>
                    <a:pt x="4569" y="0"/>
                    <a:pt x="44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8326;p113">
              <a:extLst>
                <a:ext uri="{FF2B5EF4-FFF2-40B4-BE49-F238E27FC236}">
                  <a16:creationId xmlns:a16="http://schemas.microsoft.com/office/drawing/2014/main" id="{4438F3DF-36C4-C7F5-386F-D90DBE6DEC91}"/>
                </a:ext>
              </a:extLst>
            </p:cNvPr>
            <p:cNvSpPr/>
            <p:nvPr/>
          </p:nvSpPr>
          <p:spPr>
            <a:xfrm>
              <a:off x="3066400" y="3133150"/>
              <a:ext cx="20450" cy="22700"/>
            </a:xfrm>
            <a:custGeom>
              <a:avLst/>
              <a:gdLst/>
              <a:ahLst/>
              <a:cxnLst/>
              <a:rect l="l" t="t" r="r" b="b"/>
              <a:pathLst>
                <a:path w="818" h="908" extrusionOk="0">
                  <a:moveTo>
                    <a:pt x="425" y="1"/>
                  </a:moveTo>
                  <a:cubicBezTo>
                    <a:pt x="192" y="1"/>
                    <a:pt x="0" y="154"/>
                    <a:pt x="44" y="374"/>
                  </a:cubicBezTo>
                  <a:cubicBezTo>
                    <a:pt x="112" y="715"/>
                    <a:pt x="522" y="908"/>
                    <a:pt x="522" y="908"/>
                  </a:cubicBezTo>
                  <a:lnTo>
                    <a:pt x="715" y="135"/>
                  </a:lnTo>
                  <a:lnTo>
                    <a:pt x="817" y="157"/>
                  </a:lnTo>
                  <a:cubicBezTo>
                    <a:pt x="696" y="48"/>
                    <a:pt x="554" y="1"/>
                    <a:pt x="4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8327;p113">
              <a:extLst>
                <a:ext uri="{FF2B5EF4-FFF2-40B4-BE49-F238E27FC236}">
                  <a16:creationId xmlns:a16="http://schemas.microsoft.com/office/drawing/2014/main" id="{C5EDAC90-B66E-93C7-BEA2-F312FF7C8210}"/>
                </a:ext>
              </a:extLst>
            </p:cNvPr>
            <p:cNvSpPr/>
            <p:nvPr/>
          </p:nvSpPr>
          <p:spPr>
            <a:xfrm>
              <a:off x="3065500" y="3131850"/>
              <a:ext cx="23050" cy="25450"/>
            </a:xfrm>
            <a:custGeom>
              <a:avLst/>
              <a:gdLst/>
              <a:ahLst/>
              <a:cxnLst/>
              <a:rect l="l" t="t" r="r" b="b"/>
              <a:pathLst>
                <a:path w="922" h="1018" extrusionOk="0">
                  <a:moveTo>
                    <a:pt x="456" y="108"/>
                  </a:moveTo>
                  <a:cubicBezTo>
                    <a:pt x="535" y="108"/>
                    <a:pt x="615" y="130"/>
                    <a:pt x="706" y="164"/>
                  </a:cubicBezTo>
                  <a:lnTo>
                    <a:pt x="694" y="176"/>
                  </a:lnTo>
                  <a:lnTo>
                    <a:pt x="524" y="881"/>
                  </a:lnTo>
                  <a:cubicBezTo>
                    <a:pt x="410" y="823"/>
                    <a:pt x="183" y="653"/>
                    <a:pt x="137" y="414"/>
                  </a:cubicBezTo>
                  <a:cubicBezTo>
                    <a:pt x="115" y="312"/>
                    <a:pt x="160" y="209"/>
                    <a:pt x="251" y="153"/>
                  </a:cubicBezTo>
                  <a:cubicBezTo>
                    <a:pt x="307" y="130"/>
                    <a:pt x="376" y="108"/>
                    <a:pt x="456" y="108"/>
                  </a:cubicBezTo>
                  <a:close/>
                  <a:moveTo>
                    <a:pt x="455" y="0"/>
                  </a:moveTo>
                  <a:cubicBezTo>
                    <a:pt x="359" y="0"/>
                    <a:pt x="271" y="24"/>
                    <a:pt x="206" y="62"/>
                  </a:cubicBezTo>
                  <a:cubicBezTo>
                    <a:pt x="69" y="141"/>
                    <a:pt x="1" y="278"/>
                    <a:pt x="24" y="437"/>
                  </a:cubicBezTo>
                  <a:cubicBezTo>
                    <a:pt x="103" y="801"/>
                    <a:pt x="512" y="1005"/>
                    <a:pt x="535" y="1017"/>
                  </a:cubicBezTo>
                  <a:lnTo>
                    <a:pt x="580" y="1017"/>
                  </a:lnTo>
                  <a:cubicBezTo>
                    <a:pt x="592" y="1005"/>
                    <a:pt x="603" y="994"/>
                    <a:pt x="603" y="982"/>
                  </a:cubicBezTo>
                  <a:lnTo>
                    <a:pt x="797" y="232"/>
                  </a:lnTo>
                  <a:cubicBezTo>
                    <a:pt x="808" y="232"/>
                    <a:pt x="820" y="244"/>
                    <a:pt x="820" y="255"/>
                  </a:cubicBezTo>
                  <a:cubicBezTo>
                    <a:pt x="829" y="260"/>
                    <a:pt x="840" y="263"/>
                    <a:pt x="852" y="263"/>
                  </a:cubicBezTo>
                  <a:cubicBezTo>
                    <a:pt x="869" y="263"/>
                    <a:pt x="885" y="257"/>
                    <a:pt x="899" y="244"/>
                  </a:cubicBezTo>
                  <a:cubicBezTo>
                    <a:pt x="921" y="221"/>
                    <a:pt x="910" y="187"/>
                    <a:pt x="888" y="176"/>
                  </a:cubicBezTo>
                  <a:cubicBezTo>
                    <a:pt x="747" y="49"/>
                    <a:pt x="592"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8328;p113">
              <a:extLst>
                <a:ext uri="{FF2B5EF4-FFF2-40B4-BE49-F238E27FC236}">
                  <a16:creationId xmlns:a16="http://schemas.microsoft.com/office/drawing/2014/main" id="{4C50828E-6D6D-B797-AC26-4ED3AAAAD820}"/>
                </a:ext>
              </a:extLst>
            </p:cNvPr>
            <p:cNvSpPr/>
            <p:nvPr/>
          </p:nvSpPr>
          <p:spPr>
            <a:xfrm>
              <a:off x="3233200" y="3166000"/>
              <a:ext cx="9675" cy="3225"/>
            </a:xfrm>
            <a:custGeom>
              <a:avLst/>
              <a:gdLst/>
              <a:ahLst/>
              <a:cxnLst/>
              <a:rect l="l" t="t" r="r" b="b"/>
              <a:pathLst>
                <a:path w="387" h="129" extrusionOk="0">
                  <a:moveTo>
                    <a:pt x="346" y="0"/>
                  </a:moveTo>
                  <a:cubicBezTo>
                    <a:pt x="341" y="0"/>
                    <a:pt x="336" y="1"/>
                    <a:pt x="330" y="3"/>
                  </a:cubicBezTo>
                  <a:lnTo>
                    <a:pt x="46" y="26"/>
                  </a:lnTo>
                  <a:cubicBezTo>
                    <a:pt x="23" y="26"/>
                    <a:pt x="0" y="48"/>
                    <a:pt x="0" y="83"/>
                  </a:cubicBezTo>
                  <a:cubicBezTo>
                    <a:pt x="0" y="106"/>
                    <a:pt x="23" y="128"/>
                    <a:pt x="57" y="128"/>
                  </a:cubicBezTo>
                  <a:lnTo>
                    <a:pt x="341" y="106"/>
                  </a:lnTo>
                  <a:cubicBezTo>
                    <a:pt x="364" y="106"/>
                    <a:pt x="387" y="71"/>
                    <a:pt x="387" y="48"/>
                  </a:cubicBezTo>
                  <a:cubicBezTo>
                    <a:pt x="387" y="21"/>
                    <a:pt x="371" y="0"/>
                    <a:pt x="3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8329;p113">
              <a:extLst>
                <a:ext uri="{FF2B5EF4-FFF2-40B4-BE49-F238E27FC236}">
                  <a16:creationId xmlns:a16="http://schemas.microsoft.com/office/drawing/2014/main" id="{E75A016E-9F10-4942-9C4C-6C07198DBB33}"/>
                </a:ext>
              </a:extLst>
            </p:cNvPr>
            <p:cNvSpPr/>
            <p:nvPr/>
          </p:nvSpPr>
          <p:spPr>
            <a:xfrm>
              <a:off x="3185450" y="3043850"/>
              <a:ext cx="185325" cy="133025"/>
            </a:xfrm>
            <a:custGeom>
              <a:avLst/>
              <a:gdLst/>
              <a:ahLst/>
              <a:cxnLst/>
              <a:rect l="l" t="t" r="r" b="b"/>
              <a:pathLst>
                <a:path w="7413" h="5321" extrusionOk="0">
                  <a:moveTo>
                    <a:pt x="6435" y="1"/>
                  </a:moveTo>
                  <a:lnTo>
                    <a:pt x="0" y="3105"/>
                  </a:lnTo>
                  <a:lnTo>
                    <a:pt x="228" y="4310"/>
                  </a:lnTo>
                  <a:lnTo>
                    <a:pt x="7413" y="5321"/>
                  </a:lnTo>
                  <a:lnTo>
                    <a:pt x="7413" y="5321"/>
                  </a:lnTo>
                  <a:lnTo>
                    <a:pt x="64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8330;p113">
              <a:extLst>
                <a:ext uri="{FF2B5EF4-FFF2-40B4-BE49-F238E27FC236}">
                  <a16:creationId xmlns:a16="http://schemas.microsoft.com/office/drawing/2014/main" id="{ED55C275-19F1-EA42-932C-C1AC8501307B}"/>
                </a:ext>
              </a:extLst>
            </p:cNvPr>
            <p:cNvSpPr/>
            <p:nvPr/>
          </p:nvSpPr>
          <p:spPr>
            <a:xfrm>
              <a:off x="3184025" y="3042500"/>
              <a:ext cx="188175" cy="135825"/>
            </a:xfrm>
            <a:custGeom>
              <a:avLst/>
              <a:gdLst/>
              <a:ahLst/>
              <a:cxnLst/>
              <a:rect l="l" t="t" r="r" b="b"/>
              <a:pathLst>
                <a:path w="7527" h="5433" extrusionOk="0">
                  <a:moveTo>
                    <a:pt x="6457" y="135"/>
                  </a:moveTo>
                  <a:lnTo>
                    <a:pt x="7412" y="5307"/>
                  </a:lnTo>
                  <a:lnTo>
                    <a:pt x="330" y="4318"/>
                  </a:lnTo>
                  <a:lnTo>
                    <a:pt x="126" y="3181"/>
                  </a:lnTo>
                  <a:lnTo>
                    <a:pt x="6457" y="135"/>
                  </a:lnTo>
                  <a:close/>
                  <a:moveTo>
                    <a:pt x="6497" y="1"/>
                  </a:moveTo>
                  <a:cubicBezTo>
                    <a:pt x="6489" y="1"/>
                    <a:pt x="6481" y="4"/>
                    <a:pt x="6469" y="9"/>
                  </a:cubicBezTo>
                  <a:lnTo>
                    <a:pt x="35" y="3101"/>
                  </a:lnTo>
                  <a:cubicBezTo>
                    <a:pt x="23" y="3113"/>
                    <a:pt x="0" y="3136"/>
                    <a:pt x="12" y="3159"/>
                  </a:cubicBezTo>
                  <a:lnTo>
                    <a:pt x="228" y="4375"/>
                  </a:lnTo>
                  <a:cubicBezTo>
                    <a:pt x="239" y="4397"/>
                    <a:pt x="250" y="4420"/>
                    <a:pt x="273" y="4420"/>
                  </a:cubicBezTo>
                  <a:lnTo>
                    <a:pt x="7470" y="5432"/>
                  </a:lnTo>
                  <a:cubicBezTo>
                    <a:pt x="7492" y="5432"/>
                    <a:pt x="7503" y="5420"/>
                    <a:pt x="7515" y="5410"/>
                  </a:cubicBezTo>
                  <a:cubicBezTo>
                    <a:pt x="7526" y="5398"/>
                    <a:pt x="7526" y="5387"/>
                    <a:pt x="7526" y="5364"/>
                  </a:cubicBezTo>
                  <a:lnTo>
                    <a:pt x="6548" y="44"/>
                  </a:lnTo>
                  <a:cubicBezTo>
                    <a:pt x="6548" y="32"/>
                    <a:pt x="6538" y="21"/>
                    <a:pt x="6526" y="9"/>
                  </a:cubicBezTo>
                  <a:cubicBezTo>
                    <a:pt x="6514" y="4"/>
                    <a:pt x="6506" y="1"/>
                    <a:pt x="6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8331;p113">
              <a:extLst>
                <a:ext uri="{FF2B5EF4-FFF2-40B4-BE49-F238E27FC236}">
                  <a16:creationId xmlns:a16="http://schemas.microsoft.com/office/drawing/2014/main" id="{EA58B173-FD84-6625-974A-BA036E1E733F}"/>
                </a:ext>
              </a:extLst>
            </p:cNvPr>
            <p:cNvSpPr/>
            <p:nvPr/>
          </p:nvSpPr>
          <p:spPr>
            <a:xfrm>
              <a:off x="3158725" y="3121450"/>
              <a:ext cx="32425" cy="34975"/>
            </a:xfrm>
            <a:custGeom>
              <a:avLst/>
              <a:gdLst/>
              <a:ahLst/>
              <a:cxnLst/>
              <a:rect l="l" t="t" r="r" b="b"/>
              <a:pathLst>
                <a:path w="1297" h="1399" extrusionOk="0">
                  <a:moveTo>
                    <a:pt x="1069" y="1"/>
                  </a:moveTo>
                  <a:lnTo>
                    <a:pt x="1" y="193"/>
                  </a:lnTo>
                  <a:lnTo>
                    <a:pt x="228" y="1398"/>
                  </a:lnTo>
                  <a:lnTo>
                    <a:pt x="1297" y="1206"/>
                  </a:lnTo>
                  <a:lnTo>
                    <a:pt x="10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8332;p113">
              <a:extLst>
                <a:ext uri="{FF2B5EF4-FFF2-40B4-BE49-F238E27FC236}">
                  <a16:creationId xmlns:a16="http://schemas.microsoft.com/office/drawing/2014/main" id="{525858C5-29B8-FF94-1A36-735A05328229}"/>
                </a:ext>
              </a:extLst>
            </p:cNvPr>
            <p:cNvSpPr/>
            <p:nvPr/>
          </p:nvSpPr>
          <p:spPr>
            <a:xfrm>
              <a:off x="3157600" y="3120025"/>
              <a:ext cx="34975" cy="37825"/>
            </a:xfrm>
            <a:custGeom>
              <a:avLst/>
              <a:gdLst/>
              <a:ahLst/>
              <a:cxnLst/>
              <a:rect l="l" t="t" r="r" b="b"/>
              <a:pathLst>
                <a:path w="1399" h="1513" extrusionOk="0">
                  <a:moveTo>
                    <a:pt x="1080" y="114"/>
                  </a:moveTo>
                  <a:lnTo>
                    <a:pt x="1274" y="1217"/>
                  </a:lnTo>
                  <a:lnTo>
                    <a:pt x="319" y="1399"/>
                  </a:lnTo>
                  <a:lnTo>
                    <a:pt x="114" y="296"/>
                  </a:lnTo>
                  <a:lnTo>
                    <a:pt x="1080" y="114"/>
                  </a:lnTo>
                  <a:close/>
                  <a:moveTo>
                    <a:pt x="1114" y="0"/>
                  </a:moveTo>
                  <a:lnTo>
                    <a:pt x="46" y="194"/>
                  </a:lnTo>
                  <a:cubicBezTo>
                    <a:pt x="23" y="194"/>
                    <a:pt x="11" y="205"/>
                    <a:pt x="11" y="217"/>
                  </a:cubicBezTo>
                  <a:cubicBezTo>
                    <a:pt x="0" y="228"/>
                    <a:pt x="0" y="239"/>
                    <a:pt x="0" y="262"/>
                  </a:cubicBezTo>
                  <a:lnTo>
                    <a:pt x="216" y="1467"/>
                  </a:lnTo>
                  <a:cubicBezTo>
                    <a:pt x="228" y="1490"/>
                    <a:pt x="250" y="1513"/>
                    <a:pt x="273" y="1513"/>
                  </a:cubicBezTo>
                  <a:lnTo>
                    <a:pt x="284" y="1513"/>
                  </a:lnTo>
                  <a:lnTo>
                    <a:pt x="1353" y="1319"/>
                  </a:lnTo>
                  <a:cubicBezTo>
                    <a:pt x="1376" y="1308"/>
                    <a:pt x="1398" y="1285"/>
                    <a:pt x="1387" y="1251"/>
                  </a:cubicBezTo>
                  <a:lnTo>
                    <a:pt x="1171" y="46"/>
                  </a:lnTo>
                  <a:cubicBezTo>
                    <a:pt x="1171" y="35"/>
                    <a:pt x="1160" y="23"/>
                    <a:pt x="1148" y="12"/>
                  </a:cubicBezTo>
                  <a:cubicBezTo>
                    <a:pt x="1137" y="0"/>
                    <a:pt x="1125" y="0"/>
                    <a:pt x="11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8333;p113">
              <a:extLst>
                <a:ext uri="{FF2B5EF4-FFF2-40B4-BE49-F238E27FC236}">
                  <a16:creationId xmlns:a16="http://schemas.microsoft.com/office/drawing/2014/main" id="{DE83DE18-00B3-5A5F-6464-BBF6F9908289}"/>
                </a:ext>
              </a:extLst>
            </p:cNvPr>
            <p:cNvSpPr/>
            <p:nvPr/>
          </p:nvSpPr>
          <p:spPr>
            <a:xfrm>
              <a:off x="2967175" y="3228775"/>
              <a:ext cx="253825" cy="195675"/>
            </a:xfrm>
            <a:custGeom>
              <a:avLst/>
              <a:gdLst/>
              <a:ahLst/>
              <a:cxnLst/>
              <a:rect l="l" t="t" r="r" b="b"/>
              <a:pathLst>
                <a:path w="10153" h="7827" extrusionOk="0">
                  <a:moveTo>
                    <a:pt x="7502" y="0"/>
                  </a:moveTo>
                  <a:cubicBezTo>
                    <a:pt x="7262" y="0"/>
                    <a:pt x="7082" y="84"/>
                    <a:pt x="6969" y="84"/>
                  </a:cubicBezTo>
                  <a:cubicBezTo>
                    <a:pt x="6522" y="739"/>
                    <a:pt x="5781" y="1121"/>
                    <a:pt x="4999" y="1121"/>
                  </a:cubicBezTo>
                  <a:cubicBezTo>
                    <a:pt x="4966" y="1121"/>
                    <a:pt x="4933" y="1120"/>
                    <a:pt x="4900" y="1119"/>
                  </a:cubicBezTo>
                  <a:cubicBezTo>
                    <a:pt x="3479" y="1107"/>
                    <a:pt x="3081" y="311"/>
                    <a:pt x="3002" y="84"/>
                  </a:cubicBezTo>
                  <a:cubicBezTo>
                    <a:pt x="2785" y="84"/>
                    <a:pt x="2570" y="107"/>
                    <a:pt x="2353" y="152"/>
                  </a:cubicBezTo>
                  <a:cubicBezTo>
                    <a:pt x="1683" y="300"/>
                    <a:pt x="1" y="1983"/>
                    <a:pt x="1" y="1983"/>
                  </a:cubicBezTo>
                  <a:lnTo>
                    <a:pt x="1148" y="3972"/>
                  </a:lnTo>
                  <a:lnTo>
                    <a:pt x="1967" y="3324"/>
                  </a:lnTo>
                  <a:cubicBezTo>
                    <a:pt x="2149" y="3654"/>
                    <a:pt x="2297" y="3995"/>
                    <a:pt x="2422" y="4359"/>
                  </a:cubicBezTo>
                  <a:cubicBezTo>
                    <a:pt x="2593" y="4893"/>
                    <a:pt x="2524" y="7826"/>
                    <a:pt x="2524" y="7826"/>
                  </a:cubicBezTo>
                  <a:lnTo>
                    <a:pt x="8993" y="7678"/>
                  </a:lnTo>
                  <a:lnTo>
                    <a:pt x="8333" y="3563"/>
                  </a:lnTo>
                  <a:lnTo>
                    <a:pt x="9265" y="4063"/>
                  </a:lnTo>
                  <a:lnTo>
                    <a:pt x="10152" y="1642"/>
                  </a:lnTo>
                  <a:cubicBezTo>
                    <a:pt x="10152" y="1642"/>
                    <a:pt x="8492" y="391"/>
                    <a:pt x="8004" y="129"/>
                  </a:cubicBezTo>
                  <a:cubicBezTo>
                    <a:pt x="7815" y="31"/>
                    <a:pt x="7648" y="0"/>
                    <a:pt x="75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8334;p113">
              <a:extLst>
                <a:ext uri="{FF2B5EF4-FFF2-40B4-BE49-F238E27FC236}">
                  <a16:creationId xmlns:a16="http://schemas.microsoft.com/office/drawing/2014/main" id="{2138A160-88DB-BFDD-7DA8-F9FD0F7C28B0}"/>
                </a:ext>
              </a:extLst>
            </p:cNvPr>
            <p:cNvSpPr/>
            <p:nvPr/>
          </p:nvSpPr>
          <p:spPr>
            <a:xfrm>
              <a:off x="2965750" y="3227425"/>
              <a:ext cx="256675" cy="198425"/>
            </a:xfrm>
            <a:custGeom>
              <a:avLst/>
              <a:gdLst/>
              <a:ahLst/>
              <a:cxnLst/>
              <a:rect l="l" t="t" r="r" b="b"/>
              <a:pathLst>
                <a:path w="10267" h="7937" extrusionOk="0">
                  <a:moveTo>
                    <a:pt x="7552" y="110"/>
                  </a:moveTo>
                  <a:cubicBezTo>
                    <a:pt x="7691" y="110"/>
                    <a:pt x="7850" y="138"/>
                    <a:pt x="8026" y="229"/>
                  </a:cubicBezTo>
                  <a:cubicBezTo>
                    <a:pt x="8481" y="468"/>
                    <a:pt x="9914" y="1537"/>
                    <a:pt x="10153" y="1707"/>
                  </a:cubicBezTo>
                  <a:lnTo>
                    <a:pt x="9300" y="4038"/>
                  </a:lnTo>
                  <a:lnTo>
                    <a:pt x="8413" y="3560"/>
                  </a:lnTo>
                  <a:cubicBezTo>
                    <a:pt x="8390" y="3560"/>
                    <a:pt x="8367" y="3560"/>
                    <a:pt x="8356" y="3571"/>
                  </a:cubicBezTo>
                  <a:cubicBezTo>
                    <a:pt x="8334" y="3583"/>
                    <a:pt x="8334" y="3606"/>
                    <a:pt x="8334" y="3617"/>
                  </a:cubicBezTo>
                  <a:lnTo>
                    <a:pt x="8993" y="7676"/>
                  </a:lnTo>
                  <a:lnTo>
                    <a:pt x="2638" y="7823"/>
                  </a:lnTo>
                  <a:cubicBezTo>
                    <a:pt x="2650" y="7414"/>
                    <a:pt x="2695" y="4902"/>
                    <a:pt x="2524" y="4390"/>
                  </a:cubicBezTo>
                  <a:cubicBezTo>
                    <a:pt x="2410" y="4038"/>
                    <a:pt x="2251" y="3685"/>
                    <a:pt x="2069" y="3356"/>
                  </a:cubicBezTo>
                  <a:cubicBezTo>
                    <a:pt x="2058" y="3333"/>
                    <a:pt x="2047" y="3321"/>
                    <a:pt x="2036" y="3321"/>
                  </a:cubicBezTo>
                  <a:lnTo>
                    <a:pt x="2024" y="3321"/>
                  </a:lnTo>
                  <a:cubicBezTo>
                    <a:pt x="2013" y="3321"/>
                    <a:pt x="2001" y="3321"/>
                    <a:pt x="1990" y="3333"/>
                  </a:cubicBezTo>
                  <a:lnTo>
                    <a:pt x="1217" y="3947"/>
                  </a:lnTo>
                  <a:lnTo>
                    <a:pt x="126" y="2048"/>
                  </a:lnTo>
                  <a:cubicBezTo>
                    <a:pt x="353" y="1821"/>
                    <a:pt x="1819" y="388"/>
                    <a:pt x="2422" y="252"/>
                  </a:cubicBezTo>
                  <a:cubicBezTo>
                    <a:pt x="2615" y="218"/>
                    <a:pt x="2820" y="195"/>
                    <a:pt x="3013" y="195"/>
                  </a:cubicBezTo>
                  <a:cubicBezTo>
                    <a:pt x="3138" y="468"/>
                    <a:pt x="3570" y="1207"/>
                    <a:pt x="4957" y="1229"/>
                  </a:cubicBezTo>
                  <a:cubicBezTo>
                    <a:pt x="4991" y="1231"/>
                    <a:pt x="5025" y="1231"/>
                    <a:pt x="5059" y="1231"/>
                  </a:cubicBezTo>
                  <a:cubicBezTo>
                    <a:pt x="5851" y="1231"/>
                    <a:pt x="6591" y="849"/>
                    <a:pt x="7060" y="195"/>
                  </a:cubicBezTo>
                  <a:cubicBezTo>
                    <a:pt x="7094" y="183"/>
                    <a:pt x="7151" y="173"/>
                    <a:pt x="7197" y="161"/>
                  </a:cubicBezTo>
                  <a:cubicBezTo>
                    <a:pt x="7293" y="138"/>
                    <a:pt x="7413" y="110"/>
                    <a:pt x="7552" y="110"/>
                  </a:cubicBezTo>
                  <a:close/>
                  <a:moveTo>
                    <a:pt x="7547" y="0"/>
                  </a:moveTo>
                  <a:cubicBezTo>
                    <a:pt x="7399" y="0"/>
                    <a:pt x="7274" y="31"/>
                    <a:pt x="7174" y="59"/>
                  </a:cubicBezTo>
                  <a:cubicBezTo>
                    <a:pt x="7117" y="70"/>
                    <a:pt x="7060" y="82"/>
                    <a:pt x="7026" y="82"/>
                  </a:cubicBezTo>
                  <a:cubicBezTo>
                    <a:pt x="7015" y="82"/>
                    <a:pt x="6992" y="93"/>
                    <a:pt x="6980" y="104"/>
                  </a:cubicBezTo>
                  <a:cubicBezTo>
                    <a:pt x="6539" y="755"/>
                    <a:pt x="5808" y="1128"/>
                    <a:pt x="5026" y="1128"/>
                  </a:cubicBezTo>
                  <a:cubicBezTo>
                    <a:pt x="5003" y="1128"/>
                    <a:pt x="4980" y="1128"/>
                    <a:pt x="4957" y="1128"/>
                  </a:cubicBezTo>
                  <a:cubicBezTo>
                    <a:pt x="3582" y="1105"/>
                    <a:pt x="3195" y="354"/>
                    <a:pt x="3104" y="115"/>
                  </a:cubicBezTo>
                  <a:cubicBezTo>
                    <a:pt x="3092" y="93"/>
                    <a:pt x="3082" y="82"/>
                    <a:pt x="3059" y="82"/>
                  </a:cubicBezTo>
                  <a:cubicBezTo>
                    <a:pt x="2831" y="82"/>
                    <a:pt x="2615" y="104"/>
                    <a:pt x="2399" y="150"/>
                  </a:cubicBezTo>
                  <a:cubicBezTo>
                    <a:pt x="1717" y="309"/>
                    <a:pt x="91" y="1934"/>
                    <a:pt x="23" y="2002"/>
                  </a:cubicBezTo>
                  <a:cubicBezTo>
                    <a:pt x="12" y="2014"/>
                    <a:pt x="0" y="2048"/>
                    <a:pt x="12" y="2060"/>
                  </a:cubicBezTo>
                  <a:lnTo>
                    <a:pt x="1160" y="4049"/>
                  </a:lnTo>
                  <a:cubicBezTo>
                    <a:pt x="1172" y="4061"/>
                    <a:pt x="1183" y="4071"/>
                    <a:pt x="1194" y="4071"/>
                  </a:cubicBezTo>
                  <a:cubicBezTo>
                    <a:pt x="1205" y="4071"/>
                    <a:pt x="1228" y="4071"/>
                    <a:pt x="1240" y="4061"/>
                  </a:cubicBezTo>
                  <a:lnTo>
                    <a:pt x="2013" y="3458"/>
                  </a:lnTo>
                  <a:cubicBezTo>
                    <a:pt x="2172" y="3765"/>
                    <a:pt x="2319" y="4094"/>
                    <a:pt x="2422" y="4424"/>
                  </a:cubicBezTo>
                  <a:cubicBezTo>
                    <a:pt x="2592" y="4947"/>
                    <a:pt x="2536" y="7858"/>
                    <a:pt x="2536" y="7880"/>
                  </a:cubicBezTo>
                  <a:cubicBezTo>
                    <a:pt x="2536" y="7891"/>
                    <a:pt x="2536" y="7914"/>
                    <a:pt x="2547" y="7926"/>
                  </a:cubicBezTo>
                  <a:cubicBezTo>
                    <a:pt x="2559" y="7926"/>
                    <a:pt x="2569" y="7937"/>
                    <a:pt x="2581" y="7937"/>
                  </a:cubicBezTo>
                  <a:lnTo>
                    <a:pt x="9061" y="7789"/>
                  </a:lnTo>
                  <a:cubicBezTo>
                    <a:pt x="9072" y="7789"/>
                    <a:pt x="9084" y="7778"/>
                    <a:pt x="9095" y="7767"/>
                  </a:cubicBezTo>
                  <a:cubicBezTo>
                    <a:pt x="9107" y="7755"/>
                    <a:pt x="9107" y="7744"/>
                    <a:pt x="9107" y="7721"/>
                  </a:cubicBezTo>
                  <a:lnTo>
                    <a:pt x="8458" y="3708"/>
                  </a:lnTo>
                  <a:lnTo>
                    <a:pt x="9300" y="4162"/>
                  </a:lnTo>
                  <a:cubicBezTo>
                    <a:pt x="9307" y="4162"/>
                    <a:pt x="9320" y="4168"/>
                    <a:pt x="9331" y="4168"/>
                  </a:cubicBezTo>
                  <a:cubicBezTo>
                    <a:pt x="9336" y="4168"/>
                    <a:pt x="9341" y="4166"/>
                    <a:pt x="9345" y="4162"/>
                  </a:cubicBezTo>
                  <a:cubicBezTo>
                    <a:pt x="9357" y="4162"/>
                    <a:pt x="9368" y="4152"/>
                    <a:pt x="9380" y="4129"/>
                  </a:cubicBezTo>
                  <a:lnTo>
                    <a:pt x="10266" y="1707"/>
                  </a:lnTo>
                  <a:cubicBezTo>
                    <a:pt x="10266" y="1684"/>
                    <a:pt x="10266" y="1661"/>
                    <a:pt x="10244" y="1650"/>
                  </a:cubicBezTo>
                  <a:cubicBezTo>
                    <a:pt x="10175" y="1593"/>
                    <a:pt x="8572" y="388"/>
                    <a:pt x="8084" y="138"/>
                  </a:cubicBezTo>
                  <a:cubicBezTo>
                    <a:pt x="7880" y="34"/>
                    <a:pt x="7701" y="0"/>
                    <a:pt x="75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8335;p113">
              <a:extLst>
                <a:ext uri="{FF2B5EF4-FFF2-40B4-BE49-F238E27FC236}">
                  <a16:creationId xmlns:a16="http://schemas.microsoft.com/office/drawing/2014/main" id="{859CD304-B417-F200-0891-8D76DED2C641}"/>
                </a:ext>
              </a:extLst>
            </p:cNvPr>
            <p:cNvSpPr/>
            <p:nvPr/>
          </p:nvSpPr>
          <p:spPr>
            <a:xfrm>
              <a:off x="3054425" y="3272950"/>
              <a:ext cx="105750" cy="102325"/>
            </a:xfrm>
            <a:custGeom>
              <a:avLst/>
              <a:gdLst/>
              <a:ahLst/>
              <a:cxnLst/>
              <a:rect l="l" t="t" r="r" b="b"/>
              <a:pathLst>
                <a:path w="4230" h="4093" extrusionOk="0">
                  <a:moveTo>
                    <a:pt x="2113" y="105"/>
                  </a:moveTo>
                  <a:cubicBezTo>
                    <a:pt x="2993" y="105"/>
                    <a:pt x="3786" y="707"/>
                    <a:pt x="3991" y="1591"/>
                  </a:cubicBezTo>
                  <a:cubicBezTo>
                    <a:pt x="4116" y="2103"/>
                    <a:pt x="4036" y="2614"/>
                    <a:pt x="3764" y="3058"/>
                  </a:cubicBezTo>
                  <a:cubicBezTo>
                    <a:pt x="3491" y="3501"/>
                    <a:pt x="3059" y="3808"/>
                    <a:pt x="2559" y="3933"/>
                  </a:cubicBezTo>
                  <a:cubicBezTo>
                    <a:pt x="2411" y="3967"/>
                    <a:pt x="2262" y="3983"/>
                    <a:pt x="2113" y="3983"/>
                  </a:cubicBezTo>
                  <a:cubicBezTo>
                    <a:pt x="1757" y="3983"/>
                    <a:pt x="1405" y="3887"/>
                    <a:pt x="1092" y="3695"/>
                  </a:cubicBezTo>
                  <a:cubicBezTo>
                    <a:pt x="660" y="3422"/>
                    <a:pt x="341" y="2990"/>
                    <a:pt x="228" y="2490"/>
                  </a:cubicBezTo>
                  <a:cubicBezTo>
                    <a:pt x="103" y="1989"/>
                    <a:pt x="194" y="1467"/>
                    <a:pt x="467" y="1023"/>
                  </a:cubicBezTo>
                  <a:cubicBezTo>
                    <a:pt x="728" y="591"/>
                    <a:pt x="1160" y="284"/>
                    <a:pt x="1660" y="159"/>
                  </a:cubicBezTo>
                  <a:cubicBezTo>
                    <a:pt x="1812" y="122"/>
                    <a:pt x="1964" y="105"/>
                    <a:pt x="2113" y="105"/>
                  </a:cubicBezTo>
                  <a:close/>
                  <a:moveTo>
                    <a:pt x="2110" y="1"/>
                  </a:moveTo>
                  <a:cubicBezTo>
                    <a:pt x="1953" y="1"/>
                    <a:pt x="1795" y="19"/>
                    <a:pt x="1637" y="57"/>
                  </a:cubicBezTo>
                  <a:cubicBezTo>
                    <a:pt x="1103" y="181"/>
                    <a:pt x="660" y="512"/>
                    <a:pt x="376" y="977"/>
                  </a:cubicBezTo>
                  <a:cubicBezTo>
                    <a:pt x="80" y="1432"/>
                    <a:pt x="0" y="1989"/>
                    <a:pt x="126" y="2512"/>
                  </a:cubicBezTo>
                  <a:cubicBezTo>
                    <a:pt x="250" y="3046"/>
                    <a:pt x="580" y="3501"/>
                    <a:pt x="1035" y="3786"/>
                  </a:cubicBezTo>
                  <a:cubicBezTo>
                    <a:pt x="1364" y="3990"/>
                    <a:pt x="1740" y="4092"/>
                    <a:pt x="2104" y="4092"/>
                  </a:cubicBezTo>
                  <a:cubicBezTo>
                    <a:pt x="2263" y="4092"/>
                    <a:pt x="2422" y="4069"/>
                    <a:pt x="2581" y="4036"/>
                  </a:cubicBezTo>
                  <a:cubicBezTo>
                    <a:pt x="3115" y="3910"/>
                    <a:pt x="3570" y="3581"/>
                    <a:pt x="3855" y="3114"/>
                  </a:cubicBezTo>
                  <a:cubicBezTo>
                    <a:pt x="4138" y="2649"/>
                    <a:pt x="4229" y="2103"/>
                    <a:pt x="4105" y="1568"/>
                  </a:cubicBezTo>
                  <a:cubicBezTo>
                    <a:pt x="3881" y="635"/>
                    <a:pt x="3033" y="1"/>
                    <a:pt x="21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8336;p113">
              <a:extLst>
                <a:ext uri="{FF2B5EF4-FFF2-40B4-BE49-F238E27FC236}">
                  <a16:creationId xmlns:a16="http://schemas.microsoft.com/office/drawing/2014/main" id="{6CAF0778-9FD4-C106-A15F-BC720E0E2D26}"/>
                </a:ext>
              </a:extLst>
            </p:cNvPr>
            <p:cNvSpPr/>
            <p:nvPr/>
          </p:nvSpPr>
          <p:spPr>
            <a:xfrm>
              <a:off x="3078575" y="3301350"/>
              <a:ext cx="59150" cy="28175"/>
            </a:xfrm>
            <a:custGeom>
              <a:avLst/>
              <a:gdLst/>
              <a:ahLst/>
              <a:cxnLst/>
              <a:rect l="l" t="t" r="r" b="b"/>
              <a:pathLst>
                <a:path w="2366" h="1127" extrusionOk="0">
                  <a:moveTo>
                    <a:pt x="1" y="0"/>
                  </a:moveTo>
                  <a:lnTo>
                    <a:pt x="1161" y="1126"/>
                  </a:lnTo>
                  <a:lnTo>
                    <a:pt x="236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8337;p113">
              <a:extLst>
                <a:ext uri="{FF2B5EF4-FFF2-40B4-BE49-F238E27FC236}">
                  <a16:creationId xmlns:a16="http://schemas.microsoft.com/office/drawing/2014/main" id="{89CB814C-2B33-EC32-79CA-CB1215C6E660}"/>
                </a:ext>
              </a:extLst>
            </p:cNvPr>
            <p:cNvSpPr/>
            <p:nvPr/>
          </p:nvSpPr>
          <p:spPr>
            <a:xfrm>
              <a:off x="3119525" y="3303925"/>
              <a:ext cx="20475" cy="37525"/>
            </a:xfrm>
            <a:custGeom>
              <a:avLst/>
              <a:gdLst/>
              <a:ahLst/>
              <a:cxnLst/>
              <a:rect l="l" t="t" r="r" b="b"/>
              <a:pathLst>
                <a:path w="819" h="1501" extrusionOk="0">
                  <a:moveTo>
                    <a:pt x="819" y="0"/>
                  </a:moveTo>
                  <a:lnTo>
                    <a:pt x="0" y="773"/>
                  </a:lnTo>
                  <a:lnTo>
                    <a:pt x="819" y="1501"/>
                  </a:lnTo>
                  <a:lnTo>
                    <a:pt x="8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8338;p113">
              <a:extLst>
                <a:ext uri="{FF2B5EF4-FFF2-40B4-BE49-F238E27FC236}">
                  <a16:creationId xmlns:a16="http://schemas.microsoft.com/office/drawing/2014/main" id="{C87769AE-9FFD-4C48-C2A2-E26B3BA009BF}"/>
                </a:ext>
              </a:extLst>
            </p:cNvPr>
            <p:cNvSpPr/>
            <p:nvPr/>
          </p:nvSpPr>
          <p:spPr>
            <a:xfrm>
              <a:off x="3075175" y="3303050"/>
              <a:ext cx="21050" cy="37550"/>
            </a:xfrm>
            <a:custGeom>
              <a:avLst/>
              <a:gdLst/>
              <a:ahLst/>
              <a:cxnLst/>
              <a:rect l="l" t="t" r="r" b="b"/>
              <a:pathLst>
                <a:path w="842" h="1502" extrusionOk="0">
                  <a:moveTo>
                    <a:pt x="1" y="1"/>
                  </a:moveTo>
                  <a:lnTo>
                    <a:pt x="1" y="1501"/>
                  </a:lnTo>
                  <a:lnTo>
                    <a:pt x="842" y="8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8339;p113">
              <a:extLst>
                <a:ext uri="{FF2B5EF4-FFF2-40B4-BE49-F238E27FC236}">
                  <a16:creationId xmlns:a16="http://schemas.microsoft.com/office/drawing/2014/main" id="{E2B99622-EF1B-0245-B38A-C096969A8B1E}"/>
                </a:ext>
              </a:extLst>
            </p:cNvPr>
            <p:cNvSpPr/>
            <p:nvPr/>
          </p:nvSpPr>
          <p:spPr>
            <a:xfrm>
              <a:off x="3077150" y="3325800"/>
              <a:ext cx="60275" cy="17925"/>
            </a:xfrm>
            <a:custGeom>
              <a:avLst/>
              <a:gdLst/>
              <a:ahLst/>
              <a:cxnLst/>
              <a:rect l="l" t="t" r="r" b="b"/>
              <a:pathLst>
                <a:path w="2411" h="717" extrusionOk="0">
                  <a:moveTo>
                    <a:pt x="865" y="0"/>
                  </a:moveTo>
                  <a:lnTo>
                    <a:pt x="1" y="717"/>
                  </a:lnTo>
                  <a:lnTo>
                    <a:pt x="2411" y="717"/>
                  </a:lnTo>
                  <a:lnTo>
                    <a:pt x="1592" y="0"/>
                  </a:lnTo>
                  <a:lnTo>
                    <a:pt x="1218" y="341"/>
                  </a:lnTo>
                  <a:lnTo>
                    <a:pt x="8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8340;p113">
              <a:extLst>
                <a:ext uri="{FF2B5EF4-FFF2-40B4-BE49-F238E27FC236}">
                  <a16:creationId xmlns:a16="http://schemas.microsoft.com/office/drawing/2014/main" id="{922EE67F-6181-F493-DF1F-CA05A80782C3}"/>
                </a:ext>
              </a:extLst>
            </p:cNvPr>
            <p:cNvSpPr/>
            <p:nvPr/>
          </p:nvSpPr>
          <p:spPr>
            <a:xfrm>
              <a:off x="2543700" y="3970950"/>
              <a:ext cx="1174375" cy="2875"/>
            </a:xfrm>
            <a:custGeom>
              <a:avLst/>
              <a:gdLst/>
              <a:ahLst/>
              <a:cxnLst/>
              <a:rect l="l" t="t" r="r" b="b"/>
              <a:pathLst>
                <a:path w="46975" h="115" extrusionOk="0">
                  <a:moveTo>
                    <a:pt x="1" y="0"/>
                  </a:moveTo>
                  <a:lnTo>
                    <a:pt x="1" y="114"/>
                  </a:lnTo>
                  <a:lnTo>
                    <a:pt x="46975" y="114"/>
                  </a:lnTo>
                  <a:lnTo>
                    <a:pt x="469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8239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F677-6365-2912-F8F7-37FF900B215C}"/>
            </a:ext>
          </a:extLst>
        </p:cNvPr>
        <p:cNvGrpSpPr/>
        <p:nvPr/>
      </p:nvGrpSpPr>
      <p:grpSpPr>
        <a:xfrm>
          <a:off x="0" y="0"/>
          <a:ext cx="0" cy="0"/>
          <a:chOff x="0" y="0"/>
          <a:chExt cx="0" cy="0"/>
        </a:xfrm>
      </p:grpSpPr>
      <p:sp>
        <p:nvSpPr>
          <p:cNvPr id="150" name="TextBox 149">
            <a:extLst>
              <a:ext uri="{FF2B5EF4-FFF2-40B4-BE49-F238E27FC236}">
                <a16:creationId xmlns:a16="http://schemas.microsoft.com/office/drawing/2014/main" id="{2048BA43-6A17-4C6D-5135-6DB2655C1887}"/>
              </a:ext>
            </a:extLst>
          </p:cNvPr>
          <p:cNvSpPr txBox="1"/>
          <p:nvPr/>
        </p:nvSpPr>
        <p:spPr>
          <a:xfrm>
            <a:off x="1379621" y="176464"/>
            <a:ext cx="6384758" cy="492443"/>
          </a:xfrm>
          <a:prstGeom prst="rect">
            <a:avLst/>
          </a:prstGeom>
          <a:noFill/>
        </p:spPr>
        <p:txBody>
          <a:bodyPr wrap="square" rtlCol="0">
            <a:spAutoFit/>
          </a:bodyPr>
          <a:lstStyle/>
          <a:p>
            <a:r>
              <a:rPr lang="en-US" sz="2600" b="1" dirty="0">
                <a:solidFill>
                  <a:srgbClr val="0EAD69"/>
                </a:solidFill>
                <a:latin typeface="Calibri" panose="020F0502020204030204" pitchFamily="34" charset="0"/>
                <a:ea typeface="Calibri" panose="020F0502020204030204" pitchFamily="34" charset="0"/>
                <a:cs typeface="Calibri" panose="020F0502020204030204" pitchFamily="34" charset="0"/>
              </a:rPr>
              <a:t>Campaign Plan &amp; Execution – MMS Solutions</a:t>
            </a:r>
            <a:endParaRPr lang="en-IN" sz="2600" b="1" dirty="0">
              <a:solidFill>
                <a:srgbClr val="0EAD69"/>
              </a:solidFill>
              <a:latin typeface="Calibri" panose="020F0502020204030204" pitchFamily="34" charset="0"/>
              <a:ea typeface="Calibri" panose="020F0502020204030204" pitchFamily="34" charset="0"/>
              <a:cs typeface="Calibri" panose="020F0502020204030204" pitchFamily="34" charset="0"/>
            </a:endParaRPr>
          </a:p>
        </p:txBody>
      </p:sp>
      <p:sp>
        <p:nvSpPr>
          <p:cNvPr id="151" name="TextBox 150">
            <a:extLst>
              <a:ext uri="{FF2B5EF4-FFF2-40B4-BE49-F238E27FC236}">
                <a16:creationId xmlns:a16="http://schemas.microsoft.com/office/drawing/2014/main" id="{F9B50B6B-2C70-DE37-B747-E7996B4B53B3}"/>
              </a:ext>
            </a:extLst>
          </p:cNvPr>
          <p:cNvSpPr txBox="1"/>
          <p:nvPr/>
        </p:nvSpPr>
        <p:spPr>
          <a:xfrm>
            <a:off x="200527" y="781275"/>
            <a:ext cx="3582996" cy="4185761"/>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Planned Campaigns:</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Local SEO Optimization</a:t>
            </a:r>
            <a:r>
              <a:rPr lang="en-US" dirty="0">
                <a:latin typeface="Calibri" panose="020F0502020204030204" pitchFamily="34" charset="0"/>
                <a:ea typeface="Calibri" panose="020F0502020204030204" pitchFamily="34" charset="0"/>
                <a:cs typeface="Calibri" panose="020F0502020204030204" pitchFamily="34" charset="0"/>
              </a:rPr>
              <a:t> → Google Business Profile, keyword-rich service pages.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Google Ads (Search + Local)</a:t>
            </a:r>
            <a:r>
              <a:rPr lang="en-US" dirty="0">
                <a:latin typeface="Calibri" panose="020F0502020204030204" pitchFamily="34" charset="0"/>
                <a:ea typeface="Calibri" panose="020F0502020204030204" pitchFamily="34" charset="0"/>
                <a:cs typeface="Calibri" panose="020F0502020204030204" pitchFamily="34" charset="0"/>
              </a:rPr>
              <a:t> → Run ads for “iPhone repair near me,” “OnePlus service Chennai”.</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Social Media Ads</a:t>
            </a:r>
            <a:r>
              <a:rPr lang="en-US" dirty="0">
                <a:latin typeface="Calibri" panose="020F0502020204030204" pitchFamily="34" charset="0"/>
                <a:ea typeface="Calibri" panose="020F0502020204030204" pitchFamily="34" charset="0"/>
                <a:cs typeface="Calibri" panose="020F0502020204030204" pitchFamily="34" charset="0"/>
              </a:rPr>
              <a:t> → Instagram/Facebook stories + reels with repair before/after visuals.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WhatsApp Campaigns</a:t>
            </a:r>
            <a:r>
              <a:rPr lang="en-US" dirty="0">
                <a:latin typeface="Calibri" panose="020F0502020204030204" pitchFamily="34" charset="0"/>
                <a:ea typeface="Calibri" panose="020F0502020204030204" pitchFamily="34" charset="0"/>
                <a:cs typeface="Calibri" panose="020F0502020204030204" pitchFamily="34" charset="0"/>
              </a:rPr>
              <a:t> → Broadcast offers, booking confirmations, and reminders.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Landing Page Promotion</a:t>
            </a:r>
            <a:r>
              <a:rPr lang="en-US" dirty="0">
                <a:latin typeface="Calibri" panose="020F0502020204030204" pitchFamily="34" charset="0"/>
                <a:ea typeface="Calibri" panose="020F0502020204030204" pitchFamily="34" charset="0"/>
                <a:cs typeface="Calibri" panose="020F0502020204030204" pitchFamily="34" charset="0"/>
              </a:rPr>
              <a:t> → Ads + SEO traffic directed to a booking-focused page.</a:t>
            </a:r>
          </a:p>
        </p:txBody>
      </p:sp>
      <p:cxnSp>
        <p:nvCxnSpPr>
          <p:cNvPr id="153" name="Google Shape;1897;p66">
            <a:extLst>
              <a:ext uri="{FF2B5EF4-FFF2-40B4-BE49-F238E27FC236}">
                <a16:creationId xmlns:a16="http://schemas.microsoft.com/office/drawing/2014/main" id="{4234E40A-38AF-3C77-A148-6C9BCA0BF079}"/>
              </a:ext>
            </a:extLst>
          </p:cNvPr>
          <p:cNvCxnSpPr>
            <a:cxnSpLocks/>
          </p:cNvCxnSpPr>
          <p:nvPr/>
        </p:nvCxnSpPr>
        <p:spPr>
          <a:xfrm>
            <a:off x="3197988" y="1129354"/>
            <a:ext cx="954506" cy="933672"/>
          </a:xfrm>
          <a:prstGeom prst="bentConnector3">
            <a:avLst>
              <a:gd name="adj1" fmla="val 50000"/>
            </a:avLst>
          </a:prstGeom>
          <a:noFill/>
          <a:ln w="9525" cap="flat" cmpd="sng">
            <a:solidFill>
              <a:schemeClr val="accent6"/>
            </a:solidFill>
            <a:prstDash val="solid"/>
            <a:round/>
            <a:headEnd type="oval" w="med" len="med"/>
            <a:tailEnd type="none" w="med" len="med"/>
          </a:ln>
        </p:spPr>
      </p:cxnSp>
      <p:sp>
        <p:nvSpPr>
          <p:cNvPr id="149" name="TextBox 148">
            <a:extLst>
              <a:ext uri="{FF2B5EF4-FFF2-40B4-BE49-F238E27FC236}">
                <a16:creationId xmlns:a16="http://schemas.microsoft.com/office/drawing/2014/main" id="{E4686DEB-3421-8974-5C1B-BAE25CE46D7E}"/>
              </a:ext>
            </a:extLst>
          </p:cNvPr>
          <p:cNvSpPr txBox="1"/>
          <p:nvPr/>
        </p:nvSpPr>
        <p:spPr>
          <a:xfrm>
            <a:off x="5661265" y="776414"/>
            <a:ext cx="3240506" cy="289310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Execution Approach:</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Start with </a:t>
            </a:r>
            <a:r>
              <a:rPr lang="en-US" b="1" dirty="0">
                <a:latin typeface="Calibri" panose="020F0502020204030204" pitchFamily="34" charset="0"/>
                <a:ea typeface="Calibri" panose="020F0502020204030204" pitchFamily="34" charset="0"/>
                <a:cs typeface="Calibri" panose="020F0502020204030204" pitchFamily="34" charset="0"/>
              </a:rPr>
              <a:t>SEO foundation</a:t>
            </a:r>
            <a:r>
              <a:rPr lang="en-US" dirty="0">
                <a:latin typeface="Calibri" panose="020F0502020204030204" pitchFamily="34" charset="0"/>
                <a:ea typeface="Calibri" panose="020F0502020204030204" pitchFamily="34" charset="0"/>
                <a:cs typeface="Calibri" panose="020F0502020204030204" pitchFamily="34" charset="0"/>
              </a:rPr>
              <a:t> (optimize site &amp; GMB).</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Run </a:t>
            </a:r>
            <a:r>
              <a:rPr lang="en-US" b="1" dirty="0">
                <a:latin typeface="Calibri" panose="020F0502020204030204" pitchFamily="34" charset="0"/>
                <a:ea typeface="Calibri" panose="020F0502020204030204" pitchFamily="34" charset="0"/>
                <a:cs typeface="Calibri" panose="020F0502020204030204" pitchFamily="34" charset="0"/>
              </a:rPr>
              <a:t>Google Ads</a:t>
            </a:r>
            <a:r>
              <a:rPr lang="en-US" dirty="0">
                <a:latin typeface="Calibri" panose="020F0502020204030204" pitchFamily="34" charset="0"/>
                <a:ea typeface="Calibri" panose="020F0502020204030204" pitchFamily="34" charset="0"/>
                <a:cs typeface="Calibri" panose="020F0502020204030204" pitchFamily="34" charset="0"/>
              </a:rPr>
              <a:t> for high-intent keywords.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Support with </a:t>
            </a:r>
            <a:r>
              <a:rPr lang="en-US" b="1" dirty="0">
                <a:latin typeface="Calibri" panose="020F0502020204030204" pitchFamily="34" charset="0"/>
                <a:ea typeface="Calibri" panose="020F0502020204030204" pitchFamily="34" charset="0"/>
                <a:cs typeface="Calibri" panose="020F0502020204030204" pitchFamily="34" charset="0"/>
              </a:rPr>
              <a:t>social ads</a:t>
            </a:r>
            <a:r>
              <a:rPr lang="en-US" dirty="0">
                <a:latin typeface="Calibri" panose="020F0502020204030204" pitchFamily="34" charset="0"/>
                <a:ea typeface="Calibri" panose="020F0502020204030204" pitchFamily="34" charset="0"/>
                <a:cs typeface="Calibri" panose="020F0502020204030204" pitchFamily="34" charset="0"/>
              </a:rPr>
              <a:t> for awareness &amp; retargeting.</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Drive all traffic to </a:t>
            </a:r>
            <a:r>
              <a:rPr lang="en-US" b="1" dirty="0">
                <a:latin typeface="Calibri" panose="020F0502020204030204" pitchFamily="34" charset="0"/>
                <a:ea typeface="Calibri" panose="020F0502020204030204" pitchFamily="34" charset="0"/>
                <a:cs typeface="Calibri" panose="020F0502020204030204" pitchFamily="34" charset="0"/>
              </a:rPr>
              <a:t>landing page + WhatsApp CTA</a:t>
            </a:r>
            <a:r>
              <a:rPr lang="en-US" dirty="0">
                <a:latin typeface="Calibri" panose="020F0502020204030204" pitchFamily="34" charset="0"/>
                <a:ea typeface="Calibri" panose="020F0502020204030204" pitchFamily="34" charset="0"/>
                <a:cs typeface="Calibri" panose="020F0502020204030204" pitchFamily="34" charset="0"/>
              </a:rPr>
              <a:t> for conversion.</a:t>
            </a:r>
          </a:p>
        </p:txBody>
      </p:sp>
      <p:grpSp>
        <p:nvGrpSpPr>
          <p:cNvPr id="155" name="Google Shape;10346;p114">
            <a:extLst>
              <a:ext uri="{FF2B5EF4-FFF2-40B4-BE49-F238E27FC236}">
                <a16:creationId xmlns:a16="http://schemas.microsoft.com/office/drawing/2014/main" id="{949FC96C-12BE-B5F6-4FC6-D2DA05015ADC}"/>
              </a:ext>
            </a:extLst>
          </p:cNvPr>
          <p:cNvGrpSpPr/>
          <p:nvPr/>
        </p:nvGrpSpPr>
        <p:grpSpPr>
          <a:xfrm>
            <a:off x="3861314" y="1856708"/>
            <a:ext cx="1668192" cy="1430084"/>
            <a:chOff x="5265875" y="1964275"/>
            <a:chExt cx="1176600" cy="961050"/>
          </a:xfrm>
        </p:grpSpPr>
        <p:sp>
          <p:nvSpPr>
            <p:cNvPr id="156" name="Google Shape;10347;p114">
              <a:extLst>
                <a:ext uri="{FF2B5EF4-FFF2-40B4-BE49-F238E27FC236}">
                  <a16:creationId xmlns:a16="http://schemas.microsoft.com/office/drawing/2014/main" id="{00B56ACD-3B55-C1A5-A14B-68C97115E628}"/>
                </a:ext>
              </a:extLst>
            </p:cNvPr>
            <p:cNvSpPr/>
            <p:nvPr/>
          </p:nvSpPr>
          <p:spPr>
            <a:xfrm>
              <a:off x="5387900" y="1964275"/>
              <a:ext cx="1054575" cy="960850"/>
            </a:xfrm>
            <a:custGeom>
              <a:avLst/>
              <a:gdLst/>
              <a:ahLst/>
              <a:cxnLst/>
              <a:rect l="l" t="t" r="r" b="b"/>
              <a:pathLst>
                <a:path w="42183" h="38434" extrusionOk="0">
                  <a:moveTo>
                    <a:pt x="29912" y="0"/>
                  </a:moveTo>
                  <a:cubicBezTo>
                    <a:pt x="28871" y="0"/>
                    <a:pt x="27830" y="95"/>
                    <a:pt x="26846" y="419"/>
                  </a:cubicBezTo>
                  <a:cubicBezTo>
                    <a:pt x="24326" y="1260"/>
                    <a:pt x="22552" y="3500"/>
                    <a:pt x="20311" y="4941"/>
                  </a:cubicBezTo>
                  <a:cubicBezTo>
                    <a:pt x="15991" y="7715"/>
                    <a:pt x="10163" y="7395"/>
                    <a:pt x="6002" y="10408"/>
                  </a:cubicBezTo>
                  <a:cubicBezTo>
                    <a:pt x="4935" y="11195"/>
                    <a:pt x="4015" y="12155"/>
                    <a:pt x="3255" y="13249"/>
                  </a:cubicBezTo>
                  <a:cubicBezTo>
                    <a:pt x="227" y="17583"/>
                    <a:pt x="1" y="23597"/>
                    <a:pt x="2308" y="28359"/>
                  </a:cubicBezTo>
                  <a:cubicBezTo>
                    <a:pt x="4615" y="33119"/>
                    <a:pt x="9269" y="36574"/>
                    <a:pt x="14404" y="37840"/>
                  </a:cubicBezTo>
                  <a:cubicBezTo>
                    <a:pt x="16032" y="38242"/>
                    <a:pt x="17701" y="38434"/>
                    <a:pt x="19373" y="38434"/>
                  </a:cubicBezTo>
                  <a:cubicBezTo>
                    <a:pt x="22976" y="38434"/>
                    <a:pt x="26595" y="37545"/>
                    <a:pt x="29847" y="35961"/>
                  </a:cubicBezTo>
                  <a:cubicBezTo>
                    <a:pt x="35395" y="33267"/>
                    <a:pt x="38849" y="28119"/>
                    <a:pt x="40636" y="22384"/>
                  </a:cubicBezTo>
                  <a:cubicBezTo>
                    <a:pt x="41583" y="19290"/>
                    <a:pt x="42090" y="16090"/>
                    <a:pt x="42130" y="12848"/>
                  </a:cubicBezTo>
                  <a:cubicBezTo>
                    <a:pt x="42183" y="9528"/>
                    <a:pt x="41809" y="5928"/>
                    <a:pt x="39622" y="3433"/>
                  </a:cubicBezTo>
                  <a:cubicBezTo>
                    <a:pt x="37462" y="993"/>
                    <a:pt x="34008" y="166"/>
                    <a:pt x="30767" y="19"/>
                  </a:cubicBezTo>
                  <a:cubicBezTo>
                    <a:pt x="30483" y="8"/>
                    <a:pt x="30197" y="0"/>
                    <a:pt x="299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0348;p114">
              <a:extLst>
                <a:ext uri="{FF2B5EF4-FFF2-40B4-BE49-F238E27FC236}">
                  <a16:creationId xmlns:a16="http://schemas.microsoft.com/office/drawing/2014/main" id="{7C542055-B9AE-BF95-D203-82C5DAC5165F}"/>
                </a:ext>
              </a:extLst>
            </p:cNvPr>
            <p:cNvSpPr/>
            <p:nvPr/>
          </p:nvSpPr>
          <p:spPr>
            <a:xfrm>
              <a:off x="5406900" y="1964425"/>
              <a:ext cx="1034250" cy="960900"/>
            </a:xfrm>
            <a:custGeom>
              <a:avLst/>
              <a:gdLst/>
              <a:ahLst/>
              <a:cxnLst/>
              <a:rect l="l" t="t" r="r" b="b"/>
              <a:pathLst>
                <a:path w="41370" h="38436" extrusionOk="0">
                  <a:moveTo>
                    <a:pt x="774" y="16683"/>
                  </a:moveTo>
                  <a:cubicBezTo>
                    <a:pt x="255" y="18230"/>
                    <a:pt x="1" y="19871"/>
                    <a:pt x="1" y="21525"/>
                  </a:cubicBezTo>
                  <a:cubicBezTo>
                    <a:pt x="1" y="23872"/>
                    <a:pt x="521" y="26232"/>
                    <a:pt x="1548" y="28353"/>
                  </a:cubicBezTo>
                  <a:cubicBezTo>
                    <a:pt x="2561" y="30433"/>
                    <a:pt x="4015" y="32260"/>
                    <a:pt x="5762" y="33767"/>
                  </a:cubicBezTo>
                  <a:lnTo>
                    <a:pt x="17924" y="33767"/>
                  </a:lnTo>
                  <a:cubicBezTo>
                    <a:pt x="17832" y="33741"/>
                    <a:pt x="17725" y="33687"/>
                    <a:pt x="17618" y="33634"/>
                  </a:cubicBezTo>
                  <a:cubicBezTo>
                    <a:pt x="17311" y="33487"/>
                    <a:pt x="17098" y="33314"/>
                    <a:pt x="17098" y="33314"/>
                  </a:cubicBezTo>
                  <a:cubicBezTo>
                    <a:pt x="17098" y="33314"/>
                    <a:pt x="17005" y="33234"/>
                    <a:pt x="16858" y="33101"/>
                  </a:cubicBezTo>
                  <a:cubicBezTo>
                    <a:pt x="16858" y="33101"/>
                    <a:pt x="16845" y="33101"/>
                    <a:pt x="16845" y="33087"/>
                  </a:cubicBezTo>
                  <a:cubicBezTo>
                    <a:pt x="16551" y="32887"/>
                    <a:pt x="16285" y="32660"/>
                    <a:pt x="16098" y="32434"/>
                  </a:cubicBezTo>
                  <a:lnTo>
                    <a:pt x="15991" y="32327"/>
                  </a:lnTo>
                  <a:cubicBezTo>
                    <a:pt x="15977" y="32313"/>
                    <a:pt x="15977" y="32301"/>
                    <a:pt x="15977" y="32274"/>
                  </a:cubicBezTo>
                  <a:cubicBezTo>
                    <a:pt x="15965" y="32247"/>
                    <a:pt x="15951" y="32233"/>
                    <a:pt x="15938" y="32207"/>
                  </a:cubicBezTo>
                  <a:lnTo>
                    <a:pt x="16004" y="31900"/>
                  </a:lnTo>
                  <a:cubicBezTo>
                    <a:pt x="16004" y="31847"/>
                    <a:pt x="16018" y="31794"/>
                    <a:pt x="16018" y="31740"/>
                  </a:cubicBezTo>
                  <a:cubicBezTo>
                    <a:pt x="16178" y="30620"/>
                    <a:pt x="16685" y="28152"/>
                    <a:pt x="17058" y="26353"/>
                  </a:cubicBezTo>
                  <a:cubicBezTo>
                    <a:pt x="17058" y="26259"/>
                    <a:pt x="17071" y="25872"/>
                    <a:pt x="17178" y="25366"/>
                  </a:cubicBezTo>
                  <a:lnTo>
                    <a:pt x="2001" y="25366"/>
                  </a:lnTo>
                  <a:cubicBezTo>
                    <a:pt x="1321" y="25366"/>
                    <a:pt x="774" y="24806"/>
                    <a:pt x="774" y="24139"/>
                  </a:cubicBezTo>
                  <a:lnTo>
                    <a:pt x="774" y="16683"/>
                  </a:lnTo>
                  <a:close/>
                  <a:moveTo>
                    <a:pt x="29114" y="0"/>
                  </a:moveTo>
                  <a:cubicBezTo>
                    <a:pt x="28087" y="0"/>
                    <a:pt x="27060" y="93"/>
                    <a:pt x="26086" y="413"/>
                  </a:cubicBezTo>
                  <a:cubicBezTo>
                    <a:pt x="25540" y="600"/>
                    <a:pt x="25033" y="840"/>
                    <a:pt x="24539" y="1133"/>
                  </a:cubicBezTo>
                  <a:lnTo>
                    <a:pt x="31034" y="1133"/>
                  </a:lnTo>
                  <a:cubicBezTo>
                    <a:pt x="31714" y="1133"/>
                    <a:pt x="32261" y="1681"/>
                    <a:pt x="32261" y="2360"/>
                  </a:cubicBezTo>
                  <a:lnTo>
                    <a:pt x="32261" y="24139"/>
                  </a:lnTo>
                  <a:cubicBezTo>
                    <a:pt x="32261" y="24806"/>
                    <a:pt x="31714" y="25352"/>
                    <a:pt x="31034" y="25366"/>
                  </a:cubicBezTo>
                  <a:lnTo>
                    <a:pt x="30727" y="25366"/>
                  </a:lnTo>
                  <a:cubicBezTo>
                    <a:pt x="31341" y="27059"/>
                    <a:pt x="32408" y="30580"/>
                    <a:pt x="32421" y="30606"/>
                  </a:cubicBezTo>
                  <a:lnTo>
                    <a:pt x="32421" y="30647"/>
                  </a:lnTo>
                  <a:cubicBezTo>
                    <a:pt x="32288" y="31154"/>
                    <a:pt x="31995" y="31607"/>
                    <a:pt x="31728" y="32007"/>
                  </a:cubicBezTo>
                  <a:cubicBezTo>
                    <a:pt x="31381" y="32527"/>
                    <a:pt x="31034" y="33060"/>
                    <a:pt x="30581" y="33501"/>
                  </a:cubicBezTo>
                  <a:cubicBezTo>
                    <a:pt x="30487" y="33594"/>
                    <a:pt x="30394" y="33674"/>
                    <a:pt x="30274" y="33767"/>
                  </a:cubicBezTo>
                  <a:lnTo>
                    <a:pt x="32541" y="33767"/>
                  </a:lnTo>
                  <a:cubicBezTo>
                    <a:pt x="36115" y="30900"/>
                    <a:pt x="38503" y="26806"/>
                    <a:pt x="39876" y="22378"/>
                  </a:cubicBezTo>
                  <a:cubicBezTo>
                    <a:pt x="40823" y="19284"/>
                    <a:pt x="41330" y="16084"/>
                    <a:pt x="41370" y="12842"/>
                  </a:cubicBezTo>
                  <a:lnTo>
                    <a:pt x="41370" y="12282"/>
                  </a:lnTo>
                  <a:cubicBezTo>
                    <a:pt x="41370" y="9122"/>
                    <a:pt x="40930" y="5788"/>
                    <a:pt x="38862" y="3427"/>
                  </a:cubicBezTo>
                  <a:cubicBezTo>
                    <a:pt x="36702" y="987"/>
                    <a:pt x="33248" y="160"/>
                    <a:pt x="30007" y="13"/>
                  </a:cubicBezTo>
                  <a:cubicBezTo>
                    <a:pt x="29714" y="0"/>
                    <a:pt x="29407" y="0"/>
                    <a:pt x="29114" y="0"/>
                  </a:cubicBezTo>
                  <a:close/>
                  <a:moveTo>
                    <a:pt x="5882" y="33874"/>
                  </a:moveTo>
                  <a:cubicBezTo>
                    <a:pt x="8109" y="35768"/>
                    <a:pt x="10803" y="37141"/>
                    <a:pt x="13644" y="37834"/>
                  </a:cubicBezTo>
                  <a:cubicBezTo>
                    <a:pt x="15271" y="38235"/>
                    <a:pt x="16938" y="38435"/>
                    <a:pt x="18605" y="38435"/>
                  </a:cubicBezTo>
                  <a:cubicBezTo>
                    <a:pt x="22206" y="38435"/>
                    <a:pt x="25833" y="37541"/>
                    <a:pt x="29087" y="35955"/>
                  </a:cubicBezTo>
                  <a:cubicBezTo>
                    <a:pt x="30288" y="35368"/>
                    <a:pt x="31394" y="34674"/>
                    <a:pt x="32408" y="33874"/>
                  </a:cubicBezTo>
                  <a:lnTo>
                    <a:pt x="30128" y="33874"/>
                  </a:lnTo>
                  <a:cubicBezTo>
                    <a:pt x="29794" y="34114"/>
                    <a:pt x="29381" y="34314"/>
                    <a:pt x="28901" y="34367"/>
                  </a:cubicBezTo>
                  <a:cubicBezTo>
                    <a:pt x="28874" y="34367"/>
                    <a:pt x="28860" y="34354"/>
                    <a:pt x="28847" y="34328"/>
                  </a:cubicBezTo>
                  <a:lnTo>
                    <a:pt x="28833" y="34328"/>
                  </a:lnTo>
                  <a:lnTo>
                    <a:pt x="28833" y="34420"/>
                  </a:lnTo>
                  <a:lnTo>
                    <a:pt x="28833" y="34714"/>
                  </a:lnTo>
                  <a:lnTo>
                    <a:pt x="18845" y="34714"/>
                  </a:lnTo>
                  <a:lnTo>
                    <a:pt x="18845" y="34420"/>
                  </a:lnTo>
                  <a:lnTo>
                    <a:pt x="18885" y="34394"/>
                  </a:lnTo>
                  <a:lnTo>
                    <a:pt x="18885" y="33874"/>
                  </a:lnTo>
                  <a:close/>
                </a:path>
              </a:pathLst>
            </a:custGeom>
            <a:solidFill>
              <a:srgbClr val="1BAC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0349;p114">
              <a:extLst>
                <a:ext uri="{FF2B5EF4-FFF2-40B4-BE49-F238E27FC236}">
                  <a16:creationId xmlns:a16="http://schemas.microsoft.com/office/drawing/2014/main" id="{C157A9EE-E6DB-1485-2855-184065DE5CC8}"/>
                </a:ext>
              </a:extLst>
            </p:cNvPr>
            <p:cNvSpPr/>
            <p:nvPr/>
          </p:nvSpPr>
          <p:spPr>
            <a:xfrm>
              <a:off x="5427575" y="1994075"/>
              <a:ext cx="784550" cy="603175"/>
            </a:xfrm>
            <a:custGeom>
              <a:avLst/>
              <a:gdLst/>
              <a:ahLst/>
              <a:cxnLst/>
              <a:rect l="l" t="t" r="r" b="b"/>
              <a:pathLst>
                <a:path w="31382" h="24127" extrusionOk="0">
                  <a:moveTo>
                    <a:pt x="1174" y="1"/>
                  </a:moveTo>
                  <a:cubicBezTo>
                    <a:pt x="521" y="1"/>
                    <a:pt x="0" y="534"/>
                    <a:pt x="0" y="1174"/>
                  </a:cubicBezTo>
                  <a:lnTo>
                    <a:pt x="0" y="22953"/>
                  </a:lnTo>
                  <a:cubicBezTo>
                    <a:pt x="0" y="23606"/>
                    <a:pt x="534" y="24126"/>
                    <a:pt x="1174" y="24126"/>
                  </a:cubicBezTo>
                  <a:lnTo>
                    <a:pt x="30207" y="24126"/>
                  </a:lnTo>
                  <a:cubicBezTo>
                    <a:pt x="30860" y="24112"/>
                    <a:pt x="31381" y="23593"/>
                    <a:pt x="31381" y="22953"/>
                  </a:cubicBezTo>
                  <a:lnTo>
                    <a:pt x="31381" y="1174"/>
                  </a:lnTo>
                  <a:cubicBezTo>
                    <a:pt x="31381" y="521"/>
                    <a:pt x="30848" y="1"/>
                    <a:pt x="302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0350;p114">
              <a:extLst>
                <a:ext uri="{FF2B5EF4-FFF2-40B4-BE49-F238E27FC236}">
                  <a16:creationId xmlns:a16="http://schemas.microsoft.com/office/drawing/2014/main" id="{3C9129DD-7358-0702-3232-574D09C93DA7}"/>
                </a:ext>
              </a:extLst>
            </p:cNvPr>
            <p:cNvSpPr/>
            <p:nvPr/>
          </p:nvSpPr>
          <p:spPr>
            <a:xfrm>
              <a:off x="5448900" y="2040425"/>
              <a:ext cx="763225" cy="556825"/>
            </a:xfrm>
            <a:custGeom>
              <a:avLst/>
              <a:gdLst/>
              <a:ahLst/>
              <a:cxnLst/>
              <a:rect l="l" t="t" r="r" b="b"/>
              <a:pathLst>
                <a:path w="30529" h="22273" extrusionOk="0">
                  <a:moveTo>
                    <a:pt x="30528" y="1"/>
                  </a:moveTo>
                  <a:lnTo>
                    <a:pt x="1" y="22219"/>
                  </a:lnTo>
                  <a:cubicBezTo>
                    <a:pt x="108" y="22246"/>
                    <a:pt x="214" y="22272"/>
                    <a:pt x="321" y="22272"/>
                  </a:cubicBezTo>
                  <a:lnTo>
                    <a:pt x="29354" y="22272"/>
                  </a:lnTo>
                  <a:cubicBezTo>
                    <a:pt x="30007" y="22258"/>
                    <a:pt x="30528" y="21739"/>
                    <a:pt x="30528" y="21085"/>
                  </a:cubicBezTo>
                  <a:lnTo>
                    <a:pt x="305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0351;p114">
              <a:extLst>
                <a:ext uri="{FF2B5EF4-FFF2-40B4-BE49-F238E27FC236}">
                  <a16:creationId xmlns:a16="http://schemas.microsoft.com/office/drawing/2014/main" id="{4FF192AC-4617-E07A-D4B5-BD67AADA617F}"/>
                </a:ext>
              </a:extLst>
            </p:cNvPr>
            <p:cNvSpPr/>
            <p:nvPr/>
          </p:nvSpPr>
          <p:spPr>
            <a:xfrm>
              <a:off x="5945675" y="2041425"/>
              <a:ext cx="265100" cy="554150"/>
            </a:xfrm>
            <a:custGeom>
              <a:avLst/>
              <a:gdLst/>
              <a:ahLst/>
              <a:cxnLst/>
              <a:rect l="l" t="t" r="r" b="b"/>
              <a:pathLst>
                <a:path w="10604" h="22166" extrusionOk="0">
                  <a:moveTo>
                    <a:pt x="655" y="16884"/>
                  </a:moveTo>
                  <a:cubicBezTo>
                    <a:pt x="442" y="17097"/>
                    <a:pt x="228" y="17311"/>
                    <a:pt x="1" y="17497"/>
                  </a:cubicBezTo>
                  <a:lnTo>
                    <a:pt x="308" y="18605"/>
                  </a:lnTo>
                  <a:cubicBezTo>
                    <a:pt x="335" y="18605"/>
                    <a:pt x="348" y="18591"/>
                    <a:pt x="374" y="18591"/>
                  </a:cubicBezTo>
                  <a:cubicBezTo>
                    <a:pt x="428" y="18378"/>
                    <a:pt x="628" y="17711"/>
                    <a:pt x="788" y="17591"/>
                  </a:cubicBezTo>
                  <a:cubicBezTo>
                    <a:pt x="881" y="17538"/>
                    <a:pt x="1068" y="17497"/>
                    <a:pt x="1255" y="17485"/>
                  </a:cubicBezTo>
                  <a:cubicBezTo>
                    <a:pt x="1055" y="17325"/>
                    <a:pt x="842" y="17138"/>
                    <a:pt x="655" y="16884"/>
                  </a:cubicBezTo>
                  <a:close/>
                  <a:moveTo>
                    <a:pt x="10604" y="0"/>
                  </a:moveTo>
                  <a:lnTo>
                    <a:pt x="1895" y="6336"/>
                  </a:lnTo>
                  <a:lnTo>
                    <a:pt x="1295" y="7349"/>
                  </a:lnTo>
                  <a:cubicBezTo>
                    <a:pt x="1642" y="7842"/>
                    <a:pt x="1935" y="8376"/>
                    <a:pt x="2149" y="8950"/>
                  </a:cubicBezTo>
                  <a:lnTo>
                    <a:pt x="3909" y="9083"/>
                  </a:lnTo>
                  <a:lnTo>
                    <a:pt x="4176" y="10616"/>
                  </a:lnTo>
                  <a:cubicBezTo>
                    <a:pt x="4362" y="10683"/>
                    <a:pt x="4522" y="10749"/>
                    <a:pt x="4695" y="10817"/>
                  </a:cubicBezTo>
                  <a:cubicBezTo>
                    <a:pt x="5216" y="11057"/>
                    <a:pt x="6096" y="11763"/>
                    <a:pt x="5749" y="12444"/>
                  </a:cubicBezTo>
                  <a:cubicBezTo>
                    <a:pt x="5589" y="12750"/>
                    <a:pt x="5229" y="12897"/>
                    <a:pt x="4869" y="12990"/>
                  </a:cubicBezTo>
                  <a:cubicBezTo>
                    <a:pt x="4896" y="13870"/>
                    <a:pt x="4615" y="14857"/>
                    <a:pt x="4615" y="14857"/>
                  </a:cubicBezTo>
                  <a:lnTo>
                    <a:pt x="4589" y="14830"/>
                  </a:lnTo>
                  <a:lnTo>
                    <a:pt x="4589" y="14830"/>
                  </a:lnTo>
                  <a:cubicBezTo>
                    <a:pt x="5003" y="15564"/>
                    <a:pt x="4295" y="16071"/>
                    <a:pt x="4295" y="16071"/>
                  </a:cubicBezTo>
                  <a:cubicBezTo>
                    <a:pt x="4176" y="16444"/>
                    <a:pt x="3868" y="17044"/>
                    <a:pt x="3669" y="17405"/>
                  </a:cubicBezTo>
                  <a:cubicBezTo>
                    <a:pt x="3815" y="17431"/>
                    <a:pt x="3989" y="17458"/>
                    <a:pt x="4122" y="17551"/>
                  </a:cubicBezTo>
                  <a:cubicBezTo>
                    <a:pt x="4375" y="17711"/>
                    <a:pt x="4522" y="18312"/>
                    <a:pt x="4576" y="18552"/>
                  </a:cubicBezTo>
                  <a:cubicBezTo>
                    <a:pt x="5949" y="19112"/>
                    <a:pt x="7616" y="19885"/>
                    <a:pt x="7789" y="19965"/>
                  </a:cubicBezTo>
                  <a:lnTo>
                    <a:pt x="7803" y="19965"/>
                  </a:lnTo>
                  <a:cubicBezTo>
                    <a:pt x="7843" y="19992"/>
                    <a:pt x="8509" y="20445"/>
                    <a:pt x="9137" y="22165"/>
                  </a:cubicBezTo>
                  <a:lnTo>
                    <a:pt x="9483" y="22165"/>
                  </a:lnTo>
                  <a:cubicBezTo>
                    <a:pt x="10110" y="22165"/>
                    <a:pt x="10604" y="21672"/>
                    <a:pt x="10604" y="21059"/>
                  </a:cubicBezTo>
                  <a:lnTo>
                    <a:pt x="106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0352;p114">
              <a:extLst>
                <a:ext uri="{FF2B5EF4-FFF2-40B4-BE49-F238E27FC236}">
                  <a16:creationId xmlns:a16="http://schemas.microsoft.com/office/drawing/2014/main" id="{C2E4C0D6-4B7E-A586-E703-54EC5F632D1D}"/>
                </a:ext>
              </a:extLst>
            </p:cNvPr>
            <p:cNvSpPr/>
            <p:nvPr/>
          </p:nvSpPr>
          <p:spPr>
            <a:xfrm>
              <a:off x="5450250" y="2441500"/>
              <a:ext cx="445125" cy="154075"/>
            </a:xfrm>
            <a:custGeom>
              <a:avLst/>
              <a:gdLst/>
              <a:ahLst/>
              <a:cxnLst/>
              <a:rect l="l" t="t" r="r" b="b"/>
              <a:pathLst>
                <a:path w="17805" h="6163" extrusionOk="0">
                  <a:moveTo>
                    <a:pt x="8429" y="1"/>
                  </a:moveTo>
                  <a:lnTo>
                    <a:pt x="0" y="6135"/>
                  </a:lnTo>
                  <a:cubicBezTo>
                    <a:pt x="80" y="6162"/>
                    <a:pt x="174" y="6162"/>
                    <a:pt x="267" y="6162"/>
                  </a:cubicBezTo>
                  <a:lnTo>
                    <a:pt x="15470" y="6162"/>
                  </a:lnTo>
                  <a:cubicBezTo>
                    <a:pt x="15524" y="5895"/>
                    <a:pt x="15618" y="5602"/>
                    <a:pt x="15737" y="5296"/>
                  </a:cubicBezTo>
                  <a:cubicBezTo>
                    <a:pt x="15751" y="5296"/>
                    <a:pt x="15751" y="5282"/>
                    <a:pt x="15751" y="5269"/>
                  </a:cubicBezTo>
                  <a:cubicBezTo>
                    <a:pt x="15884" y="4682"/>
                    <a:pt x="16270" y="4188"/>
                    <a:pt x="16818" y="3922"/>
                  </a:cubicBezTo>
                  <a:cubicBezTo>
                    <a:pt x="16831" y="3895"/>
                    <a:pt x="16857" y="3882"/>
                    <a:pt x="16871" y="3868"/>
                  </a:cubicBezTo>
                  <a:cubicBezTo>
                    <a:pt x="16884" y="3868"/>
                    <a:pt x="16898" y="3856"/>
                    <a:pt x="16911" y="3856"/>
                  </a:cubicBezTo>
                  <a:lnTo>
                    <a:pt x="16898" y="3815"/>
                  </a:lnTo>
                  <a:cubicBezTo>
                    <a:pt x="16898" y="3788"/>
                    <a:pt x="16911" y="3762"/>
                    <a:pt x="16937" y="3762"/>
                  </a:cubicBezTo>
                  <a:cubicBezTo>
                    <a:pt x="16991" y="3735"/>
                    <a:pt x="17325" y="3602"/>
                    <a:pt x="17805" y="3429"/>
                  </a:cubicBezTo>
                  <a:lnTo>
                    <a:pt x="17325" y="2949"/>
                  </a:lnTo>
                  <a:cubicBezTo>
                    <a:pt x="16751" y="3135"/>
                    <a:pt x="16151" y="3269"/>
                    <a:pt x="15538" y="3335"/>
                  </a:cubicBezTo>
                  <a:lnTo>
                    <a:pt x="14964" y="4962"/>
                  </a:lnTo>
                  <a:lnTo>
                    <a:pt x="12963" y="4789"/>
                  </a:lnTo>
                  <a:lnTo>
                    <a:pt x="12684" y="3055"/>
                  </a:lnTo>
                  <a:cubicBezTo>
                    <a:pt x="12097" y="2895"/>
                    <a:pt x="11537" y="2655"/>
                    <a:pt x="11003" y="2348"/>
                  </a:cubicBezTo>
                  <a:lnTo>
                    <a:pt x="9576" y="3429"/>
                  </a:lnTo>
                  <a:lnTo>
                    <a:pt x="8043" y="2135"/>
                  </a:lnTo>
                  <a:lnTo>
                    <a:pt x="8816" y="534"/>
                  </a:lnTo>
                  <a:lnTo>
                    <a:pt x="8455" y="54"/>
                  </a:lnTo>
                  <a:cubicBezTo>
                    <a:pt x="8455" y="41"/>
                    <a:pt x="8443" y="15"/>
                    <a:pt x="8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0353;p114">
              <a:extLst>
                <a:ext uri="{FF2B5EF4-FFF2-40B4-BE49-F238E27FC236}">
                  <a16:creationId xmlns:a16="http://schemas.microsoft.com/office/drawing/2014/main" id="{4866AC6F-974E-451F-5714-B4675CFDF621}"/>
                </a:ext>
              </a:extLst>
            </p:cNvPr>
            <p:cNvSpPr/>
            <p:nvPr/>
          </p:nvSpPr>
          <p:spPr>
            <a:xfrm>
              <a:off x="5750975" y="2282150"/>
              <a:ext cx="149075" cy="133050"/>
            </a:xfrm>
            <a:custGeom>
              <a:avLst/>
              <a:gdLst/>
              <a:ahLst/>
              <a:cxnLst/>
              <a:rect l="l" t="t" r="r" b="b"/>
              <a:pathLst>
                <a:path w="5963" h="5322" extrusionOk="0">
                  <a:moveTo>
                    <a:pt x="5162" y="0"/>
                  </a:moveTo>
                  <a:lnTo>
                    <a:pt x="1" y="3748"/>
                  </a:lnTo>
                  <a:cubicBezTo>
                    <a:pt x="134" y="3974"/>
                    <a:pt x="294" y="4188"/>
                    <a:pt x="495" y="4374"/>
                  </a:cubicBezTo>
                  <a:cubicBezTo>
                    <a:pt x="1094" y="4988"/>
                    <a:pt x="1894" y="5322"/>
                    <a:pt x="2762" y="5322"/>
                  </a:cubicBezTo>
                  <a:cubicBezTo>
                    <a:pt x="4522" y="5322"/>
                    <a:pt x="5962" y="3881"/>
                    <a:pt x="5962" y="2107"/>
                  </a:cubicBezTo>
                  <a:lnTo>
                    <a:pt x="5962" y="2094"/>
                  </a:lnTo>
                  <a:cubicBezTo>
                    <a:pt x="5962" y="1334"/>
                    <a:pt x="5682" y="587"/>
                    <a:pt x="5189" y="14"/>
                  </a:cubicBezTo>
                  <a:cubicBezTo>
                    <a:pt x="5175" y="14"/>
                    <a:pt x="5175" y="0"/>
                    <a:pt x="51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0354;p114">
              <a:extLst>
                <a:ext uri="{FF2B5EF4-FFF2-40B4-BE49-F238E27FC236}">
                  <a16:creationId xmlns:a16="http://schemas.microsoft.com/office/drawing/2014/main" id="{97E7D72F-026E-DD71-8A58-0894A92DCA79}"/>
                </a:ext>
              </a:extLst>
            </p:cNvPr>
            <p:cNvSpPr/>
            <p:nvPr/>
          </p:nvSpPr>
          <p:spPr>
            <a:xfrm>
              <a:off x="5590625" y="2102775"/>
              <a:ext cx="460125" cy="461450"/>
            </a:xfrm>
            <a:custGeom>
              <a:avLst/>
              <a:gdLst/>
              <a:ahLst/>
              <a:cxnLst/>
              <a:rect l="l" t="t" r="r" b="b"/>
              <a:pathLst>
                <a:path w="18405" h="18458" extrusionOk="0">
                  <a:moveTo>
                    <a:pt x="9176" y="6028"/>
                  </a:moveTo>
                  <a:cubicBezTo>
                    <a:pt x="10029" y="6028"/>
                    <a:pt x="10856" y="6362"/>
                    <a:pt x="11470" y="6976"/>
                  </a:cubicBezTo>
                  <a:cubicBezTo>
                    <a:pt x="11523" y="7029"/>
                    <a:pt x="11589" y="7095"/>
                    <a:pt x="11642" y="7162"/>
                  </a:cubicBezTo>
                  <a:cubicBezTo>
                    <a:pt x="12149" y="7749"/>
                    <a:pt x="12430" y="8496"/>
                    <a:pt x="12430" y="9269"/>
                  </a:cubicBezTo>
                  <a:lnTo>
                    <a:pt x="12430" y="9282"/>
                  </a:lnTo>
                  <a:cubicBezTo>
                    <a:pt x="12430" y="11083"/>
                    <a:pt x="10976" y="12550"/>
                    <a:pt x="9176" y="12550"/>
                  </a:cubicBezTo>
                  <a:cubicBezTo>
                    <a:pt x="7375" y="12550"/>
                    <a:pt x="5908" y="11083"/>
                    <a:pt x="5908" y="9282"/>
                  </a:cubicBezTo>
                  <a:cubicBezTo>
                    <a:pt x="5908" y="7482"/>
                    <a:pt x="7375" y="6028"/>
                    <a:pt x="9176" y="6028"/>
                  </a:cubicBezTo>
                  <a:close/>
                  <a:moveTo>
                    <a:pt x="8189" y="0"/>
                  </a:moveTo>
                  <a:lnTo>
                    <a:pt x="7748" y="1761"/>
                  </a:lnTo>
                  <a:cubicBezTo>
                    <a:pt x="7149" y="1881"/>
                    <a:pt x="6575" y="2054"/>
                    <a:pt x="6028" y="2308"/>
                  </a:cubicBezTo>
                  <a:lnTo>
                    <a:pt x="4641" y="1120"/>
                  </a:lnTo>
                  <a:lnTo>
                    <a:pt x="3081" y="2187"/>
                  </a:lnTo>
                  <a:lnTo>
                    <a:pt x="3735" y="3894"/>
                  </a:lnTo>
                  <a:cubicBezTo>
                    <a:pt x="3308" y="4321"/>
                    <a:pt x="2961" y="4801"/>
                    <a:pt x="2654" y="5322"/>
                  </a:cubicBezTo>
                  <a:lnTo>
                    <a:pt x="854" y="5135"/>
                  </a:lnTo>
                  <a:lnTo>
                    <a:pt x="200" y="6949"/>
                  </a:lnTo>
                  <a:lnTo>
                    <a:pt x="1694" y="7962"/>
                  </a:lnTo>
                  <a:cubicBezTo>
                    <a:pt x="1614" y="8389"/>
                    <a:pt x="1587" y="8816"/>
                    <a:pt x="1587" y="9243"/>
                  </a:cubicBezTo>
                  <a:cubicBezTo>
                    <a:pt x="1574" y="9416"/>
                    <a:pt x="1574" y="9602"/>
                    <a:pt x="1587" y="9776"/>
                  </a:cubicBezTo>
                  <a:lnTo>
                    <a:pt x="0" y="10669"/>
                  </a:lnTo>
                  <a:lnTo>
                    <a:pt x="507" y="12510"/>
                  </a:lnTo>
                  <a:lnTo>
                    <a:pt x="2294" y="12510"/>
                  </a:lnTo>
                  <a:cubicBezTo>
                    <a:pt x="2467" y="12883"/>
                    <a:pt x="2668" y="13230"/>
                    <a:pt x="2894" y="13576"/>
                  </a:cubicBezTo>
                  <a:cubicBezTo>
                    <a:pt x="3001" y="13750"/>
                    <a:pt x="3134" y="13910"/>
                    <a:pt x="3267" y="14070"/>
                  </a:cubicBezTo>
                  <a:lnTo>
                    <a:pt x="2494" y="15671"/>
                  </a:lnTo>
                  <a:lnTo>
                    <a:pt x="3961" y="16898"/>
                  </a:lnTo>
                  <a:lnTo>
                    <a:pt x="5388" y="15844"/>
                  </a:lnTo>
                  <a:cubicBezTo>
                    <a:pt x="5934" y="16151"/>
                    <a:pt x="6508" y="16391"/>
                    <a:pt x="7108" y="16564"/>
                  </a:cubicBezTo>
                  <a:lnTo>
                    <a:pt x="7401" y="18285"/>
                  </a:lnTo>
                  <a:lnTo>
                    <a:pt x="9309" y="18458"/>
                  </a:lnTo>
                  <a:lnTo>
                    <a:pt x="9882" y="16831"/>
                  </a:lnTo>
                  <a:cubicBezTo>
                    <a:pt x="10509" y="16764"/>
                    <a:pt x="11136" y="16631"/>
                    <a:pt x="11722" y="16430"/>
                  </a:cubicBezTo>
                  <a:lnTo>
                    <a:pt x="12937" y="17645"/>
                  </a:lnTo>
                  <a:lnTo>
                    <a:pt x="14603" y="16684"/>
                  </a:lnTo>
                  <a:lnTo>
                    <a:pt x="14150" y="15031"/>
                  </a:lnTo>
                  <a:cubicBezTo>
                    <a:pt x="14630" y="14617"/>
                    <a:pt x="15070" y="14150"/>
                    <a:pt x="15430" y="13644"/>
                  </a:cubicBezTo>
                  <a:lnTo>
                    <a:pt x="17124" y="13950"/>
                  </a:lnTo>
                  <a:lnTo>
                    <a:pt x="17937" y="12203"/>
                  </a:lnTo>
                  <a:lnTo>
                    <a:pt x="16603" y="11136"/>
                  </a:lnTo>
                  <a:cubicBezTo>
                    <a:pt x="16751" y="10536"/>
                    <a:pt x="16817" y="9910"/>
                    <a:pt x="16817" y="9282"/>
                  </a:cubicBezTo>
                  <a:lnTo>
                    <a:pt x="18404" y="8576"/>
                  </a:lnTo>
                  <a:lnTo>
                    <a:pt x="18058" y="6682"/>
                  </a:lnTo>
                  <a:lnTo>
                    <a:pt x="16310" y="6535"/>
                  </a:lnTo>
                  <a:cubicBezTo>
                    <a:pt x="16084" y="5962"/>
                    <a:pt x="15790" y="5402"/>
                    <a:pt x="15430" y="4895"/>
                  </a:cubicBezTo>
                  <a:lnTo>
                    <a:pt x="15977" y="3974"/>
                  </a:lnTo>
                  <a:lnTo>
                    <a:pt x="16324" y="3375"/>
                  </a:lnTo>
                  <a:lnTo>
                    <a:pt x="14976" y="2027"/>
                  </a:lnTo>
                  <a:lnTo>
                    <a:pt x="13456" y="2948"/>
                  </a:lnTo>
                  <a:cubicBezTo>
                    <a:pt x="12576" y="2335"/>
                    <a:pt x="11589" y="1935"/>
                    <a:pt x="10549" y="1748"/>
                  </a:cubicBezTo>
                  <a:lnTo>
                    <a:pt x="101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0355;p114">
              <a:extLst>
                <a:ext uri="{FF2B5EF4-FFF2-40B4-BE49-F238E27FC236}">
                  <a16:creationId xmlns:a16="http://schemas.microsoft.com/office/drawing/2014/main" id="{2A15AC1D-17C5-2D05-1B95-96D3CC47A4CC}"/>
                </a:ext>
              </a:extLst>
            </p:cNvPr>
            <p:cNvSpPr/>
            <p:nvPr/>
          </p:nvSpPr>
          <p:spPr>
            <a:xfrm>
              <a:off x="5589300" y="2101425"/>
              <a:ext cx="462775" cy="464125"/>
            </a:xfrm>
            <a:custGeom>
              <a:avLst/>
              <a:gdLst/>
              <a:ahLst/>
              <a:cxnLst/>
              <a:rect l="l" t="t" r="r" b="b"/>
              <a:pathLst>
                <a:path w="18511" h="18565" extrusionOk="0">
                  <a:moveTo>
                    <a:pt x="9229" y="6136"/>
                  </a:moveTo>
                  <a:cubicBezTo>
                    <a:pt x="10082" y="6136"/>
                    <a:pt x="10882" y="6469"/>
                    <a:pt x="11482" y="7069"/>
                  </a:cubicBezTo>
                  <a:lnTo>
                    <a:pt x="11656" y="7243"/>
                  </a:lnTo>
                  <a:cubicBezTo>
                    <a:pt x="12149" y="7816"/>
                    <a:pt x="12429" y="8563"/>
                    <a:pt x="12429" y="9323"/>
                  </a:cubicBezTo>
                  <a:lnTo>
                    <a:pt x="12429" y="9336"/>
                  </a:lnTo>
                  <a:cubicBezTo>
                    <a:pt x="12429" y="11110"/>
                    <a:pt x="10989" y="12551"/>
                    <a:pt x="9229" y="12551"/>
                  </a:cubicBezTo>
                  <a:cubicBezTo>
                    <a:pt x="8361" y="12551"/>
                    <a:pt x="7561" y="12217"/>
                    <a:pt x="6962" y="11603"/>
                  </a:cubicBezTo>
                  <a:cubicBezTo>
                    <a:pt x="6348" y="11004"/>
                    <a:pt x="6014" y="10190"/>
                    <a:pt x="6014" y="9336"/>
                  </a:cubicBezTo>
                  <a:cubicBezTo>
                    <a:pt x="6014" y="8483"/>
                    <a:pt x="6348" y="7683"/>
                    <a:pt x="6962" y="7069"/>
                  </a:cubicBezTo>
                  <a:cubicBezTo>
                    <a:pt x="7561" y="6469"/>
                    <a:pt x="8375" y="6136"/>
                    <a:pt x="9229" y="6136"/>
                  </a:cubicBezTo>
                  <a:close/>
                  <a:moveTo>
                    <a:pt x="9229" y="6029"/>
                  </a:moveTo>
                  <a:cubicBezTo>
                    <a:pt x="8335" y="6029"/>
                    <a:pt x="7508" y="6376"/>
                    <a:pt x="6882" y="7003"/>
                  </a:cubicBezTo>
                  <a:cubicBezTo>
                    <a:pt x="6254" y="7629"/>
                    <a:pt x="5907" y="8456"/>
                    <a:pt x="5907" y="9336"/>
                  </a:cubicBezTo>
                  <a:cubicBezTo>
                    <a:pt x="5907" y="10230"/>
                    <a:pt x="6254" y="11057"/>
                    <a:pt x="6882" y="11683"/>
                  </a:cubicBezTo>
                  <a:cubicBezTo>
                    <a:pt x="7508" y="12311"/>
                    <a:pt x="8335" y="12657"/>
                    <a:pt x="9229" y="12657"/>
                  </a:cubicBezTo>
                  <a:cubicBezTo>
                    <a:pt x="11055" y="12657"/>
                    <a:pt x="12536" y="11164"/>
                    <a:pt x="12536" y="9336"/>
                  </a:cubicBezTo>
                  <a:lnTo>
                    <a:pt x="12536" y="9323"/>
                  </a:lnTo>
                  <a:cubicBezTo>
                    <a:pt x="12536" y="8536"/>
                    <a:pt x="12243" y="7776"/>
                    <a:pt x="11736" y="7176"/>
                  </a:cubicBezTo>
                  <a:cubicBezTo>
                    <a:pt x="11683" y="7122"/>
                    <a:pt x="11629" y="7056"/>
                    <a:pt x="11562" y="6989"/>
                  </a:cubicBezTo>
                  <a:cubicBezTo>
                    <a:pt x="10936" y="6376"/>
                    <a:pt x="10109" y="6029"/>
                    <a:pt x="9229" y="6029"/>
                  </a:cubicBezTo>
                  <a:close/>
                  <a:moveTo>
                    <a:pt x="10122" y="108"/>
                  </a:moveTo>
                  <a:lnTo>
                    <a:pt x="10548" y="1841"/>
                  </a:lnTo>
                  <a:lnTo>
                    <a:pt x="10589" y="1855"/>
                  </a:lnTo>
                  <a:cubicBezTo>
                    <a:pt x="11629" y="2042"/>
                    <a:pt x="12602" y="2442"/>
                    <a:pt x="13470" y="3042"/>
                  </a:cubicBezTo>
                  <a:lnTo>
                    <a:pt x="13509" y="3055"/>
                  </a:lnTo>
                  <a:lnTo>
                    <a:pt x="15017" y="2149"/>
                  </a:lnTo>
                  <a:lnTo>
                    <a:pt x="16310" y="3442"/>
                  </a:lnTo>
                  <a:lnTo>
                    <a:pt x="15417" y="4949"/>
                  </a:lnTo>
                  <a:lnTo>
                    <a:pt x="15443" y="4976"/>
                  </a:lnTo>
                  <a:cubicBezTo>
                    <a:pt x="15803" y="5483"/>
                    <a:pt x="16096" y="6029"/>
                    <a:pt x="16310" y="6616"/>
                  </a:cubicBezTo>
                  <a:lnTo>
                    <a:pt x="16324" y="6642"/>
                  </a:lnTo>
                  <a:lnTo>
                    <a:pt x="18070" y="6790"/>
                  </a:lnTo>
                  <a:lnTo>
                    <a:pt x="18390" y="8589"/>
                  </a:lnTo>
                  <a:lnTo>
                    <a:pt x="16816" y="9310"/>
                  </a:lnTo>
                  <a:lnTo>
                    <a:pt x="16816" y="9336"/>
                  </a:lnTo>
                  <a:cubicBezTo>
                    <a:pt x="16816" y="9964"/>
                    <a:pt x="16750" y="10577"/>
                    <a:pt x="16603" y="11177"/>
                  </a:cubicBezTo>
                  <a:lnTo>
                    <a:pt x="16603" y="11203"/>
                  </a:lnTo>
                  <a:lnTo>
                    <a:pt x="17924" y="12270"/>
                  </a:lnTo>
                  <a:lnTo>
                    <a:pt x="17137" y="13938"/>
                  </a:lnTo>
                  <a:lnTo>
                    <a:pt x="15456" y="13630"/>
                  </a:lnTo>
                  <a:lnTo>
                    <a:pt x="15443" y="13671"/>
                  </a:lnTo>
                  <a:cubicBezTo>
                    <a:pt x="15070" y="14178"/>
                    <a:pt x="14643" y="14631"/>
                    <a:pt x="14163" y="15044"/>
                  </a:cubicBezTo>
                  <a:lnTo>
                    <a:pt x="14136" y="15058"/>
                  </a:lnTo>
                  <a:lnTo>
                    <a:pt x="14603" y="16712"/>
                  </a:lnTo>
                  <a:lnTo>
                    <a:pt x="13002" y="17631"/>
                  </a:lnTo>
                  <a:lnTo>
                    <a:pt x="11789" y="16418"/>
                  </a:lnTo>
                  <a:lnTo>
                    <a:pt x="11763" y="16431"/>
                  </a:lnTo>
                  <a:cubicBezTo>
                    <a:pt x="11176" y="16632"/>
                    <a:pt x="10562" y="16765"/>
                    <a:pt x="9935" y="16831"/>
                  </a:cubicBezTo>
                  <a:lnTo>
                    <a:pt x="9896" y="16831"/>
                  </a:lnTo>
                  <a:lnTo>
                    <a:pt x="9335" y="18445"/>
                  </a:lnTo>
                  <a:lnTo>
                    <a:pt x="7495" y="18285"/>
                  </a:lnTo>
                  <a:lnTo>
                    <a:pt x="7214" y="16578"/>
                  </a:lnTo>
                  <a:lnTo>
                    <a:pt x="7175" y="16564"/>
                  </a:lnTo>
                  <a:cubicBezTo>
                    <a:pt x="6574" y="16392"/>
                    <a:pt x="6001" y="16152"/>
                    <a:pt x="5468" y="15844"/>
                  </a:cubicBezTo>
                  <a:lnTo>
                    <a:pt x="5441" y="15831"/>
                  </a:lnTo>
                  <a:lnTo>
                    <a:pt x="4028" y="16885"/>
                  </a:lnTo>
                  <a:lnTo>
                    <a:pt x="2614" y="15711"/>
                  </a:lnTo>
                  <a:lnTo>
                    <a:pt x="3374" y="14124"/>
                  </a:lnTo>
                  <a:lnTo>
                    <a:pt x="3361" y="14098"/>
                  </a:lnTo>
                  <a:cubicBezTo>
                    <a:pt x="3227" y="13938"/>
                    <a:pt x="3107" y="13764"/>
                    <a:pt x="2987" y="13591"/>
                  </a:cubicBezTo>
                  <a:cubicBezTo>
                    <a:pt x="2760" y="13257"/>
                    <a:pt x="2561" y="12910"/>
                    <a:pt x="2387" y="12551"/>
                  </a:cubicBezTo>
                  <a:lnTo>
                    <a:pt x="2374" y="12510"/>
                  </a:lnTo>
                  <a:lnTo>
                    <a:pt x="600" y="12510"/>
                  </a:lnTo>
                  <a:lnTo>
                    <a:pt x="120" y="10750"/>
                  </a:lnTo>
                  <a:lnTo>
                    <a:pt x="1693" y="9857"/>
                  </a:lnTo>
                  <a:lnTo>
                    <a:pt x="1693" y="9830"/>
                  </a:lnTo>
                  <a:cubicBezTo>
                    <a:pt x="1680" y="9656"/>
                    <a:pt x="1680" y="9483"/>
                    <a:pt x="1693" y="9297"/>
                  </a:cubicBezTo>
                  <a:cubicBezTo>
                    <a:pt x="1693" y="8870"/>
                    <a:pt x="1720" y="8443"/>
                    <a:pt x="1800" y="8029"/>
                  </a:cubicBezTo>
                  <a:lnTo>
                    <a:pt x="1800" y="7990"/>
                  </a:lnTo>
                  <a:lnTo>
                    <a:pt x="320" y="6976"/>
                  </a:lnTo>
                  <a:lnTo>
                    <a:pt x="946" y="5255"/>
                  </a:lnTo>
                  <a:lnTo>
                    <a:pt x="2747" y="5429"/>
                  </a:lnTo>
                  <a:lnTo>
                    <a:pt x="2760" y="5403"/>
                  </a:lnTo>
                  <a:cubicBezTo>
                    <a:pt x="3054" y="4882"/>
                    <a:pt x="3414" y="4402"/>
                    <a:pt x="3827" y="3975"/>
                  </a:cubicBezTo>
                  <a:lnTo>
                    <a:pt x="3841" y="3962"/>
                  </a:lnTo>
                  <a:lnTo>
                    <a:pt x="3201" y="2268"/>
                  </a:lnTo>
                  <a:lnTo>
                    <a:pt x="4694" y="1242"/>
                  </a:lnTo>
                  <a:lnTo>
                    <a:pt x="6067" y="2428"/>
                  </a:lnTo>
                  <a:lnTo>
                    <a:pt x="6094" y="2415"/>
                  </a:lnTo>
                  <a:cubicBezTo>
                    <a:pt x="6641" y="2161"/>
                    <a:pt x="7228" y="1975"/>
                    <a:pt x="7815" y="1868"/>
                  </a:cubicBezTo>
                  <a:lnTo>
                    <a:pt x="7842" y="1855"/>
                  </a:lnTo>
                  <a:lnTo>
                    <a:pt x="8281" y="108"/>
                  </a:lnTo>
                  <a:close/>
                  <a:moveTo>
                    <a:pt x="8201" y="1"/>
                  </a:moveTo>
                  <a:lnTo>
                    <a:pt x="7762" y="1761"/>
                  </a:lnTo>
                  <a:cubicBezTo>
                    <a:pt x="7188" y="1882"/>
                    <a:pt x="6628" y="2069"/>
                    <a:pt x="6081" y="2295"/>
                  </a:cubicBezTo>
                  <a:lnTo>
                    <a:pt x="4707" y="1108"/>
                  </a:lnTo>
                  <a:lnTo>
                    <a:pt x="3067" y="2229"/>
                  </a:lnTo>
                  <a:lnTo>
                    <a:pt x="3720" y="3936"/>
                  </a:lnTo>
                  <a:cubicBezTo>
                    <a:pt x="3320" y="4348"/>
                    <a:pt x="2973" y="4816"/>
                    <a:pt x="2680" y="5323"/>
                  </a:cubicBezTo>
                  <a:lnTo>
                    <a:pt x="866" y="5136"/>
                  </a:lnTo>
                  <a:lnTo>
                    <a:pt x="187" y="7016"/>
                  </a:lnTo>
                  <a:lnTo>
                    <a:pt x="1680" y="8043"/>
                  </a:lnTo>
                  <a:cubicBezTo>
                    <a:pt x="1613" y="8456"/>
                    <a:pt x="1587" y="8883"/>
                    <a:pt x="1587" y="9297"/>
                  </a:cubicBezTo>
                  <a:cubicBezTo>
                    <a:pt x="1574" y="9457"/>
                    <a:pt x="1574" y="9630"/>
                    <a:pt x="1587" y="9804"/>
                  </a:cubicBezTo>
                  <a:lnTo>
                    <a:pt x="0" y="10697"/>
                  </a:lnTo>
                  <a:lnTo>
                    <a:pt x="520" y="12617"/>
                  </a:lnTo>
                  <a:lnTo>
                    <a:pt x="2307" y="12617"/>
                  </a:lnTo>
                  <a:cubicBezTo>
                    <a:pt x="2481" y="12978"/>
                    <a:pt x="2680" y="13324"/>
                    <a:pt x="2893" y="13657"/>
                  </a:cubicBezTo>
                  <a:lnTo>
                    <a:pt x="3254" y="14137"/>
                  </a:lnTo>
                  <a:lnTo>
                    <a:pt x="2481" y="15738"/>
                  </a:lnTo>
                  <a:lnTo>
                    <a:pt x="4014" y="17032"/>
                  </a:lnTo>
                  <a:lnTo>
                    <a:pt x="5441" y="15951"/>
                  </a:lnTo>
                  <a:cubicBezTo>
                    <a:pt x="5975" y="16258"/>
                    <a:pt x="6535" y="16498"/>
                    <a:pt x="7122" y="16658"/>
                  </a:cubicBezTo>
                  <a:lnTo>
                    <a:pt x="7401" y="18392"/>
                  </a:lnTo>
                  <a:lnTo>
                    <a:pt x="9402" y="18565"/>
                  </a:lnTo>
                  <a:lnTo>
                    <a:pt x="9976" y="16938"/>
                  </a:lnTo>
                  <a:cubicBezTo>
                    <a:pt x="10589" y="16872"/>
                    <a:pt x="11189" y="16738"/>
                    <a:pt x="11763" y="16552"/>
                  </a:cubicBezTo>
                  <a:lnTo>
                    <a:pt x="12990" y="17765"/>
                  </a:lnTo>
                  <a:lnTo>
                    <a:pt x="14723" y="16765"/>
                  </a:lnTo>
                  <a:lnTo>
                    <a:pt x="14256" y="15097"/>
                  </a:lnTo>
                  <a:cubicBezTo>
                    <a:pt x="14736" y="14697"/>
                    <a:pt x="15150" y="14258"/>
                    <a:pt x="15510" y="13751"/>
                  </a:cubicBezTo>
                  <a:lnTo>
                    <a:pt x="17204" y="14057"/>
                  </a:lnTo>
                  <a:lnTo>
                    <a:pt x="18057" y="12244"/>
                  </a:lnTo>
                  <a:lnTo>
                    <a:pt x="16724" y="11164"/>
                  </a:lnTo>
                  <a:cubicBezTo>
                    <a:pt x="16857" y="10577"/>
                    <a:pt x="16923" y="9976"/>
                    <a:pt x="16923" y="9377"/>
                  </a:cubicBezTo>
                  <a:lnTo>
                    <a:pt x="18511" y="8657"/>
                  </a:lnTo>
                  <a:lnTo>
                    <a:pt x="18164" y="6683"/>
                  </a:lnTo>
                  <a:lnTo>
                    <a:pt x="16404" y="6550"/>
                  </a:lnTo>
                  <a:cubicBezTo>
                    <a:pt x="16190" y="5976"/>
                    <a:pt x="15897" y="5442"/>
                    <a:pt x="15550" y="4949"/>
                  </a:cubicBezTo>
                  <a:lnTo>
                    <a:pt x="16457" y="3415"/>
                  </a:lnTo>
                  <a:lnTo>
                    <a:pt x="15029" y="2015"/>
                  </a:lnTo>
                  <a:lnTo>
                    <a:pt x="13509" y="2935"/>
                  </a:lnTo>
                  <a:cubicBezTo>
                    <a:pt x="12643" y="2335"/>
                    <a:pt x="11683" y="1935"/>
                    <a:pt x="10642" y="1748"/>
                  </a:cubicBezTo>
                  <a:lnTo>
                    <a:pt x="102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0356;p114">
              <a:extLst>
                <a:ext uri="{FF2B5EF4-FFF2-40B4-BE49-F238E27FC236}">
                  <a16:creationId xmlns:a16="http://schemas.microsoft.com/office/drawing/2014/main" id="{857AE502-F6A4-7886-40E1-5F2D691B9B95}"/>
                </a:ext>
              </a:extLst>
            </p:cNvPr>
            <p:cNvSpPr/>
            <p:nvPr/>
          </p:nvSpPr>
          <p:spPr>
            <a:xfrm>
              <a:off x="5654625" y="2204125"/>
              <a:ext cx="392775" cy="358450"/>
            </a:xfrm>
            <a:custGeom>
              <a:avLst/>
              <a:gdLst/>
              <a:ahLst/>
              <a:cxnLst/>
              <a:rect l="l" t="t" r="r" b="b"/>
              <a:pathLst>
                <a:path w="15711" h="14338" extrusionOk="0">
                  <a:moveTo>
                    <a:pt x="13310" y="0"/>
                  </a:moveTo>
                  <a:lnTo>
                    <a:pt x="10656" y="1948"/>
                  </a:lnTo>
                  <a:cubicBezTo>
                    <a:pt x="11323" y="2748"/>
                    <a:pt x="11750" y="3761"/>
                    <a:pt x="11830" y="4869"/>
                  </a:cubicBezTo>
                  <a:cubicBezTo>
                    <a:pt x="11843" y="4855"/>
                    <a:pt x="11870" y="4842"/>
                    <a:pt x="11897" y="4828"/>
                  </a:cubicBezTo>
                  <a:lnTo>
                    <a:pt x="12256" y="4549"/>
                  </a:lnTo>
                  <a:cubicBezTo>
                    <a:pt x="12843" y="4069"/>
                    <a:pt x="13590" y="3868"/>
                    <a:pt x="14351" y="3868"/>
                  </a:cubicBezTo>
                  <a:cubicBezTo>
                    <a:pt x="14804" y="3868"/>
                    <a:pt x="15270" y="3948"/>
                    <a:pt x="15711" y="4081"/>
                  </a:cubicBezTo>
                  <a:lnTo>
                    <a:pt x="15457" y="2682"/>
                  </a:lnTo>
                  <a:lnTo>
                    <a:pt x="13711" y="2534"/>
                  </a:lnTo>
                  <a:lnTo>
                    <a:pt x="13697" y="2508"/>
                  </a:lnTo>
                  <a:cubicBezTo>
                    <a:pt x="13483" y="1921"/>
                    <a:pt x="13190" y="1375"/>
                    <a:pt x="12830" y="868"/>
                  </a:cubicBezTo>
                  <a:lnTo>
                    <a:pt x="12804" y="841"/>
                  </a:lnTo>
                  <a:lnTo>
                    <a:pt x="13310" y="0"/>
                  </a:lnTo>
                  <a:close/>
                  <a:moveTo>
                    <a:pt x="2295" y="8082"/>
                  </a:moveTo>
                  <a:lnTo>
                    <a:pt x="374" y="9483"/>
                  </a:lnTo>
                  <a:cubicBezTo>
                    <a:pt x="494" y="9656"/>
                    <a:pt x="614" y="9830"/>
                    <a:pt x="748" y="9990"/>
                  </a:cubicBezTo>
                  <a:lnTo>
                    <a:pt x="761" y="10016"/>
                  </a:lnTo>
                  <a:lnTo>
                    <a:pt x="1" y="11603"/>
                  </a:lnTo>
                  <a:lnTo>
                    <a:pt x="1415" y="12777"/>
                  </a:lnTo>
                  <a:lnTo>
                    <a:pt x="2828" y="11723"/>
                  </a:lnTo>
                  <a:lnTo>
                    <a:pt x="2855" y="11736"/>
                  </a:lnTo>
                  <a:cubicBezTo>
                    <a:pt x="3388" y="12044"/>
                    <a:pt x="3961" y="12284"/>
                    <a:pt x="4562" y="12456"/>
                  </a:cubicBezTo>
                  <a:lnTo>
                    <a:pt x="4601" y="12470"/>
                  </a:lnTo>
                  <a:lnTo>
                    <a:pt x="4882" y="14177"/>
                  </a:lnTo>
                  <a:lnTo>
                    <a:pt x="6722" y="14337"/>
                  </a:lnTo>
                  <a:lnTo>
                    <a:pt x="7283" y="12723"/>
                  </a:lnTo>
                  <a:lnTo>
                    <a:pt x="7322" y="12723"/>
                  </a:lnTo>
                  <a:cubicBezTo>
                    <a:pt x="7949" y="12657"/>
                    <a:pt x="8563" y="12524"/>
                    <a:pt x="9150" y="12323"/>
                  </a:cubicBezTo>
                  <a:lnTo>
                    <a:pt x="9176" y="12310"/>
                  </a:lnTo>
                  <a:lnTo>
                    <a:pt x="9736" y="12883"/>
                  </a:lnTo>
                  <a:cubicBezTo>
                    <a:pt x="10323" y="12657"/>
                    <a:pt x="11097" y="12390"/>
                    <a:pt x="11856" y="12136"/>
                  </a:cubicBezTo>
                  <a:lnTo>
                    <a:pt x="11523" y="10950"/>
                  </a:lnTo>
                  <a:lnTo>
                    <a:pt x="11550" y="10936"/>
                  </a:lnTo>
                  <a:cubicBezTo>
                    <a:pt x="11790" y="10737"/>
                    <a:pt x="12016" y="10523"/>
                    <a:pt x="12230" y="10296"/>
                  </a:cubicBezTo>
                  <a:lnTo>
                    <a:pt x="12190" y="10257"/>
                  </a:lnTo>
                  <a:cubicBezTo>
                    <a:pt x="11763" y="9696"/>
                    <a:pt x="11616" y="9016"/>
                    <a:pt x="11616" y="9016"/>
                  </a:cubicBezTo>
                  <a:lnTo>
                    <a:pt x="11577" y="9016"/>
                  </a:lnTo>
                  <a:cubicBezTo>
                    <a:pt x="11497" y="9016"/>
                    <a:pt x="11363" y="9003"/>
                    <a:pt x="11216" y="8909"/>
                  </a:cubicBezTo>
                  <a:cubicBezTo>
                    <a:pt x="10990" y="8790"/>
                    <a:pt x="10830" y="8589"/>
                    <a:pt x="10777" y="8376"/>
                  </a:cubicBezTo>
                  <a:cubicBezTo>
                    <a:pt x="9829" y="9629"/>
                    <a:pt x="8323" y="10429"/>
                    <a:pt x="6642" y="10429"/>
                  </a:cubicBezTo>
                  <a:cubicBezTo>
                    <a:pt x="4815" y="10429"/>
                    <a:pt x="3214" y="9496"/>
                    <a:pt x="2295" y="8082"/>
                  </a:cubicBezTo>
                  <a:close/>
                </a:path>
              </a:pathLst>
            </a:custGeom>
            <a:solidFill>
              <a:srgbClr val="0B8A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0357;p114">
              <a:extLst>
                <a:ext uri="{FF2B5EF4-FFF2-40B4-BE49-F238E27FC236}">
                  <a16:creationId xmlns:a16="http://schemas.microsoft.com/office/drawing/2014/main" id="{A770BF4D-503F-83FC-3CD5-889FF2B55EDB}"/>
                </a:ext>
              </a:extLst>
            </p:cNvPr>
            <p:cNvSpPr/>
            <p:nvPr/>
          </p:nvSpPr>
          <p:spPr>
            <a:xfrm>
              <a:off x="5652950" y="2202125"/>
              <a:ext cx="395800" cy="362100"/>
            </a:xfrm>
            <a:custGeom>
              <a:avLst/>
              <a:gdLst/>
              <a:ahLst/>
              <a:cxnLst/>
              <a:rect l="l" t="t" r="r" b="b"/>
              <a:pathLst>
                <a:path w="15832" h="14484" extrusionOk="0">
                  <a:moveTo>
                    <a:pt x="13497" y="0"/>
                  </a:moveTo>
                  <a:lnTo>
                    <a:pt x="13377" y="80"/>
                  </a:lnTo>
                  <a:lnTo>
                    <a:pt x="12871" y="921"/>
                  </a:lnTo>
                  <a:lnTo>
                    <a:pt x="12897" y="948"/>
                  </a:lnTo>
                  <a:cubicBezTo>
                    <a:pt x="13257" y="1455"/>
                    <a:pt x="13550" y="2001"/>
                    <a:pt x="13764" y="2588"/>
                  </a:cubicBezTo>
                  <a:lnTo>
                    <a:pt x="13778" y="2614"/>
                  </a:lnTo>
                  <a:lnTo>
                    <a:pt x="15524" y="2762"/>
                  </a:lnTo>
                  <a:lnTo>
                    <a:pt x="15778" y="4161"/>
                  </a:lnTo>
                  <a:cubicBezTo>
                    <a:pt x="15791" y="4161"/>
                    <a:pt x="15805" y="4161"/>
                    <a:pt x="15831" y="4175"/>
                  </a:cubicBezTo>
                  <a:lnTo>
                    <a:pt x="15565" y="2708"/>
                  </a:lnTo>
                  <a:lnTo>
                    <a:pt x="13817" y="2561"/>
                  </a:lnTo>
                  <a:cubicBezTo>
                    <a:pt x="13604" y="1988"/>
                    <a:pt x="13310" y="1428"/>
                    <a:pt x="12951" y="921"/>
                  </a:cubicBezTo>
                  <a:lnTo>
                    <a:pt x="13497" y="0"/>
                  </a:lnTo>
                  <a:close/>
                  <a:moveTo>
                    <a:pt x="12297" y="10376"/>
                  </a:moveTo>
                  <a:cubicBezTo>
                    <a:pt x="12083" y="10603"/>
                    <a:pt x="11857" y="10817"/>
                    <a:pt x="11617" y="11016"/>
                  </a:cubicBezTo>
                  <a:lnTo>
                    <a:pt x="11590" y="11030"/>
                  </a:lnTo>
                  <a:lnTo>
                    <a:pt x="11923" y="12216"/>
                  </a:lnTo>
                  <a:cubicBezTo>
                    <a:pt x="11937" y="12204"/>
                    <a:pt x="11950" y="12204"/>
                    <a:pt x="11977" y="12204"/>
                  </a:cubicBezTo>
                  <a:lnTo>
                    <a:pt x="11657" y="11043"/>
                  </a:lnTo>
                  <a:cubicBezTo>
                    <a:pt x="11897" y="10856"/>
                    <a:pt x="12110" y="10643"/>
                    <a:pt x="12323" y="10417"/>
                  </a:cubicBezTo>
                  <a:cubicBezTo>
                    <a:pt x="12311" y="10403"/>
                    <a:pt x="12297" y="10390"/>
                    <a:pt x="12297" y="10376"/>
                  </a:cubicBezTo>
                  <a:close/>
                  <a:moveTo>
                    <a:pt x="441" y="9563"/>
                  </a:moveTo>
                  <a:lnTo>
                    <a:pt x="388" y="9602"/>
                  </a:lnTo>
                  <a:cubicBezTo>
                    <a:pt x="508" y="9776"/>
                    <a:pt x="628" y="9936"/>
                    <a:pt x="761" y="10096"/>
                  </a:cubicBezTo>
                  <a:lnTo>
                    <a:pt x="1" y="11697"/>
                  </a:lnTo>
                  <a:lnTo>
                    <a:pt x="1468" y="12924"/>
                  </a:lnTo>
                  <a:lnTo>
                    <a:pt x="2895" y="11870"/>
                  </a:lnTo>
                  <a:cubicBezTo>
                    <a:pt x="3441" y="12177"/>
                    <a:pt x="4015" y="12417"/>
                    <a:pt x="4615" y="12590"/>
                  </a:cubicBezTo>
                  <a:lnTo>
                    <a:pt x="4908" y="14311"/>
                  </a:lnTo>
                  <a:lnTo>
                    <a:pt x="6816" y="14484"/>
                  </a:lnTo>
                  <a:lnTo>
                    <a:pt x="7389" y="12857"/>
                  </a:lnTo>
                  <a:cubicBezTo>
                    <a:pt x="8016" y="12803"/>
                    <a:pt x="8643" y="12657"/>
                    <a:pt x="9229" y="12456"/>
                  </a:cubicBezTo>
                  <a:lnTo>
                    <a:pt x="9750" y="12977"/>
                  </a:lnTo>
                  <a:cubicBezTo>
                    <a:pt x="9777" y="12977"/>
                    <a:pt x="9790" y="12963"/>
                    <a:pt x="9803" y="12963"/>
                  </a:cubicBezTo>
                  <a:lnTo>
                    <a:pt x="9243" y="12390"/>
                  </a:lnTo>
                  <a:lnTo>
                    <a:pt x="9217" y="12403"/>
                  </a:lnTo>
                  <a:cubicBezTo>
                    <a:pt x="8630" y="12604"/>
                    <a:pt x="8016" y="12737"/>
                    <a:pt x="7389" y="12803"/>
                  </a:cubicBezTo>
                  <a:lnTo>
                    <a:pt x="7350" y="12803"/>
                  </a:lnTo>
                  <a:lnTo>
                    <a:pt x="6789" y="14417"/>
                  </a:lnTo>
                  <a:lnTo>
                    <a:pt x="4949" y="14257"/>
                  </a:lnTo>
                  <a:lnTo>
                    <a:pt x="4668" y="12550"/>
                  </a:lnTo>
                  <a:lnTo>
                    <a:pt x="4629" y="12536"/>
                  </a:lnTo>
                  <a:cubicBezTo>
                    <a:pt x="4028" y="12364"/>
                    <a:pt x="3455" y="12124"/>
                    <a:pt x="2922" y="11816"/>
                  </a:cubicBezTo>
                  <a:lnTo>
                    <a:pt x="2895" y="11803"/>
                  </a:lnTo>
                  <a:lnTo>
                    <a:pt x="1482" y="12857"/>
                  </a:lnTo>
                  <a:lnTo>
                    <a:pt x="68" y="11683"/>
                  </a:lnTo>
                  <a:lnTo>
                    <a:pt x="828" y="10096"/>
                  </a:lnTo>
                  <a:lnTo>
                    <a:pt x="815" y="10070"/>
                  </a:lnTo>
                  <a:cubicBezTo>
                    <a:pt x="681" y="9910"/>
                    <a:pt x="561" y="9736"/>
                    <a:pt x="441" y="956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0358;p114">
              <a:extLst>
                <a:ext uri="{FF2B5EF4-FFF2-40B4-BE49-F238E27FC236}">
                  <a16:creationId xmlns:a16="http://schemas.microsoft.com/office/drawing/2014/main" id="{ACC8C5A3-86C7-5A53-5F71-32533101C293}"/>
                </a:ext>
              </a:extLst>
            </p:cNvPr>
            <p:cNvSpPr/>
            <p:nvPr/>
          </p:nvSpPr>
          <p:spPr>
            <a:xfrm>
              <a:off x="5720650" y="2259150"/>
              <a:ext cx="219050" cy="195050"/>
            </a:xfrm>
            <a:custGeom>
              <a:avLst/>
              <a:gdLst/>
              <a:ahLst/>
              <a:cxnLst/>
              <a:rect l="l" t="t" r="r" b="b"/>
              <a:pathLst>
                <a:path w="8762" h="7802" extrusionOk="0">
                  <a:moveTo>
                    <a:pt x="7668" y="0"/>
                  </a:moveTo>
                  <a:lnTo>
                    <a:pt x="6482" y="867"/>
                  </a:lnTo>
                  <a:cubicBezTo>
                    <a:pt x="6989" y="1467"/>
                    <a:pt x="7282" y="2227"/>
                    <a:pt x="7282" y="3014"/>
                  </a:cubicBezTo>
                  <a:lnTo>
                    <a:pt x="7282" y="3027"/>
                  </a:lnTo>
                  <a:cubicBezTo>
                    <a:pt x="7282" y="4855"/>
                    <a:pt x="5801" y="6348"/>
                    <a:pt x="3975" y="6348"/>
                  </a:cubicBezTo>
                  <a:cubicBezTo>
                    <a:pt x="3081" y="6348"/>
                    <a:pt x="2254" y="6002"/>
                    <a:pt x="1628" y="5374"/>
                  </a:cubicBezTo>
                  <a:cubicBezTo>
                    <a:pt x="1441" y="5188"/>
                    <a:pt x="1281" y="4988"/>
                    <a:pt x="1147" y="4775"/>
                  </a:cubicBezTo>
                  <a:lnTo>
                    <a:pt x="1" y="5628"/>
                  </a:lnTo>
                  <a:cubicBezTo>
                    <a:pt x="840" y="6935"/>
                    <a:pt x="2321" y="7802"/>
                    <a:pt x="4001" y="7802"/>
                  </a:cubicBezTo>
                  <a:cubicBezTo>
                    <a:pt x="5842" y="7802"/>
                    <a:pt x="7442" y="6749"/>
                    <a:pt x="8242" y="5214"/>
                  </a:cubicBezTo>
                  <a:cubicBezTo>
                    <a:pt x="8162" y="4535"/>
                    <a:pt x="8042" y="3334"/>
                    <a:pt x="8228" y="3121"/>
                  </a:cubicBezTo>
                  <a:cubicBezTo>
                    <a:pt x="8335" y="3001"/>
                    <a:pt x="8548" y="2921"/>
                    <a:pt x="8762" y="2828"/>
                  </a:cubicBezTo>
                  <a:cubicBezTo>
                    <a:pt x="8722" y="1761"/>
                    <a:pt x="8308" y="774"/>
                    <a:pt x="7668" y="0"/>
                  </a:cubicBezTo>
                  <a:close/>
                </a:path>
              </a:pathLst>
            </a:custGeom>
            <a:solidFill>
              <a:srgbClr val="0B8A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0359;p114">
              <a:extLst>
                <a:ext uri="{FF2B5EF4-FFF2-40B4-BE49-F238E27FC236}">
                  <a16:creationId xmlns:a16="http://schemas.microsoft.com/office/drawing/2014/main" id="{B5BC282C-BECA-4736-3A58-F7B504C332C4}"/>
                </a:ext>
              </a:extLst>
            </p:cNvPr>
            <p:cNvSpPr/>
            <p:nvPr/>
          </p:nvSpPr>
          <p:spPr>
            <a:xfrm>
              <a:off x="5749325" y="2280800"/>
              <a:ext cx="153400" cy="137075"/>
            </a:xfrm>
            <a:custGeom>
              <a:avLst/>
              <a:gdLst/>
              <a:ahLst/>
              <a:cxnLst/>
              <a:rect l="l" t="t" r="r" b="b"/>
              <a:pathLst>
                <a:path w="6136" h="5483" extrusionOk="0">
                  <a:moveTo>
                    <a:pt x="5335" y="1"/>
                  </a:moveTo>
                  <a:lnTo>
                    <a:pt x="5294" y="41"/>
                  </a:lnTo>
                  <a:cubicBezTo>
                    <a:pt x="5801" y="614"/>
                    <a:pt x="6082" y="1375"/>
                    <a:pt x="6082" y="2148"/>
                  </a:cubicBezTo>
                  <a:lnTo>
                    <a:pt x="6082" y="2161"/>
                  </a:lnTo>
                  <a:cubicBezTo>
                    <a:pt x="6082" y="3295"/>
                    <a:pt x="5495" y="4348"/>
                    <a:pt x="4535" y="4935"/>
                  </a:cubicBezTo>
                  <a:cubicBezTo>
                    <a:pt x="4001" y="5269"/>
                    <a:pt x="3414" y="5429"/>
                    <a:pt x="2828" y="5429"/>
                  </a:cubicBezTo>
                  <a:cubicBezTo>
                    <a:pt x="1734" y="5429"/>
                    <a:pt x="667" y="4882"/>
                    <a:pt x="54" y="3882"/>
                  </a:cubicBezTo>
                  <a:lnTo>
                    <a:pt x="0" y="3909"/>
                  </a:lnTo>
                  <a:cubicBezTo>
                    <a:pt x="134" y="4122"/>
                    <a:pt x="294" y="4322"/>
                    <a:pt x="481" y="4508"/>
                  </a:cubicBezTo>
                  <a:cubicBezTo>
                    <a:pt x="1107" y="5136"/>
                    <a:pt x="1934" y="5482"/>
                    <a:pt x="2828" y="5482"/>
                  </a:cubicBezTo>
                  <a:cubicBezTo>
                    <a:pt x="4654" y="5482"/>
                    <a:pt x="6135" y="3989"/>
                    <a:pt x="6135" y="2161"/>
                  </a:cubicBezTo>
                  <a:lnTo>
                    <a:pt x="6135" y="2148"/>
                  </a:lnTo>
                  <a:cubicBezTo>
                    <a:pt x="6135" y="1361"/>
                    <a:pt x="5842" y="601"/>
                    <a:pt x="5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0360;p114">
              <a:extLst>
                <a:ext uri="{FF2B5EF4-FFF2-40B4-BE49-F238E27FC236}">
                  <a16:creationId xmlns:a16="http://schemas.microsoft.com/office/drawing/2014/main" id="{1BCEE914-3CC8-82B6-2113-7F53EACBDC93}"/>
                </a:ext>
              </a:extLst>
            </p:cNvPr>
            <p:cNvSpPr/>
            <p:nvPr/>
          </p:nvSpPr>
          <p:spPr>
            <a:xfrm>
              <a:off x="6077400" y="2157800"/>
              <a:ext cx="103700" cy="105025"/>
            </a:xfrm>
            <a:custGeom>
              <a:avLst/>
              <a:gdLst/>
              <a:ahLst/>
              <a:cxnLst/>
              <a:rect l="l" t="t" r="r" b="b"/>
              <a:pathLst>
                <a:path w="4148" h="4201" extrusionOk="0">
                  <a:moveTo>
                    <a:pt x="2067" y="1027"/>
                  </a:moveTo>
                  <a:cubicBezTo>
                    <a:pt x="2667" y="1027"/>
                    <a:pt x="3160" y="1507"/>
                    <a:pt x="3160" y="2107"/>
                  </a:cubicBezTo>
                  <a:lnTo>
                    <a:pt x="3160" y="2120"/>
                  </a:lnTo>
                  <a:cubicBezTo>
                    <a:pt x="3160" y="2721"/>
                    <a:pt x="2667" y="3201"/>
                    <a:pt x="2067" y="3201"/>
                  </a:cubicBezTo>
                  <a:cubicBezTo>
                    <a:pt x="1467" y="3201"/>
                    <a:pt x="973" y="2721"/>
                    <a:pt x="973" y="2120"/>
                  </a:cubicBezTo>
                  <a:cubicBezTo>
                    <a:pt x="973" y="1507"/>
                    <a:pt x="1467" y="1027"/>
                    <a:pt x="2067" y="1027"/>
                  </a:cubicBezTo>
                  <a:close/>
                  <a:moveTo>
                    <a:pt x="2013" y="0"/>
                  </a:moveTo>
                  <a:cubicBezTo>
                    <a:pt x="1907" y="0"/>
                    <a:pt x="1827" y="66"/>
                    <a:pt x="1800" y="173"/>
                  </a:cubicBezTo>
                  <a:lnTo>
                    <a:pt x="1773" y="267"/>
                  </a:lnTo>
                  <a:cubicBezTo>
                    <a:pt x="1747" y="347"/>
                    <a:pt x="1693" y="413"/>
                    <a:pt x="1627" y="427"/>
                  </a:cubicBezTo>
                  <a:cubicBezTo>
                    <a:pt x="1560" y="440"/>
                    <a:pt x="1521" y="454"/>
                    <a:pt x="1467" y="480"/>
                  </a:cubicBezTo>
                  <a:cubicBezTo>
                    <a:pt x="1441" y="489"/>
                    <a:pt x="1414" y="494"/>
                    <a:pt x="1389" y="494"/>
                  </a:cubicBezTo>
                  <a:cubicBezTo>
                    <a:pt x="1337" y="494"/>
                    <a:pt x="1290" y="476"/>
                    <a:pt x="1254" y="440"/>
                  </a:cubicBezTo>
                  <a:lnTo>
                    <a:pt x="1160" y="360"/>
                  </a:lnTo>
                  <a:cubicBezTo>
                    <a:pt x="1123" y="330"/>
                    <a:pt x="1069" y="313"/>
                    <a:pt x="1015" y="313"/>
                  </a:cubicBezTo>
                  <a:cubicBezTo>
                    <a:pt x="972" y="313"/>
                    <a:pt x="929" y="323"/>
                    <a:pt x="893" y="347"/>
                  </a:cubicBezTo>
                  <a:lnTo>
                    <a:pt x="827" y="400"/>
                  </a:lnTo>
                  <a:cubicBezTo>
                    <a:pt x="733" y="454"/>
                    <a:pt x="707" y="560"/>
                    <a:pt x="747" y="667"/>
                  </a:cubicBezTo>
                  <a:lnTo>
                    <a:pt x="774" y="760"/>
                  </a:lnTo>
                  <a:cubicBezTo>
                    <a:pt x="813" y="840"/>
                    <a:pt x="800" y="920"/>
                    <a:pt x="747" y="973"/>
                  </a:cubicBezTo>
                  <a:cubicBezTo>
                    <a:pt x="707" y="1027"/>
                    <a:pt x="680" y="1067"/>
                    <a:pt x="653" y="1107"/>
                  </a:cubicBezTo>
                  <a:cubicBezTo>
                    <a:pt x="607" y="1165"/>
                    <a:pt x="550" y="1203"/>
                    <a:pt x="483" y="1203"/>
                  </a:cubicBezTo>
                  <a:cubicBezTo>
                    <a:pt x="474" y="1203"/>
                    <a:pt x="464" y="1202"/>
                    <a:pt x="454" y="1201"/>
                  </a:cubicBezTo>
                  <a:lnTo>
                    <a:pt x="347" y="1187"/>
                  </a:lnTo>
                  <a:cubicBezTo>
                    <a:pt x="338" y="1186"/>
                    <a:pt x="329" y="1185"/>
                    <a:pt x="321" y="1185"/>
                  </a:cubicBezTo>
                  <a:cubicBezTo>
                    <a:pt x="225" y="1185"/>
                    <a:pt x="144" y="1248"/>
                    <a:pt x="120" y="1334"/>
                  </a:cubicBezTo>
                  <a:lnTo>
                    <a:pt x="80" y="1427"/>
                  </a:lnTo>
                  <a:cubicBezTo>
                    <a:pt x="54" y="1521"/>
                    <a:pt x="80" y="1627"/>
                    <a:pt x="160" y="1681"/>
                  </a:cubicBezTo>
                  <a:lnTo>
                    <a:pt x="267" y="1747"/>
                  </a:lnTo>
                  <a:cubicBezTo>
                    <a:pt x="320" y="1800"/>
                    <a:pt x="360" y="1867"/>
                    <a:pt x="347" y="1947"/>
                  </a:cubicBezTo>
                  <a:lnTo>
                    <a:pt x="347" y="2120"/>
                  </a:lnTo>
                  <a:cubicBezTo>
                    <a:pt x="347" y="2187"/>
                    <a:pt x="306" y="2254"/>
                    <a:pt x="240" y="2294"/>
                  </a:cubicBezTo>
                  <a:lnTo>
                    <a:pt x="134" y="2347"/>
                  </a:lnTo>
                  <a:cubicBezTo>
                    <a:pt x="40" y="2401"/>
                    <a:pt x="0" y="2507"/>
                    <a:pt x="27" y="2600"/>
                  </a:cubicBezTo>
                  <a:lnTo>
                    <a:pt x="54" y="2694"/>
                  </a:lnTo>
                  <a:cubicBezTo>
                    <a:pt x="80" y="2787"/>
                    <a:pt x="173" y="2854"/>
                    <a:pt x="267" y="2854"/>
                  </a:cubicBezTo>
                  <a:lnTo>
                    <a:pt x="374" y="2854"/>
                  </a:lnTo>
                  <a:cubicBezTo>
                    <a:pt x="454" y="2854"/>
                    <a:pt x="520" y="2894"/>
                    <a:pt x="560" y="2961"/>
                  </a:cubicBezTo>
                  <a:cubicBezTo>
                    <a:pt x="587" y="3014"/>
                    <a:pt x="627" y="3068"/>
                    <a:pt x="653" y="3107"/>
                  </a:cubicBezTo>
                  <a:cubicBezTo>
                    <a:pt x="694" y="3174"/>
                    <a:pt x="707" y="3254"/>
                    <a:pt x="667" y="3320"/>
                  </a:cubicBezTo>
                  <a:lnTo>
                    <a:pt x="627" y="3414"/>
                  </a:lnTo>
                  <a:cubicBezTo>
                    <a:pt x="587" y="3507"/>
                    <a:pt x="600" y="3614"/>
                    <a:pt x="680" y="3681"/>
                  </a:cubicBezTo>
                  <a:lnTo>
                    <a:pt x="760" y="3747"/>
                  </a:lnTo>
                  <a:cubicBezTo>
                    <a:pt x="802" y="3775"/>
                    <a:pt x="852" y="3793"/>
                    <a:pt x="901" y="3793"/>
                  </a:cubicBezTo>
                  <a:cubicBezTo>
                    <a:pt x="945" y="3793"/>
                    <a:pt x="989" y="3779"/>
                    <a:pt x="1027" y="3747"/>
                  </a:cubicBezTo>
                  <a:lnTo>
                    <a:pt x="1107" y="3694"/>
                  </a:lnTo>
                  <a:cubicBezTo>
                    <a:pt x="1138" y="3671"/>
                    <a:pt x="1182" y="3657"/>
                    <a:pt x="1227" y="3657"/>
                  </a:cubicBezTo>
                  <a:cubicBezTo>
                    <a:pt x="1260" y="3657"/>
                    <a:pt x="1292" y="3664"/>
                    <a:pt x="1320" y="3681"/>
                  </a:cubicBezTo>
                  <a:cubicBezTo>
                    <a:pt x="1373" y="3708"/>
                    <a:pt x="1427" y="3721"/>
                    <a:pt x="1480" y="3747"/>
                  </a:cubicBezTo>
                  <a:cubicBezTo>
                    <a:pt x="1560" y="3774"/>
                    <a:pt x="1613" y="3841"/>
                    <a:pt x="1627" y="3907"/>
                  </a:cubicBezTo>
                  <a:lnTo>
                    <a:pt x="1640" y="4001"/>
                  </a:lnTo>
                  <a:cubicBezTo>
                    <a:pt x="1654" y="4108"/>
                    <a:pt x="1734" y="4174"/>
                    <a:pt x="1841" y="4188"/>
                  </a:cubicBezTo>
                  <a:lnTo>
                    <a:pt x="1933" y="4201"/>
                  </a:lnTo>
                  <a:cubicBezTo>
                    <a:pt x="2027" y="4201"/>
                    <a:pt x="2120" y="4147"/>
                    <a:pt x="2161" y="4054"/>
                  </a:cubicBezTo>
                  <a:lnTo>
                    <a:pt x="2187" y="3961"/>
                  </a:lnTo>
                  <a:cubicBezTo>
                    <a:pt x="2214" y="3894"/>
                    <a:pt x="2280" y="3841"/>
                    <a:pt x="2360" y="3827"/>
                  </a:cubicBezTo>
                  <a:cubicBezTo>
                    <a:pt x="2414" y="3814"/>
                    <a:pt x="2481" y="3801"/>
                    <a:pt x="2534" y="3788"/>
                  </a:cubicBezTo>
                  <a:cubicBezTo>
                    <a:pt x="2556" y="3781"/>
                    <a:pt x="2577" y="3777"/>
                    <a:pt x="2598" y="3777"/>
                  </a:cubicBezTo>
                  <a:cubicBezTo>
                    <a:pt x="2655" y="3777"/>
                    <a:pt x="2708" y="3802"/>
                    <a:pt x="2748" y="3841"/>
                  </a:cubicBezTo>
                  <a:lnTo>
                    <a:pt x="2814" y="3907"/>
                  </a:lnTo>
                  <a:cubicBezTo>
                    <a:pt x="2856" y="3949"/>
                    <a:pt x="2913" y="3970"/>
                    <a:pt x="2970" y="3970"/>
                  </a:cubicBezTo>
                  <a:cubicBezTo>
                    <a:pt x="3004" y="3970"/>
                    <a:pt x="3038" y="3963"/>
                    <a:pt x="3068" y="3948"/>
                  </a:cubicBezTo>
                  <a:lnTo>
                    <a:pt x="3160" y="3894"/>
                  </a:lnTo>
                  <a:cubicBezTo>
                    <a:pt x="3240" y="3841"/>
                    <a:pt x="3294" y="3747"/>
                    <a:pt x="3267" y="3640"/>
                  </a:cubicBezTo>
                  <a:lnTo>
                    <a:pt x="3240" y="3560"/>
                  </a:lnTo>
                  <a:cubicBezTo>
                    <a:pt x="3214" y="3480"/>
                    <a:pt x="3240" y="3400"/>
                    <a:pt x="3294" y="3347"/>
                  </a:cubicBezTo>
                  <a:cubicBezTo>
                    <a:pt x="3334" y="3308"/>
                    <a:pt x="3374" y="3254"/>
                    <a:pt x="3414" y="3214"/>
                  </a:cubicBezTo>
                  <a:cubicBezTo>
                    <a:pt x="3459" y="3158"/>
                    <a:pt x="3522" y="3131"/>
                    <a:pt x="3589" y="3131"/>
                  </a:cubicBezTo>
                  <a:cubicBezTo>
                    <a:pt x="3602" y="3131"/>
                    <a:pt x="3615" y="3132"/>
                    <a:pt x="3628" y="3134"/>
                  </a:cubicBezTo>
                  <a:lnTo>
                    <a:pt x="3708" y="3148"/>
                  </a:lnTo>
                  <a:cubicBezTo>
                    <a:pt x="3726" y="3152"/>
                    <a:pt x="3744" y="3154"/>
                    <a:pt x="3762" y="3154"/>
                  </a:cubicBezTo>
                  <a:cubicBezTo>
                    <a:pt x="3845" y="3154"/>
                    <a:pt x="3914" y="3105"/>
                    <a:pt x="3948" y="3027"/>
                  </a:cubicBezTo>
                  <a:lnTo>
                    <a:pt x="3987" y="2947"/>
                  </a:lnTo>
                  <a:cubicBezTo>
                    <a:pt x="4041" y="2854"/>
                    <a:pt x="4014" y="2748"/>
                    <a:pt x="3934" y="2680"/>
                  </a:cubicBezTo>
                  <a:lnTo>
                    <a:pt x="3868" y="2627"/>
                  </a:lnTo>
                  <a:cubicBezTo>
                    <a:pt x="3801" y="2574"/>
                    <a:pt x="3774" y="2507"/>
                    <a:pt x="3788" y="2427"/>
                  </a:cubicBezTo>
                  <a:cubicBezTo>
                    <a:pt x="3801" y="2360"/>
                    <a:pt x="3801" y="2294"/>
                    <a:pt x="3801" y="2227"/>
                  </a:cubicBezTo>
                  <a:cubicBezTo>
                    <a:pt x="3814" y="2161"/>
                    <a:pt x="3868" y="2093"/>
                    <a:pt x="3934" y="2054"/>
                  </a:cubicBezTo>
                  <a:lnTo>
                    <a:pt x="4014" y="2027"/>
                  </a:lnTo>
                  <a:cubicBezTo>
                    <a:pt x="4108" y="1987"/>
                    <a:pt x="4147" y="1880"/>
                    <a:pt x="4134" y="1787"/>
                  </a:cubicBezTo>
                  <a:lnTo>
                    <a:pt x="4121" y="1693"/>
                  </a:lnTo>
                  <a:cubicBezTo>
                    <a:pt x="4108" y="1587"/>
                    <a:pt x="4028" y="1521"/>
                    <a:pt x="3921" y="1507"/>
                  </a:cubicBezTo>
                  <a:lnTo>
                    <a:pt x="3827" y="1507"/>
                  </a:lnTo>
                  <a:cubicBezTo>
                    <a:pt x="3747" y="1494"/>
                    <a:pt x="3681" y="1453"/>
                    <a:pt x="3640" y="1387"/>
                  </a:cubicBezTo>
                  <a:cubicBezTo>
                    <a:pt x="3628" y="1334"/>
                    <a:pt x="3587" y="1281"/>
                    <a:pt x="3560" y="1227"/>
                  </a:cubicBezTo>
                  <a:cubicBezTo>
                    <a:pt x="3521" y="1160"/>
                    <a:pt x="3521" y="1080"/>
                    <a:pt x="3560" y="1014"/>
                  </a:cubicBezTo>
                  <a:lnTo>
                    <a:pt x="3614" y="920"/>
                  </a:lnTo>
                  <a:cubicBezTo>
                    <a:pt x="3667" y="840"/>
                    <a:pt x="3654" y="733"/>
                    <a:pt x="3574" y="667"/>
                  </a:cubicBezTo>
                  <a:lnTo>
                    <a:pt x="3507" y="587"/>
                  </a:lnTo>
                  <a:cubicBezTo>
                    <a:pt x="3469" y="548"/>
                    <a:pt x="3417" y="527"/>
                    <a:pt x="3361" y="527"/>
                  </a:cubicBezTo>
                  <a:cubicBezTo>
                    <a:pt x="3321" y="527"/>
                    <a:pt x="3280" y="538"/>
                    <a:pt x="3240" y="560"/>
                  </a:cubicBezTo>
                  <a:lnTo>
                    <a:pt x="3160" y="614"/>
                  </a:lnTo>
                  <a:cubicBezTo>
                    <a:pt x="3127" y="633"/>
                    <a:pt x="3091" y="643"/>
                    <a:pt x="3054" y="643"/>
                  </a:cubicBezTo>
                  <a:cubicBezTo>
                    <a:pt x="3017" y="643"/>
                    <a:pt x="2981" y="633"/>
                    <a:pt x="2947" y="614"/>
                  </a:cubicBezTo>
                  <a:cubicBezTo>
                    <a:pt x="2801" y="534"/>
                    <a:pt x="2654" y="466"/>
                    <a:pt x="2507" y="427"/>
                  </a:cubicBezTo>
                  <a:cubicBezTo>
                    <a:pt x="2427" y="413"/>
                    <a:pt x="2374" y="347"/>
                    <a:pt x="2347" y="280"/>
                  </a:cubicBezTo>
                  <a:lnTo>
                    <a:pt x="2321" y="173"/>
                  </a:lnTo>
                  <a:cubicBezTo>
                    <a:pt x="2307" y="66"/>
                    <a:pt x="2214" y="0"/>
                    <a:pt x="21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0361;p114">
              <a:extLst>
                <a:ext uri="{FF2B5EF4-FFF2-40B4-BE49-F238E27FC236}">
                  <a16:creationId xmlns:a16="http://schemas.microsoft.com/office/drawing/2014/main" id="{89961BBF-7593-522D-98C6-90651CCA4314}"/>
                </a:ext>
              </a:extLst>
            </p:cNvPr>
            <p:cNvSpPr/>
            <p:nvPr/>
          </p:nvSpPr>
          <p:spPr>
            <a:xfrm>
              <a:off x="6076050" y="2156450"/>
              <a:ext cx="106725" cy="107700"/>
            </a:xfrm>
            <a:custGeom>
              <a:avLst/>
              <a:gdLst/>
              <a:ahLst/>
              <a:cxnLst/>
              <a:rect l="l" t="t" r="r" b="b"/>
              <a:pathLst>
                <a:path w="4269" h="4308" extrusionOk="0">
                  <a:moveTo>
                    <a:pt x="2121" y="1134"/>
                  </a:moveTo>
                  <a:cubicBezTo>
                    <a:pt x="2695" y="1134"/>
                    <a:pt x="3161" y="1587"/>
                    <a:pt x="3161" y="2161"/>
                  </a:cubicBezTo>
                  <a:lnTo>
                    <a:pt x="3161" y="2174"/>
                  </a:lnTo>
                  <a:cubicBezTo>
                    <a:pt x="3161" y="2748"/>
                    <a:pt x="2695" y="3202"/>
                    <a:pt x="2121" y="3202"/>
                  </a:cubicBezTo>
                  <a:cubicBezTo>
                    <a:pt x="1548" y="3202"/>
                    <a:pt x="1081" y="2734"/>
                    <a:pt x="1081" y="2174"/>
                  </a:cubicBezTo>
                  <a:cubicBezTo>
                    <a:pt x="1081" y="1601"/>
                    <a:pt x="1548" y="1134"/>
                    <a:pt x="2121" y="1134"/>
                  </a:cubicBezTo>
                  <a:close/>
                  <a:moveTo>
                    <a:pt x="2121" y="1027"/>
                  </a:moveTo>
                  <a:cubicBezTo>
                    <a:pt x="1495" y="1027"/>
                    <a:pt x="974" y="1534"/>
                    <a:pt x="974" y="2174"/>
                  </a:cubicBezTo>
                  <a:cubicBezTo>
                    <a:pt x="974" y="2802"/>
                    <a:pt x="1495" y="3308"/>
                    <a:pt x="2121" y="3308"/>
                  </a:cubicBezTo>
                  <a:cubicBezTo>
                    <a:pt x="2748" y="3308"/>
                    <a:pt x="3268" y="2802"/>
                    <a:pt x="3268" y="2174"/>
                  </a:cubicBezTo>
                  <a:lnTo>
                    <a:pt x="3268" y="2147"/>
                  </a:lnTo>
                  <a:cubicBezTo>
                    <a:pt x="3255" y="1534"/>
                    <a:pt x="2748" y="1027"/>
                    <a:pt x="2121" y="1027"/>
                  </a:cubicBezTo>
                  <a:close/>
                  <a:moveTo>
                    <a:pt x="2161" y="108"/>
                  </a:moveTo>
                  <a:cubicBezTo>
                    <a:pt x="2241" y="108"/>
                    <a:pt x="2308" y="161"/>
                    <a:pt x="2321" y="241"/>
                  </a:cubicBezTo>
                  <a:lnTo>
                    <a:pt x="2348" y="334"/>
                  </a:lnTo>
                  <a:cubicBezTo>
                    <a:pt x="2375" y="440"/>
                    <a:pt x="2455" y="508"/>
                    <a:pt x="2548" y="534"/>
                  </a:cubicBezTo>
                  <a:cubicBezTo>
                    <a:pt x="2695" y="574"/>
                    <a:pt x="2841" y="627"/>
                    <a:pt x="2974" y="707"/>
                  </a:cubicBezTo>
                  <a:cubicBezTo>
                    <a:pt x="3014" y="734"/>
                    <a:pt x="3061" y="747"/>
                    <a:pt x="3108" y="747"/>
                  </a:cubicBezTo>
                  <a:cubicBezTo>
                    <a:pt x="3154" y="747"/>
                    <a:pt x="3201" y="734"/>
                    <a:pt x="3241" y="707"/>
                  </a:cubicBezTo>
                  <a:lnTo>
                    <a:pt x="3321" y="654"/>
                  </a:lnTo>
                  <a:cubicBezTo>
                    <a:pt x="3348" y="638"/>
                    <a:pt x="3376" y="631"/>
                    <a:pt x="3404" y="631"/>
                  </a:cubicBezTo>
                  <a:cubicBezTo>
                    <a:pt x="3447" y="631"/>
                    <a:pt x="3489" y="648"/>
                    <a:pt x="3522" y="681"/>
                  </a:cubicBezTo>
                  <a:lnTo>
                    <a:pt x="3588" y="748"/>
                  </a:lnTo>
                  <a:cubicBezTo>
                    <a:pt x="3641" y="801"/>
                    <a:pt x="3655" y="894"/>
                    <a:pt x="3614" y="947"/>
                  </a:cubicBezTo>
                  <a:lnTo>
                    <a:pt x="3575" y="1041"/>
                  </a:lnTo>
                  <a:cubicBezTo>
                    <a:pt x="3522" y="1121"/>
                    <a:pt x="3522" y="1228"/>
                    <a:pt x="3575" y="1308"/>
                  </a:cubicBezTo>
                  <a:lnTo>
                    <a:pt x="3655" y="1468"/>
                  </a:lnTo>
                  <a:cubicBezTo>
                    <a:pt x="3694" y="1548"/>
                    <a:pt x="3775" y="1601"/>
                    <a:pt x="3881" y="1614"/>
                  </a:cubicBezTo>
                  <a:lnTo>
                    <a:pt x="3975" y="1614"/>
                  </a:lnTo>
                  <a:cubicBezTo>
                    <a:pt x="4041" y="1628"/>
                    <a:pt x="4108" y="1681"/>
                    <a:pt x="4121" y="1747"/>
                  </a:cubicBezTo>
                  <a:lnTo>
                    <a:pt x="4135" y="1854"/>
                  </a:lnTo>
                  <a:cubicBezTo>
                    <a:pt x="4148" y="1921"/>
                    <a:pt x="4108" y="2001"/>
                    <a:pt x="4041" y="2028"/>
                  </a:cubicBezTo>
                  <a:lnTo>
                    <a:pt x="3961" y="2067"/>
                  </a:lnTo>
                  <a:cubicBezTo>
                    <a:pt x="3881" y="2108"/>
                    <a:pt x="3815" y="2188"/>
                    <a:pt x="3801" y="2281"/>
                  </a:cubicBezTo>
                  <a:cubicBezTo>
                    <a:pt x="3801" y="2348"/>
                    <a:pt x="3801" y="2414"/>
                    <a:pt x="3788" y="2468"/>
                  </a:cubicBezTo>
                  <a:cubicBezTo>
                    <a:pt x="3775" y="2561"/>
                    <a:pt x="3815" y="2668"/>
                    <a:pt x="3881" y="2721"/>
                  </a:cubicBezTo>
                  <a:lnTo>
                    <a:pt x="3948" y="2775"/>
                  </a:lnTo>
                  <a:cubicBezTo>
                    <a:pt x="4015" y="2828"/>
                    <a:pt x="4028" y="2908"/>
                    <a:pt x="4002" y="2974"/>
                  </a:cubicBezTo>
                  <a:lnTo>
                    <a:pt x="3961" y="3068"/>
                  </a:lnTo>
                  <a:cubicBezTo>
                    <a:pt x="3930" y="3120"/>
                    <a:pt x="3882" y="3157"/>
                    <a:pt x="3824" y="3157"/>
                  </a:cubicBezTo>
                  <a:cubicBezTo>
                    <a:pt x="3808" y="3157"/>
                    <a:pt x="3792" y="3154"/>
                    <a:pt x="3775" y="3148"/>
                  </a:cubicBezTo>
                  <a:lnTo>
                    <a:pt x="3694" y="3134"/>
                  </a:lnTo>
                  <a:cubicBezTo>
                    <a:pt x="3680" y="3132"/>
                    <a:pt x="3665" y="3131"/>
                    <a:pt x="3650" y="3131"/>
                  </a:cubicBezTo>
                  <a:cubicBezTo>
                    <a:pt x="3569" y="3131"/>
                    <a:pt x="3484" y="3161"/>
                    <a:pt x="3428" y="3228"/>
                  </a:cubicBezTo>
                  <a:cubicBezTo>
                    <a:pt x="3388" y="3282"/>
                    <a:pt x="3348" y="3321"/>
                    <a:pt x="3308" y="3362"/>
                  </a:cubicBezTo>
                  <a:cubicBezTo>
                    <a:pt x="3241" y="3428"/>
                    <a:pt x="3214" y="3534"/>
                    <a:pt x="3241" y="3628"/>
                  </a:cubicBezTo>
                  <a:lnTo>
                    <a:pt x="3268" y="3721"/>
                  </a:lnTo>
                  <a:cubicBezTo>
                    <a:pt x="3282" y="3788"/>
                    <a:pt x="3255" y="3868"/>
                    <a:pt x="3188" y="3908"/>
                  </a:cubicBezTo>
                  <a:lnTo>
                    <a:pt x="3095" y="3948"/>
                  </a:lnTo>
                  <a:cubicBezTo>
                    <a:pt x="3068" y="3964"/>
                    <a:pt x="3040" y="3971"/>
                    <a:pt x="3012" y="3971"/>
                  </a:cubicBezTo>
                  <a:cubicBezTo>
                    <a:pt x="2969" y="3971"/>
                    <a:pt x="2927" y="3954"/>
                    <a:pt x="2894" y="3922"/>
                  </a:cubicBezTo>
                  <a:lnTo>
                    <a:pt x="2841" y="3855"/>
                  </a:lnTo>
                  <a:cubicBezTo>
                    <a:pt x="2792" y="3805"/>
                    <a:pt x="2721" y="3778"/>
                    <a:pt x="2649" y="3778"/>
                  </a:cubicBezTo>
                  <a:cubicBezTo>
                    <a:pt x="2624" y="3778"/>
                    <a:pt x="2599" y="3781"/>
                    <a:pt x="2574" y="3788"/>
                  </a:cubicBezTo>
                  <a:cubicBezTo>
                    <a:pt x="2521" y="3801"/>
                    <a:pt x="2455" y="3815"/>
                    <a:pt x="2401" y="3828"/>
                  </a:cubicBezTo>
                  <a:cubicBezTo>
                    <a:pt x="2308" y="3842"/>
                    <a:pt x="2228" y="3908"/>
                    <a:pt x="2188" y="4002"/>
                  </a:cubicBezTo>
                  <a:lnTo>
                    <a:pt x="2161" y="4082"/>
                  </a:lnTo>
                  <a:cubicBezTo>
                    <a:pt x="2135" y="4162"/>
                    <a:pt x="2067" y="4201"/>
                    <a:pt x="1987" y="4201"/>
                  </a:cubicBezTo>
                  <a:lnTo>
                    <a:pt x="1895" y="4188"/>
                  </a:lnTo>
                  <a:cubicBezTo>
                    <a:pt x="1815" y="4188"/>
                    <a:pt x="1761" y="4121"/>
                    <a:pt x="1747" y="4055"/>
                  </a:cubicBezTo>
                  <a:lnTo>
                    <a:pt x="1735" y="3961"/>
                  </a:lnTo>
                  <a:cubicBezTo>
                    <a:pt x="1708" y="3868"/>
                    <a:pt x="1655" y="3788"/>
                    <a:pt x="1561" y="3748"/>
                  </a:cubicBezTo>
                  <a:cubicBezTo>
                    <a:pt x="1507" y="3735"/>
                    <a:pt x="1454" y="3708"/>
                    <a:pt x="1401" y="3682"/>
                  </a:cubicBezTo>
                  <a:cubicBezTo>
                    <a:pt x="1361" y="3668"/>
                    <a:pt x="1321" y="3655"/>
                    <a:pt x="1281" y="3655"/>
                  </a:cubicBezTo>
                  <a:cubicBezTo>
                    <a:pt x="1228" y="3655"/>
                    <a:pt x="1174" y="3668"/>
                    <a:pt x="1121" y="3708"/>
                  </a:cubicBezTo>
                  <a:lnTo>
                    <a:pt x="1054" y="3762"/>
                  </a:lnTo>
                  <a:cubicBezTo>
                    <a:pt x="1023" y="3780"/>
                    <a:pt x="990" y="3790"/>
                    <a:pt x="956" y="3790"/>
                  </a:cubicBezTo>
                  <a:cubicBezTo>
                    <a:pt x="917" y="3790"/>
                    <a:pt x="877" y="3777"/>
                    <a:pt x="841" y="3748"/>
                  </a:cubicBezTo>
                  <a:lnTo>
                    <a:pt x="774" y="3694"/>
                  </a:lnTo>
                  <a:cubicBezTo>
                    <a:pt x="707" y="3641"/>
                    <a:pt x="694" y="3561"/>
                    <a:pt x="734" y="3495"/>
                  </a:cubicBezTo>
                  <a:lnTo>
                    <a:pt x="774" y="3401"/>
                  </a:lnTo>
                  <a:cubicBezTo>
                    <a:pt x="814" y="3321"/>
                    <a:pt x="814" y="3214"/>
                    <a:pt x="748" y="3134"/>
                  </a:cubicBezTo>
                  <a:cubicBezTo>
                    <a:pt x="721" y="3095"/>
                    <a:pt x="694" y="3042"/>
                    <a:pt x="668" y="2988"/>
                  </a:cubicBezTo>
                  <a:cubicBezTo>
                    <a:pt x="614" y="2908"/>
                    <a:pt x="520" y="2855"/>
                    <a:pt x="428" y="2855"/>
                  </a:cubicBezTo>
                  <a:lnTo>
                    <a:pt x="321" y="2855"/>
                  </a:lnTo>
                  <a:cubicBezTo>
                    <a:pt x="241" y="2855"/>
                    <a:pt x="174" y="2814"/>
                    <a:pt x="161" y="2734"/>
                  </a:cubicBezTo>
                  <a:lnTo>
                    <a:pt x="134" y="2641"/>
                  </a:lnTo>
                  <a:cubicBezTo>
                    <a:pt x="120" y="2574"/>
                    <a:pt x="147" y="2494"/>
                    <a:pt x="214" y="2455"/>
                  </a:cubicBezTo>
                  <a:lnTo>
                    <a:pt x="321" y="2401"/>
                  </a:lnTo>
                  <a:cubicBezTo>
                    <a:pt x="401" y="2348"/>
                    <a:pt x="454" y="2268"/>
                    <a:pt x="454" y="2174"/>
                  </a:cubicBezTo>
                  <a:lnTo>
                    <a:pt x="454" y="2001"/>
                  </a:lnTo>
                  <a:cubicBezTo>
                    <a:pt x="467" y="1907"/>
                    <a:pt x="428" y="1815"/>
                    <a:pt x="348" y="1761"/>
                  </a:cubicBezTo>
                  <a:lnTo>
                    <a:pt x="241" y="1694"/>
                  </a:lnTo>
                  <a:cubicBezTo>
                    <a:pt x="188" y="1641"/>
                    <a:pt x="161" y="1575"/>
                    <a:pt x="188" y="1495"/>
                  </a:cubicBezTo>
                  <a:lnTo>
                    <a:pt x="227" y="1401"/>
                  </a:lnTo>
                  <a:cubicBezTo>
                    <a:pt x="254" y="1335"/>
                    <a:pt x="321" y="1294"/>
                    <a:pt x="387" y="1294"/>
                  </a:cubicBezTo>
                  <a:lnTo>
                    <a:pt x="494" y="1308"/>
                  </a:lnTo>
                  <a:cubicBezTo>
                    <a:pt x="507" y="1309"/>
                    <a:pt x="520" y="1310"/>
                    <a:pt x="532" y="1310"/>
                  </a:cubicBezTo>
                  <a:cubicBezTo>
                    <a:pt x="623" y="1310"/>
                    <a:pt x="701" y="1270"/>
                    <a:pt x="748" y="1187"/>
                  </a:cubicBezTo>
                  <a:cubicBezTo>
                    <a:pt x="774" y="1148"/>
                    <a:pt x="814" y="1107"/>
                    <a:pt x="841" y="1068"/>
                  </a:cubicBezTo>
                  <a:cubicBezTo>
                    <a:pt x="908" y="988"/>
                    <a:pt x="921" y="894"/>
                    <a:pt x="881" y="801"/>
                  </a:cubicBezTo>
                  <a:lnTo>
                    <a:pt x="841" y="694"/>
                  </a:lnTo>
                  <a:cubicBezTo>
                    <a:pt x="814" y="627"/>
                    <a:pt x="841" y="547"/>
                    <a:pt x="908" y="494"/>
                  </a:cubicBezTo>
                  <a:lnTo>
                    <a:pt x="988" y="454"/>
                  </a:lnTo>
                  <a:cubicBezTo>
                    <a:pt x="1013" y="429"/>
                    <a:pt x="1043" y="419"/>
                    <a:pt x="1074" y="419"/>
                  </a:cubicBezTo>
                  <a:cubicBezTo>
                    <a:pt x="1110" y="419"/>
                    <a:pt x="1146" y="433"/>
                    <a:pt x="1174" y="454"/>
                  </a:cubicBezTo>
                  <a:lnTo>
                    <a:pt x="1267" y="534"/>
                  </a:lnTo>
                  <a:cubicBezTo>
                    <a:pt x="1322" y="580"/>
                    <a:pt x="1384" y="600"/>
                    <a:pt x="1447" y="600"/>
                  </a:cubicBezTo>
                  <a:cubicBezTo>
                    <a:pt x="1476" y="600"/>
                    <a:pt x="1505" y="596"/>
                    <a:pt x="1534" y="588"/>
                  </a:cubicBezTo>
                  <a:cubicBezTo>
                    <a:pt x="1587" y="561"/>
                    <a:pt x="1641" y="547"/>
                    <a:pt x="1694" y="534"/>
                  </a:cubicBezTo>
                  <a:cubicBezTo>
                    <a:pt x="1788" y="508"/>
                    <a:pt x="1854" y="428"/>
                    <a:pt x="1881" y="334"/>
                  </a:cubicBezTo>
                  <a:lnTo>
                    <a:pt x="1907" y="241"/>
                  </a:lnTo>
                  <a:cubicBezTo>
                    <a:pt x="1921" y="161"/>
                    <a:pt x="1987" y="108"/>
                    <a:pt x="2067" y="108"/>
                  </a:cubicBezTo>
                  <a:close/>
                  <a:moveTo>
                    <a:pt x="2067" y="1"/>
                  </a:moveTo>
                  <a:cubicBezTo>
                    <a:pt x="1948" y="1"/>
                    <a:pt x="1827" y="81"/>
                    <a:pt x="1801" y="214"/>
                  </a:cubicBezTo>
                  <a:lnTo>
                    <a:pt x="1774" y="307"/>
                  </a:lnTo>
                  <a:cubicBezTo>
                    <a:pt x="1761" y="374"/>
                    <a:pt x="1721" y="414"/>
                    <a:pt x="1667" y="428"/>
                  </a:cubicBezTo>
                  <a:cubicBezTo>
                    <a:pt x="1601" y="440"/>
                    <a:pt x="1548" y="467"/>
                    <a:pt x="1495" y="481"/>
                  </a:cubicBezTo>
                  <a:cubicBezTo>
                    <a:pt x="1476" y="490"/>
                    <a:pt x="1457" y="495"/>
                    <a:pt x="1438" y="495"/>
                  </a:cubicBezTo>
                  <a:cubicBezTo>
                    <a:pt x="1404" y="495"/>
                    <a:pt x="1369" y="480"/>
                    <a:pt x="1335" y="454"/>
                  </a:cubicBezTo>
                  <a:lnTo>
                    <a:pt x="1255" y="374"/>
                  </a:lnTo>
                  <a:cubicBezTo>
                    <a:pt x="1205" y="332"/>
                    <a:pt x="1145" y="312"/>
                    <a:pt x="1084" y="312"/>
                  </a:cubicBezTo>
                  <a:cubicBezTo>
                    <a:pt x="1028" y="312"/>
                    <a:pt x="971" y="329"/>
                    <a:pt x="921" y="360"/>
                  </a:cubicBezTo>
                  <a:lnTo>
                    <a:pt x="841" y="414"/>
                  </a:lnTo>
                  <a:cubicBezTo>
                    <a:pt x="734" y="481"/>
                    <a:pt x="694" y="614"/>
                    <a:pt x="748" y="734"/>
                  </a:cubicBezTo>
                  <a:lnTo>
                    <a:pt x="787" y="841"/>
                  </a:lnTo>
                  <a:cubicBezTo>
                    <a:pt x="801" y="894"/>
                    <a:pt x="801" y="961"/>
                    <a:pt x="761" y="1001"/>
                  </a:cubicBezTo>
                  <a:cubicBezTo>
                    <a:pt x="721" y="1041"/>
                    <a:pt x="694" y="1081"/>
                    <a:pt x="654" y="1134"/>
                  </a:cubicBezTo>
                  <a:cubicBezTo>
                    <a:pt x="632" y="1178"/>
                    <a:pt x="591" y="1204"/>
                    <a:pt x="540" y="1204"/>
                  </a:cubicBezTo>
                  <a:cubicBezTo>
                    <a:pt x="529" y="1204"/>
                    <a:pt x="519" y="1203"/>
                    <a:pt x="508" y="1201"/>
                  </a:cubicBezTo>
                  <a:lnTo>
                    <a:pt x="401" y="1187"/>
                  </a:lnTo>
                  <a:cubicBezTo>
                    <a:pt x="393" y="1186"/>
                    <a:pt x="384" y="1186"/>
                    <a:pt x="376" y="1186"/>
                  </a:cubicBezTo>
                  <a:cubicBezTo>
                    <a:pt x="264" y="1186"/>
                    <a:pt x="158" y="1263"/>
                    <a:pt x="120" y="1374"/>
                  </a:cubicBezTo>
                  <a:lnTo>
                    <a:pt x="94" y="1468"/>
                  </a:lnTo>
                  <a:cubicBezTo>
                    <a:pt x="40" y="1575"/>
                    <a:pt x="81" y="1708"/>
                    <a:pt x="188" y="1774"/>
                  </a:cubicBezTo>
                  <a:lnTo>
                    <a:pt x="280" y="1841"/>
                  </a:lnTo>
                  <a:cubicBezTo>
                    <a:pt x="334" y="1881"/>
                    <a:pt x="360" y="1934"/>
                    <a:pt x="348" y="1987"/>
                  </a:cubicBezTo>
                  <a:lnTo>
                    <a:pt x="348" y="2161"/>
                  </a:lnTo>
                  <a:cubicBezTo>
                    <a:pt x="348" y="2228"/>
                    <a:pt x="307" y="2281"/>
                    <a:pt x="268" y="2308"/>
                  </a:cubicBezTo>
                  <a:lnTo>
                    <a:pt x="161" y="2361"/>
                  </a:lnTo>
                  <a:cubicBezTo>
                    <a:pt x="54" y="2414"/>
                    <a:pt x="1" y="2548"/>
                    <a:pt x="28" y="2668"/>
                  </a:cubicBezTo>
                  <a:lnTo>
                    <a:pt x="54" y="2761"/>
                  </a:lnTo>
                  <a:cubicBezTo>
                    <a:pt x="91" y="2874"/>
                    <a:pt x="187" y="2963"/>
                    <a:pt x="299" y="2963"/>
                  </a:cubicBezTo>
                  <a:cubicBezTo>
                    <a:pt x="306" y="2963"/>
                    <a:pt x="313" y="2962"/>
                    <a:pt x="321" y="2962"/>
                  </a:cubicBezTo>
                  <a:lnTo>
                    <a:pt x="428" y="2962"/>
                  </a:lnTo>
                  <a:cubicBezTo>
                    <a:pt x="481" y="2962"/>
                    <a:pt x="534" y="2988"/>
                    <a:pt x="574" y="3042"/>
                  </a:cubicBezTo>
                  <a:cubicBezTo>
                    <a:pt x="600" y="3095"/>
                    <a:pt x="627" y="3148"/>
                    <a:pt x="668" y="3202"/>
                  </a:cubicBezTo>
                  <a:cubicBezTo>
                    <a:pt x="694" y="3241"/>
                    <a:pt x="707" y="3308"/>
                    <a:pt x="681" y="3362"/>
                  </a:cubicBezTo>
                  <a:lnTo>
                    <a:pt x="627" y="3442"/>
                  </a:lnTo>
                  <a:cubicBezTo>
                    <a:pt x="574" y="3561"/>
                    <a:pt x="600" y="3694"/>
                    <a:pt x="707" y="3775"/>
                  </a:cubicBezTo>
                  <a:lnTo>
                    <a:pt x="774" y="3842"/>
                  </a:lnTo>
                  <a:cubicBezTo>
                    <a:pt x="823" y="3883"/>
                    <a:pt x="886" y="3903"/>
                    <a:pt x="949" y="3903"/>
                  </a:cubicBezTo>
                  <a:cubicBezTo>
                    <a:pt x="1006" y="3903"/>
                    <a:pt x="1063" y="3887"/>
                    <a:pt x="1107" y="3855"/>
                  </a:cubicBezTo>
                  <a:lnTo>
                    <a:pt x="1187" y="3801"/>
                  </a:lnTo>
                  <a:cubicBezTo>
                    <a:pt x="1221" y="3776"/>
                    <a:pt x="1255" y="3767"/>
                    <a:pt x="1289" y="3767"/>
                  </a:cubicBezTo>
                  <a:cubicBezTo>
                    <a:pt x="1309" y="3767"/>
                    <a:pt x="1328" y="3770"/>
                    <a:pt x="1347" y="3775"/>
                  </a:cubicBezTo>
                  <a:cubicBezTo>
                    <a:pt x="1415" y="3801"/>
                    <a:pt x="1468" y="3828"/>
                    <a:pt x="1521" y="3855"/>
                  </a:cubicBezTo>
                  <a:cubicBezTo>
                    <a:pt x="1575" y="3868"/>
                    <a:pt x="1614" y="3922"/>
                    <a:pt x="1628" y="3975"/>
                  </a:cubicBezTo>
                  <a:lnTo>
                    <a:pt x="1641" y="4068"/>
                  </a:lnTo>
                  <a:cubicBezTo>
                    <a:pt x="1655" y="4188"/>
                    <a:pt x="1761" y="4281"/>
                    <a:pt x="1881" y="4295"/>
                  </a:cubicBezTo>
                  <a:lnTo>
                    <a:pt x="1987" y="4308"/>
                  </a:lnTo>
                  <a:lnTo>
                    <a:pt x="2001" y="4308"/>
                  </a:lnTo>
                  <a:cubicBezTo>
                    <a:pt x="2121" y="4308"/>
                    <a:pt x="2228" y="4228"/>
                    <a:pt x="2268" y="4121"/>
                  </a:cubicBezTo>
                  <a:lnTo>
                    <a:pt x="2295" y="4041"/>
                  </a:lnTo>
                  <a:cubicBezTo>
                    <a:pt x="2308" y="3988"/>
                    <a:pt x="2361" y="3948"/>
                    <a:pt x="2414" y="3935"/>
                  </a:cubicBezTo>
                  <a:cubicBezTo>
                    <a:pt x="2481" y="3922"/>
                    <a:pt x="2548" y="3908"/>
                    <a:pt x="2601" y="3895"/>
                  </a:cubicBezTo>
                  <a:cubicBezTo>
                    <a:pt x="2614" y="3892"/>
                    <a:pt x="2629" y="3890"/>
                    <a:pt x="2643" y="3890"/>
                  </a:cubicBezTo>
                  <a:cubicBezTo>
                    <a:pt x="2686" y="3890"/>
                    <a:pt x="2731" y="3905"/>
                    <a:pt x="2761" y="3935"/>
                  </a:cubicBezTo>
                  <a:lnTo>
                    <a:pt x="2828" y="4002"/>
                  </a:lnTo>
                  <a:cubicBezTo>
                    <a:pt x="2875" y="4056"/>
                    <a:pt x="2940" y="4083"/>
                    <a:pt x="3007" y="4083"/>
                  </a:cubicBezTo>
                  <a:cubicBezTo>
                    <a:pt x="3055" y="4083"/>
                    <a:pt x="3104" y="4069"/>
                    <a:pt x="3148" y="4041"/>
                  </a:cubicBezTo>
                  <a:lnTo>
                    <a:pt x="3241" y="4002"/>
                  </a:lnTo>
                  <a:cubicBezTo>
                    <a:pt x="3348" y="3935"/>
                    <a:pt x="3401" y="3815"/>
                    <a:pt x="3362" y="3682"/>
                  </a:cubicBezTo>
                  <a:lnTo>
                    <a:pt x="3348" y="3602"/>
                  </a:lnTo>
                  <a:cubicBezTo>
                    <a:pt x="3321" y="3548"/>
                    <a:pt x="3348" y="3481"/>
                    <a:pt x="3388" y="3442"/>
                  </a:cubicBezTo>
                  <a:cubicBezTo>
                    <a:pt x="3428" y="3401"/>
                    <a:pt x="3468" y="3348"/>
                    <a:pt x="3522" y="3294"/>
                  </a:cubicBezTo>
                  <a:cubicBezTo>
                    <a:pt x="3544" y="3262"/>
                    <a:pt x="3593" y="3238"/>
                    <a:pt x="3639" y="3238"/>
                  </a:cubicBezTo>
                  <a:cubicBezTo>
                    <a:pt x="3649" y="3238"/>
                    <a:pt x="3659" y="3239"/>
                    <a:pt x="3668" y="3241"/>
                  </a:cubicBezTo>
                  <a:lnTo>
                    <a:pt x="3762" y="3255"/>
                  </a:lnTo>
                  <a:cubicBezTo>
                    <a:pt x="3779" y="3259"/>
                    <a:pt x="3797" y="3261"/>
                    <a:pt x="3815" y="3261"/>
                  </a:cubicBezTo>
                  <a:cubicBezTo>
                    <a:pt x="3916" y="3261"/>
                    <a:pt x="4010" y="3199"/>
                    <a:pt x="4055" y="3108"/>
                  </a:cubicBezTo>
                  <a:lnTo>
                    <a:pt x="4095" y="3015"/>
                  </a:lnTo>
                  <a:cubicBezTo>
                    <a:pt x="4148" y="2908"/>
                    <a:pt x="4121" y="2775"/>
                    <a:pt x="4015" y="2695"/>
                  </a:cubicBezTo>
                  <a:lnTo>
                    <a:pt x="3948" y="2641"/>
                  </a:lnTo>
                  <a:cubicBezTo>
                    <a:pt x="3908" y="2601"/>
                    <a:pt x="3881" y="2548"/>
                    <a:pt x="3895" y="2494"/>
                  </a:cubicBezTo>
                  <a:cubicBezTo>
                    <a:pt x="3908" y="2428"/>
                    <a:pt x="3908" y="2361"/>
                    <a:pt x="3908" y="2295"/>
                  </a:cubicBezTo>
                  <a:cubicBezTo>
                    <a:pt x="3922" y="2241"/>
                    <a:pt x="3961" y="2188"/>
                    <a:pt x="4002" y="2161"/>
                  </a:cubicBezTo>
                  <a:lnTo>
                    <a:pt x="4082" y="2121"/>
                  </a:lnTo>
                  <a:cubicBezTo>
                    <a:pt x="4201" y="2081"/>
                    <a:pt x="4268" y="1948"/>
                    <a:pt x="4242" y="1827"/>
                  </a:cubicBezTo>
                  <a:lnTo>
                    <a:pt x="4228" y="1735"/>
                  </a:lnTo>
                  <a:cubicBezTo>
                    <a:pt x="4201" y="1614"/>
                    <a:pt x="4108" y="1521"/>
                    <a:pt x="3975" y="1507"/>
                  </a:cubicBezTo>
                  <a:lnTo>
                    <a:pt x="3881" y="1507"/>
                  </a:lnTo>
                  <a:cubicBezTo>
                    <a:pt x="3828" y="1495"/>
                    <a:pt x="3775" y="1468"/>
                    <a:pt x="3748" y="1415"/>
                  </a:cubicBezTo>
                  <a:cubicBezTo>
                    <a:pt x="3721" y="1361"/>
                    <a:pt x="3694" y="1321"/>
                    <a:pt x="3668" y="1267"/>
                  </a:cubicBezTo>
                  <a:lnTo>
                    <a:pt x="3668" y="1255"/>
                  </a:lnTo>
                  <a:cubicBezTo>
                    <a:pt x="3641" y="1201"/>
                    <a:pt x="3641" y="1134"/>
                    <a:pt x="3668" y="1094"/>
                  </a:cubicBezTo>
                  <a:lnTo>
                    <a:pt x="3708" y="1001"/>
                  </a:lnTo>
                  <a:cubicBezTo>
                    <a:pt x="3775" y="894"/>
                    <a:pt x="3762" y="761"/>
                    <a:pt x="3668" y="681"/>
                  </a:cubicBezTo>
                  <a:lnTo>
                    <a:pt x="3602" y="614"/>
                  </a:lnTo>
                  <a:cubicBezTo>
                    <a:pt x="3552" y="556"/>
                    <a:pt x="3476" y="524"/>
                    <a:pt x="3400" y="524"/>
                  </a:cubicBezTo>
                  <a:cubicBezTo>
                    <a:pt x="3354" y="524"/>
                    <a:pt x="3308" y="536"/>
                    <a:pt x="3268" y="561"/>
                  </a:cubicBezTo>
                  <a:lnTo>
                    <a:pt x="3188" y="614"/>
                  </a:lnTo>
                  <a:cubicBezTo>
                    <a:pt x="3161" y="628"/>
                    <a:pt x="3131" y="634"/>
                    <a:pt x="3103" y="634"/>
                  </a:cubicBezTo>
                  <a:cubicBezTo>
                    <a:pt x="3075" y="634"/>
                    <a:pt x="3048" y="628"/>
                    <a:pt x="3028" y="614"/>
                  </a:cubicBezTo>
                  <a:cubicBezTo>
                    <a:pt x="2882" y="534"/>
                    <a:pt x="2734" y="467"/>
                    <a:pt x="2574" y="428"/>
                  </a:cubicBezTo>
                  <a:cubicBezTo>
                    <a:pt x="2521" y="414"/>
                    <a:pt x="2468" y="374"/>
                    <a:pt x="2455" y="321"/>
                  </a:cubicBezTo>
                  <a:lnTo>
                    <a:pt x="2428" y="214"/>
                  </a:lnTo>
                  <a:cubicBezTo>
                    <a:pt x="2401" y="94"/>
                    <a:pt x="2295"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0362;p114">
              <a:extLst>
                <a:ext uri="{FF2B5EF4-FFF2-40B4-BE49-F238E27FC236}">
                  <a16:creationId xmlns:a16="http://schemas.microsoft.com/office/drawing/2014/main" id="{5B681ADC-6BE5-34E6-DBBA-41ECF3F4777E}"/>
                </a:ext>
              </a:extLst>
            </p:cNvPr>
            <p:cNvSpPr/>
            <p:nvPr/>
          </p:nvSpPr>
          <p:spPr>
            <a:xfrm>
              <a:off x="5427575" y="1994075"/>
              <a:ext cx="784550" cy="31050"/>
            </a:xfrm>
            <a:custGeom>
              <a:avLst/>
              <a:gdLst/>
              <a:ahLst/>
              <a:cxnLst/>
              <a:rect l="l" t="t" r="r" b="b"/>
              <a:pathLst>
                <a:path w="31382" h="1242" extrusionOk="0">
                  <a:moveTo>
                    <a:pt x="1174" y="1"/>
                  </a:moveTo>
                  <a:cubicBezTo>
                    <a:pt x="521" y="1"/>
                    <a:pt x="0" y="534"/>
                    <a:pt x="0" y="1174"/>
                  </a:cubicBezTo>
                  <a:lnTo>
                    <a:pt x="0" y="1241"/>
                  </a:lnTo>
                  <a:lnTo>
                    <a:pt x="31381" y="1241"/>
                  </a:lnTo>
                  <a:lnTo>
                    <a:pt x="31381" y="1174"/>
                  </a:lnTo>
                  <a:cubicBezTo>
                    <a:pt x="31381" y="521"/>
                    <a:pt x="30848" y="1"/>
                    <a:pt x="302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0363;p114">
              <a:extLst>
                <a:ext uri="{FF2B5EF4-FFF2-40B4-BE49-F238E27FC236}">
                  <a16:creationId xmlns:a16="http://schemas.microsoft.com/office/drawing/2014/main" id="{38AE31AC-0E3D-33CB-E5C0-134F04ACE78C}"/>
                </a:ext>
              </a:extLst>
            </p:cNvPr>
            <p:cNvSpPr/>
            <p:nvPr/>
          </p:nvSpPr>
          <p:spPr>
            <a:xfrm>
              <a:off x="5426250" y="1992750"/>
              <a:ext cx="787200" cy="605825"/>
            </a:xfrm>
            <a:custGeom>
              <a:avLst/>
              <a:gdLst/>
              <a:ahLst/>
              <a:cxnLst/>
              <a:rect l="l" t="t" r="r" b="b"/>
              <a:pathLst>
                <a:path w="31488" h="24233" extrusionOk="0">
                  <a:moveTo>
                    <a:pt x="30260" y="107"/>
                  </a:moveTo>
                  <a:cubicBezTo>
                    <a:pt x="30874" y="107"/>
                    <a:pt x="31381" y="614"/>
                    <a:pt x="31381" y="1227"/>
                  </a:cubicBezTo>
                  <a:lnTo>
                    <a:pt x="31381" y="23006"/>
                  </a:lnTo>
                  <a:cubicBezTo>
                    <a:pt x="31381" y="23619"/>
                    <a:pt x="30887" y="24112"/>
                    <a:pt x="30260" y="24112"/>
                  </a:cubicBezTo>
                  <a:lnTo>
                    <a:pt x="1227" y="24112"/>
                  </a:lnTo>
                  <a:cubicBezTo>
                    <a:pt x="614" y="24112"/>
                    <a:pt x="107" y="23619"/>
                    <a:pt x="107" y="23006"/>
                  </a:cubicBezTo>
                  <a:lnTo>
                    <a:pt x="107" y="1227"/>
                  </a:lnTo>
                  <a:cubicBezTo>
                    <a:pt x="107" y="934"/>
                    <a:pt x="227" y="654"/>
                    <a:pt x="441" y="441"/>
                  </a:cubicBezTo>
                  <a:cubicBezTo>
                    <a:pt x="654" y="228"/>
                    <a:pt x="934" y="107"/>
                    <a:pt x="1227" y="107"/>
                  </a:cubicBezTo>
                  <a:close/>
                  <a:moveTo>
                    <a:pt x="1227" y="0"/>
                  </a:moveTo>
                  <a:cubicBezTo>
                    <a:pt x="894" y="0"/>
                    <a:pt x="587" y="134"/>
                    <a:pt x="361" y="361"/>
                  </a:cubicBezTo>
                  <a:cubicBezTo>
                    <a:pt x="133" y="601"/>
                    <a:pt x="0" y="907"/>
                    <a:pt x="0" y="1227"/>
                  </a:cubicBezTo>
                  <a:lnTo>
                    <a:pt x="0" y="23006"/>
                  </a:lnTo>
                  <a:cubicBezTo>
                    <a:pt x="0" y="23673"/>
                    <a:pt x="547" y="24233"/>
                    <a:pt x="1227" y="24233"/>
                  </a:cubicBezTo>
                  <a:lnTo>
                    <a:pt x="30260" y="24233"/>
                  </a:lnTo>
                  <a:cubicBezTo>
                    <a:pt x="30940" y="24219"/>
                    <a:pt x="31487" y="23673"/>
                    <a:pt x="31487" y="23006"/>
                  </a:cubicBezTo>
                  <a:lnTo>
                    <a:pt x="31487" y="1227"/>
                  </a:lnTo>
                  <a:cubicBezTo>
                    <a:pt x="31487" y="548"/>
                    <a:pt x="30927" y="0"/>
                    <a:pt x="302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0364;p114">
              <a:extLst>
                <a:ext uri="{FF2B5EF4-FFF2-40B4-BE49-F238E27FC236}">
                  <a16:creationId xmlns:a16="http://schemas.microsoft.com/office/drawing/2014/main" id="{67CC1D79-1466-AA9B-F511-2209B2F4597E}"/>
                </a:ext>
              </a:extLst>
            </p:cNvPr>
            <p:cNvSpPr/>
            <p:nvPr/>
          </p:nvSpPr>
          <p:spPr>
            <a:xfrm>
              <a:off x="5426250" y="2022075"/>
              <a:ext cx="787200" cy="2700"/>
            </a:xfrm>
            <a:custGeom>
              <a:avLst/>
              <a:gdLst/>
              <a:ahLst/>
              <a:cxnLst/>
              <a:rect l="l" t="t" r="r" b="b"/>
              <a:pathLst>
                <a:path w="31488" h="108" extrusionOk="0">
                  <a:moveTo>
                    <a:pt x="53" y="1"/>
                  </a:moveTo>
                  <a:cubicBezTo>
                    <a:pt x="27" y="1"/>
                    <a:pt x="0" y="28"/>
                    <a:pt x="0" y="54"/>
                  </a:cubicBezTo>
                  <a:cubicBezTo>
                    <a:pt x="0" y="81"/>
                    <a:pt x="27" y="108"/>
                    <a:pt x="53" y="108"/>
                  </a:cubicBezTo>
                  <a:lnTo>
                    <a:pt x="31434" y="108"/>
                  </a:lnTo>
                  <a:cubicBezTo>
                    <a:pt x="31461" y="108"/>
                    <a:pt x="31487" y="81"/>
                    <a:pt x="31487" y="54"/>
                  </a:cubicBezTo>
                  <a:cubicBezTo>
                    <a:pt x="31487" y="28"/>
                    <a:pt x="31461" y="1"/>
                    <a:pt x="314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0365;p114">
              <a:extLst>
                <a:ext uri="{FF2B5EF4-FFF2-40B4-BE49-F238E27FC236}">
                  <a16:creationId xmlns:a16="http://schemas.microsoft.com/office/drawing/2014/main" id="{251B2D87-4582-BCBC-DD74-2B35C0489030}"/>
                </a:ext>
              </a:extLst>
            </p:cNvPr>
            <p:cNvSpPr/>
            <p:nvPr/>
          </p:nvSpPr>
          <p:spPr>
            <a:xfrm>
              <a:off x="5481275" y="2003750"/>
              <a:ext cx="11675" cy="12050"/>
            </a:xfrm>
            <a:custGeom>
              <a:avLst/>
              <a:gdLst/>
              <a:ahLst/>
              <a:cxnLst/>
              <a:rect l="l" t="t" r="r" b="b"/>
              <a:pathLst>
                <a:path w="467" h="482" extrusionOk="0">
                  <a:moveTo>
                    <a:pt x="226" y="1"/>
                  </a:moveTo>
                  <a:cubicBezTo>
                    <a:pt x="107" y="1"/>
                    <a:pt x="0" y="108"/>
                    <a:pt x="0" y="241"/>
                  </a:cubicBezTo>
                  <a:cubicBezTo>
                    <a:pt x="0" y="374"/>
                    <a:pt x="107" y="481"/>
                    <a:pt x="226" y="481"/>
                  </a:cubicBezTo>
                  <a:cubicBezTo>
                    <a:pt x="360" y="481"/>
                    <a:pt x="466" y="374"/>
                    <a:pt x="466" y="241"/>
                  </a:cubicBezTo>
                  <a:cubicBezTo>
                    <a:pt x="466" y="108"/>
                    <a:pt x="3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0366;p114">
              <a:extLst>
                <a:ext uri="{FF2B5EF4-FFF2-40B4-BE49-F238E27FC236}">
                  <a16:creationId xmlns:a16="http://schemas.microsoft.com/office/drawing/2014/main" id="{0EAE9796-4D07-7234-84F5-1C13AEDB4E70}"/>
                </a:ext>
              </a:extLst>
            </p:cNvPr>
            <p:cNvSpPr/>
            <p:nvPr/>
          </p:nvSpPr>
          <p:spPr>
            <a:xfrm>
              <a:off x="5509275" y="2003750"/>
              <a:ext cx="12025" cy="11700"/>
            </a:xfrm>
            <a:custGeom>
              <a:avLst/>
              <a:gdLst/>
              <a:ahLst/>
              <a:cxnLst/>
              <a:rect l="l" t="t" r="r" b="b"/>
              <a:pathLst>
                <a:path w="481" h="468" extrusionOk="0">
                  <a:moveTo>
                    <a:pt x="240" y="1"/>
                  </a:moveTo>
                  <a:cubicBezTo>
                    <a:pt x="107" y="1"/>
                    <a:pt x="0" y="94"/>
                    <a:pt x="0" y="227"/>
                  </a:cubicBezTo>
                  <a:cubicBezTo>
                    <a:pt x="0" y="360"/>
                    <a:pt x="107" y="467"/>
                    <a:pt x="240" y="467"/>
                  </a:cubicBezTo>
                  <a:cubicBezTo>
                    <a:pt x="374" y="467"/>
                    <a:pt x="480" y="374"/>
                    <a:pt x="480" y="241"/>
                  </a:cubicBezTo>
                  <a:cubicBezTo>
                    <a:pt x="480" y="108"/>
                    <a:pt x="374" y="1"/>
                    <a:pt x="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0367;p114">
              <a:extLst>
                <a:ext uri="{FF2B5EF4-FFF2-40B4-BE49-F238E27FC236}">
                  <a16:creationId xmlns:a16="http://schemas.microsoft.com/office/drawing/2014/main" id="{3C7C6491-9A3E-0C26-F9E1-3DB0D26A17DC}"/>
                </a:ext>
              </a:extLst>
            </p:cNvPr>
            <p:cNvSpPr/>
            <p:nvPr/>
          </p:nvSpPr>
          <p:spPr>
            <a:xfrm>
              <a:off x="5537275" y="2003750"/>
              <a:ext cx="12025" cy="12050"/>
            </a:xfrm>
            <a:custGeom>
              <a:avLst/>
              <a:gdLst/>
              <a:ahLst/>
              <a:cxnLst/>
              <a:rect l="l" t="t" r="r" b="b"/>
              <a:pathLst>
                <a:path w="481" h="482" extrusionOk="0">
                  <a:moveTo>
                    <a:pt x="241" y="1"/>
                  </a:moveTo>
                  <a:cubicBezTo>
                    <a:pt x="107" y="1"/>
                    <a:pt x="1" y="108"/>
                    <a:pt x="1" y="241"/>
                  </a:cubicBezTo>
                  <a:cubicBezTo>
                    <a:pt x="1" y="374"/>
                    <a:pt x="107" y="481"/>
                    <a:pt x="241" y="481"/>
                  </a:cubicBezTo>
                  <a:cubicBezTo>
                    <a:pt x="374" y="481"/>
                    <a:pt x="481" y="374"/>
                    <a:pt x="481" y="241"/>
                  </a:cubicBezTo>
                  <a:cubicBezTo>
                    <a:pt x="481" y="108"/>
                    <a:pt x="374" y="1"/>
                    <a:pt x="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0368;p114">
              <a:extLst>
                <a:ext uri="{FF2B5EF4-FFF2-40B4-BE49-F238E27FC236}">
                  <a16:creationId xmlns:a16="http://schemas.microsoft.com/office/drawing/2014/main" id="{4C4BBC33-3A94-6984-D836-2A0BA77432F9}"/>
                </a:ext>
              </a:extLst>
            </p:cNvPr>
            <p:cNvSpPr/>
            <p:nvPr/>
          </p:nvSpPr>
          <p:spPr>
            <a:xfrm>
              <a:off x="5690650" y="2204800"/>
              <a:ext cx="260075" cy="260075"/>
            </a:xfrm>
            <a:custGeom>
              <a:avLst/>
              <a:gdLst/>
              <a:ahLst/>
              <a:cxnLst/>
              <a:rect l="l" t="t" r="r" b="b"/>
              <a:pathLst>
                <a:path w="10403" h="10403" extrusionOk="0">
                  <a:moveTo>
                    <a:pt x="5201" y="441"/>
                  </a:moveTo>
                  <a:cubicBezTo>
                    <a:pt x="7815" y="441"/>
                    <a:pt x="9949" y="2561"/>
                    <a:pt x="9962" y="5175"/>
                  </a:cubicBezTo>
                  <a:lnTo>
                    <a:pt x="9962" y="5201"/>
                  </a:lnTo>
                  <a:cubicBezTo>
                    <a:pt x="9962" y="7842"/>
                    <a:pt x="7828" y="9976"/>
                    <a:pt x="5201" y="9976"/>
                  </a:cubicBezTo>
                  <a:cubicBezTo>
                    <a:pt x="2561" y="9976"/>
                    <a:pt x="427" y="7842"/>
                    <a:pt x="427" y="5201"/>
                  </a:cubicBezTo>
                  <a:cubicBezTo>
                    <a:pt x="427" y="2575"/>
                    <a:pt x="2561" y="441"/>
                    <a:pt x="5201" y="441"/>
                  </a:cubicBezTo>
                  <a:close/>
                  <a:moveTo>
                    <a:pt x="5201" y="0"/>
                  </a:moveTo>
                  <a:cubicBezTo>
                    <a:pt x="2334" y="0"/>
                    <a:pt x="0" y="2334"/>
                    <a:pt x="0" y="5201"/>
                  </a:cubicBezTo>
                  <a:cubicBezTo>
                    <a:pt x="0" y="8069"/>
                    <a:pt x="2334" y="10402"/>
                    <a:pt x="5201" y="10402"/>
                  </a:cubicBezTo>
                  <a:cubicBezTo>
                    <a:pt x="8068" y="10402"/>
                    <a:pt x="10402" y="8069"/>
                    <a:pt x="10402" y="5201"/>
                  </a:cubicBezTo>
                  <a:lnTo>
                    <a:pt x="10402" y="5175"/>
                  </a:lnTo>
                  <a:cubicBezTo>
                    <a:pt x="10376" y="2321"/>
                    <a:pt x="8041" y="0"/>
                    <a:pt x="52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0369;p114">
              <a:extLst>
                <a:ext uri="{FF2B5EF4-FFF2-40B4-BE49-F238E27FC236}">
                  <a16:creationId xmlns:a16="http://schemas.microsoft.com/office/drawing/2014/main" id="{37A8575A-3E13-5C22-BFAE-D102AF683665}"/>
                </a:ext>
              </a:extLst>
            </p:cNvPr>
            <p:cNvSpPr/>
            <p:nvPr/>
          </p:nvSpPr>
          <p:spPr>
            <a:xfrm>
              <a:off x="5935025" y="2054100"/>
              <a:ext cx="502125" cy="157075"/>
            </a:xfrm>
            <a:custGeom>
              <a:avLst/>
              <a:gdLst/>
              <a:ahLst/>
              <a:cxnLst/>
              <a:rect l="l" t="t" r="r" b="b"/>
              <a:pathLst>
                <a:path w="20085" h="6283" extrusionOk="0">
                  <a:moveTo>
                    <a:pt x="1174" y="0"/>
                  </a:moveTo>
                  <a:cubicBezTo>
                    <a:pt x="521" y="0"/>
                    <a:pt x="0" y="521"/>
                    <a:pt x="0" y="1174"/>
                  </a:cubicBezTo>
                  <a:lnTo>
                    <a:pt x="0" y="5108"/>
                  </a:lnTo>
                  <a:cubicBezTo>
                    <a:pt x="0" y="5749"/>
                    <a:pt x="521" y="6282"/>
                    <a:pt x="1174" y="6282"/>
                  </a:cubicBezTo>
                  <a:lnTo>
                    <a:pt x="18911" y="6282"/>
                  </a:lnTo>
                  <a:cubicBezTo>
                    <a:pt x="19551" y="6282"/>
                    <a:pt x="20084" y="5749"/>
                    <a:pt x="20084" y="5108"/>
                  </a:cubicBezTo>
                  <a:lnTo>
                    <a:pt x="20084" y="1174"/>
                  </a:lnTo>
                  <a:cubicBezTo>
                    <a:pt x="20084" y="521"/>
                    <a:pt x="19551" y="0"/>
                    <a:pt x="189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0370;p114">
              <a:extLst>
                <a:ext uri="{FF2B5EF4-FFF2-40B4-BE49-F238E27FC236}">
                  <a16:creationId xmlns:a16="http://schemas.microsoft.com/office/drawing/2014/main" id="{CD3E34AB-9E5B-CA70-7D59-546CAF2E2A91}"/>
                </a:ext>
              </a:extLst>
            </p:cNvPr>
            <p:cNvSpPr/>
            <p:nvPr/>
          </p:nvSpPr>
          <p:spPr>
            <a:xfrm>
              <a:off x="5933675" y="2052750"/>
              <a:ext cx="504800" cy="159750"/>
            </a:xfrm>
            <a:custGeom>
              <a:avLst/>
              <a:gdLst/>
              <a:ahLst/>
              <a:cxnLst/>
              <a:rect l="l" t="t" r="r" b="b"/>
              <a:pathLst>
                <a:path w="20192" h="6390" extrusionOk="0">
                  <a:moveTo>
                    <a:pt x="18965" y="108"/>
                  </a:moveTo>
                  <a:cubicBezTo>
                    <a:pt x="19578" y="108"/>
                    <a:pt x="20085" y="601"/>
                    <a:pt x="20085" y="1228"/>
                  </a:cubicBezTo>
                  <a:lnTo>
                    <a:pt x="20085" y="5162"/>
                  </a:lnTo>
                  <a:cubicBezTo>
                    <a:pt x="20085" y="5776"/>
                    <a:pt x="19578" y="6283"/>
                    <a:pt x="18965" y="6283"/>
                  </a:cubicBezTo>
                  <a:lnTo>
                    <a:pt x="1228" y="6283"/>
                  </a:lnTo>
                  <a:cubicBezTo>
                    <a:pt x="601" y="6283"/>
                    <a:pt x="108" y="5776"/>
                    <a:pt x="108" y="5162"/>
                  </a:cubicBezTo>
                  <a:lnTo>
                    <a:pt x="108" y="1228"/>
                  </a:lnTo>
                  <a:cubicBezTo>
                    <a:pt x="108" y="601"/>
                    <a:pt x="601" y="108"/>
                    <a:pt x="1228" y="108"/>
                  </a:cubicBezTo>
                  <a:close/>
                  <a:moveTo>
                    <a:pt x="1228" y="1"/>
                  </a:moveTo>
                  <a:cubicBezTo>
                    <a:pt x="548" y="1"/>
                    <a:pt x="1" y="548"/>
                    <a:pt x="1" y="1228"/>
                  </a:cubicBezTo>
                  <a:lnTo>
                    <a:pt x="1" y="5162"/>
                  </a:lnTo>
                  <a:cubicBezTo>
                    <a:pt x="1" y="5842"/>
                    <a:pt x="548" y="6389"/>
                    <a:pt x="1228" y="6389"/>
                  </a:cubicBezTo>
                  <a:lnTo>
                    <a:pt x="18965" y="6389"/>
                  </a:lnTo>
                  <a:cubicBezTo>
                    <a:pt x="19632" y="6389"/>
                    <a:pt x="20192" y="5842"/>
                    <a:pt x="20192" y="5162"/>
                  </a:cubicBezTo>
                  <a:lnTo>
                    <a:pt x="20192" y="1228"/>
                  </a:lnTo>
                  <a:cubicBezTo>
                    <a:pt x="20192" y="548"/>
                    <a:pt x="19632" y="1"/>
                    <a:pt x="18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0371;p114">
              <a:extLst>
                <a:ext uri="{FF2B5EF4-FFF2-40B4-BE49-F238E27FC236}">
                  <a16:creationId xmlns:a16="http://schemas.microsoft.com/office/drawing/2014/main" id="{DF7C573A-6B9B-13BD-5FDF-8D16800CCCBF}"/>
                </a:ext>
              </a:extLst>
            </p:cNvPr>
            <p:cNvSpPr/>
            <p:nvPr/>
          </p:nvSpPr>
          <p:spPr>
            <a:xfrm>
              <a:off x="6022725" y="2130450"/>
              <a:ext cx="342400" cy="2700"/>
            </a:xfrm>
            <a:custGeom>
              <a:avLst/>
              <a:gdLst/>
              <a:ahLst/>
              <a:cxnLst/>
              <a:rect l="l" t="t" r="r" b="b"/>
              <a:pathLst>
                <a:path w="13696" h="108" extrusionOk="0">
                  <a:moveTo>
                    <a:pt x="0" y="1"/>
                  </a:moveTo>
                  <a:lnTo>
                    <a:pt x="0" y="107"/>
                  </a:lnTo>
                  <a:lnTo>
                    <a:pt x="13696" y="107"/>
                  </a:lnTo>
                  <a:lnTo>
                    <a:pt x="136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0372;p114">
              <a:extLst>
                <a:ext uri="{FF2B5EF4-FFF2-40B4-BE49-F238E27FC236}">
                  <a16:creationId xmlns:a16="http://schemas.microsoft.com/office/drawing/2014/main" id="{96201653-05F0-CD70-2386-C7E6CD7B6E55}"/>
                </a:ext>
              </a:extLst>
            </p:cNvPr>
            <p:cNvSpPr/>
            <p:nvPr/>
          </p:nvSpPr>
          <p:spPr>
            <a:xfrm>
              <a:off x="6011375" y="2092450"/>
              <a:ext cx="249425" cy="40700"/>
            </a:xfrm>
            <a:custGeom>
              <a:avLst/>
              <a:gdLst/>
              <a:ahLst/>
              <a:cxnLst/>
              <a:rect l="l" t="t" r="r" b="b"/>
              <a:pathLst>
                <a:path w="9977" h="1628" extrusionOk="0">
                  <a:moveTo>
                    <a:pt x="2174" y="0"/>
                  </a:moveTo>
                  <a:lnTo>
                    <a:pt x="1" y="1533"/>
                  </a:lnTo>
                  <a:lnTo>
                    <a:pt x="67" y="1614"/>
                  </a:lnTo>
                  <a:lnTo>
                    <a:pt x="2214" y="107"/>
                  </a:lnTo>
                  <a:lnTo>
                    <a:pt x="7682" y="107"/>
                  </a:lnTo>
                  <a:lnTo>
                    <a:pt x="9909" y="1627"/>
                  </a:lnTo>
                  <a:lnTo>
                    <a:pt x="9976" y="1533"/>
                  </a:lnTo>
                  <a:lnTo>
                    <a:pt x="7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0373;p114">
              <a:extLst>
                <a:ext uri="{FF2B5EF4-FFF2-40B4-BE49-F238E27FC236}">
                  <a16:creationId xmlns:a16="http://schemas.microsoft.com/office/drawing/2014/main" id="{D78BA3A3-ECA9-E371-D03C-6790A363617E}"/>
                </a:ext>
              </a:extLst>
            </p:cNvPr>
            <p:cNvSpPr/>
            <p:nvPr/>
          </p:nvSpPr>
          <p:spPr>
            <a:xfrm>
              <a:off x="6249075" y="2121125"/>
              <a:ext cx="21375" cy="21350"/>
            </a:xfrm>
            <a:custGeom>
              <a:avLst/>
              <a:gdLst/>
              <a:ahLst/>
              <a:cxnLst/>
              <a:rect l="l" t="t" r="r" b="b"/>
              <a:pathLst>
                <a:path w="855" h="854" extrusionOk="0">
                  <a:moveTo>
                    <a:pt x="428" y="0"/>
                  </a:moveTo>
                  <a:cubicBezTo>
                    <a:pt x="201" y="0"/>
                    <a:pt x="1" y="200"/>
                    <a:pt x="1" y="427"/>
                  </a:cubicBezTo>
                  <a:cubicBezTo>
                    <a:pt x="1" y="667"/>
                    <a:pt x="201" y="854"/>
                    <a:pt x="428" y="854"/>
                  </a:cubicBezTo>
                  <a:cubicBezTo>
                    <a:pt x="668" y="854"/>
                    <a:pt x="854" y="667"/>
                    <a:pt x="854" y="427"/>
                  </a:cubicBezTo>
                  <a:cubicBezTo>
                    <a:pt x="854" y="200"/>
                    <a:pt x="668" y="0"/>
                    <a:pt x="4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0374;p114">
              <a:extLst>
                <a:ext uri="{FF2B5EF4-FFF2-40B4-BE49-F238E27FC236}">
                  <a16:creationId xmlns:a16="http://schemas.microsoft.com/office/drawing/2014/main" id="{B77ABBE4-852D-005A-633D-D822E31620C9}"/>
                </a:ext>
              </a:extLst>
            </p:cNvPr>
            <p:cNvSpPr/>
            <p:nvPr/>
          </p:nvSpPr>
          <p:spPr>
            <a:xfrm>
              <a:off x="6247750" y="2119775"/>
              <a:ext cx="24375" cy="24050"/>
            </a:xfrm>
            <a:custGeom>
              <a:avLst/>
              <a:gdLst/>
              <a:ahLst/>
              <a:cxnLst/>
              <a:rect l="l" t="t" r="r" b="b"/>
              <a:pathLst>
                <a:path w="975" h="962" extrusionOk="0">
                  <a:moveTo>
                    <a:pt x="494" y="108"/>
                  </a:moveTo>
                  <a:cubicBezTo>
                    <a:pt x="694" y="108"/>
                    <a:pt x="854" y="280"/>
                    <a:pt x="854" y="481"/>
                  </a:cubicBezTo>
                  <a:cubicBezTo>
                    <a:pt x="854" y="694"/>
                    <a:pt x="694" y="854"/>
                    <a:pt x="481" y="854"/>
                  </a:cubicBezTo>
                  <a:cubicBezTo>
                    <a:pt x="281" y="854"/>
                    <a:pt x="107" y="694"/>
                    <a:pt x="107" y="481"/>
                  </a:cubicBezTo>
                  <a:cubicBezTo>
                    <a:pt x="107" y="280"/>
                    <a:pt x="281" y="108"/>
                    <a:pt x="494" y="108"/>
                  </a:cubicBezTo>
                  <a:close/>
                  <a:moveTo>
                    <a:pt x="481" y="1"/>
                  </a:moveTo>
                  <a:cubicBezTo>
                    <a:pt x="228" y="1"/>
                    <a:pt x="1" y="214"/>
                    <a:pt x="1" y="481"/>
                  </a:cubicBezTo>
                  <a:cubicBezTo>
                    <a:pt x="1" y="748"/>
                    <a:pt x="228" y="961"/>
                    <a:pt x="481" y="961"/>
                  </a:cubicBezTo>
                  <a:cubicBezTo>
                    <a:pt x="747" y="961"/>
                    <a:pt x="975" y="748"/>
                    <a:pt x="975" y="481"/>
                  </a:cubicBezTo>
                  <a:cubicBezTo>
                    <a:pt x="975" y="214"/>
                    <a:pt x="747" y="1"/>
                    <a:pt x="4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0375;p114">
              <a:extLst>
                <a:ext uri="{FF2B5EF4-FFF2-40B4-BE49-F238E27FC236}">
                  <a16:creationId xmlns:a16="http://schemas.microsoft.com/office/drawing/2014/main" id="{33600EC6-E8C3-563A-CA54-0E1AA561917B}"/>
                </a:ext>
              </a:extLst>
            </p:cNvPr>
            <p:cNvSpPr/>
            <p:nvPr/>
          </p:nvSpPr>
          <p:spPr>
            <a:xfrm>
              <a:off x="6055400" y="2083100"/>
              <a:ext cx="21350" cy="21375"/>
            </a:xfrm>
            <a:custGeom>
              <a:avLst/>
              <a:gdLst/>
              <a:ahLst/>
              <a:cxnLst/>
              <a:rect l="l" t="t" r="r" b="b"/>
              <a:pathLst>
                <a:path w="854" h="855" extrusionOk="0">
                  <a:moveTo>
                    <a:pt x="427" y="1"/>
                  </a:moveTo>
                  <a:cubicBezTo>
                    <a:pt x="200" y="1"/>
                    <a:pt x="0" y="188"/>
                    <a:pt x="0" y="428"/>
                  </a:cubicBezTo>
                  <a:cubicBezTo>
                    <a:pt x="0" y="668"/>
                    <a:pt x="200" y="854"/>
                    <a:pt x="427" y="854"/>
                  </a:cubicBezTo>
                  <a:cubicBezTo>
                    <a:pt x="667" y="854"/>
                    <a:pt x="854" y="668"/>
                    <a:pt x="854" y="428"/>
                  </a:cubicBezTo>
                  <a:cubicBezTo>
                    <a:pt x="854" y="188"/>
                    <a:pt x="667" y="1"/>
                    <a:pt x="4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0376;p114">
              <a:extLst>
                <a:ext uri="{FF2B5EF4-FFF2-40B4-BE49-F238E27FC236}">
                  <a16:creationId xmlns:a16="http://schemas.microsoft.com/office/drawing/2014/main" id="{29560424-0BCE-658A-8C01-A897D2752933}"/>
                </a:ext>
              </a:extLst>
            </p:cNvPr>
            <p:cNvSpPr/>
            <p:nvPr/>
          </p:nvSpPr>
          <p:spPr>
            <a:xfrm>
              <a:off x="6054050" y="2081775"/>
              <a:ext cx="24025" cy="24025"/>
            </a:xfrm>
            <a:custGeom>
              <a:avLst/>
              <a:gdLst/>
              <a:ahLst/>
              <a:cxnLst/>
              <a:rect l="l" t="t" r="r" b="b"/>
              <a:pathLst>
                <a:path w="961" h="961" extrusionOk="0">
                  <a:moveTo>
                    <a:pt x="481" y="107"/>
                  </a:moveTo>
                  <a:cubicBezTo>
                    <a:pt x="694" y="107"/>
                    <a:pt x="854" y="280"/>
                    <a:pt x="854" y="481"/>
                  </a:cubicBezTo>
                  <a:cubicBezTo>
                    <a:pt x="854" y="680"/>
                    <a:pt x="694" y="854"/>
                    <a:pt x="481" y="854"/>
                  </a:cubicBezTo>
                  <a:cubicBezTo>
                    <a:pt x="280" y="854"/>
                    <a:pt x="107" y="680"/>
                    <a:pt x="107" y="481"/>
                  </a:cubicBezTo>
                  <a:cubicBezTo>
                    <a:pt x="107" y="280"/>
                    <a:pt x="280" y="107"/>
                    <a:pt x="481" y="107"/>
                  </a:cubicBezTo>
                  <a:close/>
                  <a:moveTo>
                    <a:pt x="481" y="1"/>
                  </a:moveTo>
                  <a:cubicBezTo>
                    <a:pt x="214" y="1"/>
                    <a:pt x="1" y="214"/>
                    <a:pt x="1" y="481"/>
                  </a:cubicBezTo>
                  <a:cubicBezTo>
                    <a:pt x="1" y="747"/>
                    <a:pt x="214" y="961"/>
                    <a:pt x="481" y="961"/>
                  </a:cubicBezTo>
                  <a:cubicBezTo>
                    <a:pt x="748" y="961"/>
                    <a:pt x="961" y="747"/>
                    <a:pt x="961" y="481"/>
                  </a:cubicBezTo>
                  <a:cubicBezTo>
                    <a:pt x="961" y="214"/>
                    <a:pt x="748" y="1"/>
                    <a:pt x="4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0377;p114">
              <a:extLst>
                <a:ext uri="{FF2B5EF4-FFF2-40B4-BE49-F238E27FC236}">
                  <a16:creationId xmlns:a16="http://schemas.microsoft.com/office/drawing/2014/main" id="{EAC08F31-2195-31C1-B789-4970B2B916A5}"/>
                </a:ext>
              </a:extLst>
            </p:cNvPr>
            <p:cNvSpPr/>
            <p:nvPr/>
          </p:nvSpPr>
          <p:spPr>
            <a:xfrm>
              <a:off x="6193075" y="2083100"/>
              <a:ext cx="21350" cy="21375"/>
            </a:xfrm>
            <a:custGeom>
              <a:avLst/>
              <a:gdLst/>
              <a:ahLst/>
              <a:cxnLst/>
              <a:rect l="l" t="t" r="r" b="b"/>
              <a:pathLst>
                <a:path w="854" h="855" extrusionOk="0">
                  <a:moveTo>
                    <a:pt x="427" y="1"/>
                  </a:moveTo>
                  <a:cubicBezTo>
                    <a:pt x="187" y="1"/>
                    <a:pt x="0" y="188"/>
                    <a:pt x="0" y="428"/>
                  </a:cubicBezTo>
                  <a:cubicBezTo>
                    <a:pt x="0" y="668"/>
                    <a:pt x="187" y="854"/>
                    <a:pt x="427" y="854"/>
                  </a:cubicBezTo>
                  <a:cubicBezTo>
                    <a:pt x="667" y="854"/>
                    <a:pt x="854" y="668"/>
                    <a:pt x="854" y="428"/>
                  </a:cubicBezTo>
                  <a:cubicBezTo>
                    <a:pt x="854" y="188"/>
                    <a:pt x="667" y="1"/>
                    <a:pt x="4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0378;p114">
              <a:extLst>
                <a:ext uri="{FF2B5EF4-FFF2-40B4-BE49-F238E27FC236}">
                  <a16:creationId xmlns:a16="http://schemas.microsoft.com/office/drawing/2014/main" id="{77A79898-C144-B29E-C8E3-8ED961C5DF8D}"/>
                </a:ext>
              </a:extLst>
            </p:cNvPr>
            <p:cNvSpPr/>
            <p:nvPr/>
          </p:nvSpPr>
          <p:spPr>
            <a:xfrm>
              <a:off x="6191750" y="2081775"/>
              <a:ext cx="24025" cy="24025"/>
            </a:xfrm>
            <a:custGeom>
              <a:avLst/>
              <a:gdLst/>
              <a:ahLst/>
              <a:cxnLst/>
              <a:rect l="l" t="t" r="r" b="b"/>
              <a:pathLst>
                <a:path w="961" h="961" extrusionOk="0">
                  <a:moveTo>
                    <a:pt x="480" y="107"/>
                  </a:moveTo>
                  <a:cubicBezTo>
                    <a:pt x="681" y="107"/>
                    <a:pt x="854" y="280"/>
                    <a:pt x="854" y="481"/>
                  </a:cubicBezTo>
                  <a:cubicBezTo>
                    <a:pt x="854" y="574"/>
                    <a:pt x="814" y="667"/>
                    <a:pt x="747" y="747"/>
                  </a:cubicBezTo>
                  <a:cubicBezTo>
                    <a:pt x="681" y="814"/>
                    <a:pt x="587" y="854"/>
                    <a:pt x="480" y="854"/>
                  </a:cubicBezTo>
                  <a:cubicBezTo>
                    <a:pt x="387" y="854"/>
                    <a:pt x="293" y="814"/>
                    <a:pt x="213" y="747"/>
                  </a:cubicBezTo>
                  <a:cubicBezTo>
                    <a:pt x="147" y="680"/>
                    <a:pt x="107" y="587"/>
                    <a:pt x="107" y="481"/>
                  </a:cubicBezTo>
                  <a:cubicBezTo>
                    <a:pt x="107" y="280"/>
                    <a:pt x="281" y="107"/>
                    <a:pt x="480" y="107"/>
                  </a:cubicBezTo>
                  <a:close/>
                  <a:moveTo>
                    <a:pt x="480" y="1"/>
                  </a:moveTo>
                  <a:cubicBezTo>
                    <a:pt x="213" y="1"/>
                    <a:pt x="0" y="214"/>
                    <a:pt x="0" y="481"/>
                  </a:cubicBezTo>
                  <a:cubicBezTo>
                    <a:pt x="0" y="614"/>
                    <a:pt x="53" y="734"/>
                    <a:pt x="147" y="827"/>
                  </a:cubicBezTo>
                  <a:cubicBezTo>
                    <a:pt x="227" y="907"/>
                    <a:pt x="347" y="961"/>
                    <a:pt x="480" y="961"/>
                  </a:cubicBezTo>
                  <a:cubicBezTo>
                    <a:pt x="613" y="961"/>
                    <a:pt x="734" y="907"/>
                    <a:pt x="827" y="814"/>
                  </a:cubicBezTo>
                  <a:cubicBezTo>
                    <a:pt x="907" y="734"/>
                    <a:pt x="960" y="614"/>
                    <a:pt x="960" y="481"/>
                  </a:cubicBezTo>
                  <a:cubicBezTo>
                    <a:pt x="960" y="214"/>
                    <a:pt x="747" y="1"/>
                    <a:pt x="4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0379;p114">
              <a:extLst>
                <a:ext uri="{FF2B5EF4-FFF2-40B4-BE49-F238E27FC236}">
                  <a16:creationId xmlns:a16="http://schemas.microsoft.com/office/drawing/2014/main" id="{D225F997-8E04-3A00-7EBA-7894B88D4E39}"/>
                </a:ext>
              </a:extLst>
            </p:cNvPr>
            <p:cNvSpPr/>
            <p:nvPr/>
          </p:nvSpPr>
          <p:spPr>
            <a:xfrm>
              <a:off x="6011375" y="2130775"/>
              <a:ext cx="354425" cy="40375"/>
            </a:xfrm>
            <a:custGeom>
              <a:avLst/>
              <a:gdLst/>
              <a:ahLst/>
              <a:cxnLst/>
              <a:rect l="l" t="t" r="r" b="b"/>
              <a:pathLst>
                <a:path w="14177" h="1615" extrusionOk="0">
                  <a:moveTo>
                    <a:pt x="67" y="0"/>
                  </a:moveTo>
                  <a:lnTo>
                    <a:pt x="1" y="81"/>
                  </a:lnTo>
                  <a:lnTo>
                    <a:pt x="2174" y="1615"/>
                  </a:lnTo>
                  <a:lnTo>
                    <a:pt x="12363" y="1615"/>
                  </a:lnTo>
                  <a:lnTo>
                    <a:pt x="14177" y="81"/>
                  </a:lnTo>
                  <a:lnTo>
                    <a:pt x="14110" y="0"/>
                  </a:lnTo>
                  <a:lnTo>
                    <a:pt x="12323" y="1508"/>
                  </a:lnTo>
                  <a:lnTo>
                    <a:pt x="2214" y="1508"/>
                  </a:lnTo>
                  <a:lnTo>
                    <a:pt x="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0380;p114">
              <a:extLst>
                <a:ext uri="{FF2B5EF4-FFF2-40B4-BE49-F238E27FC236}">
                  <a16:creationId xmlns:a16="http://schemas.microsoft.com/office/drawing/2014/main" id="{B4A28A09-0B1A-03B4-D7CB-C0DBEED4D493}"/>
                </a:ext>
              </a:extLst>
            </p:cNvPr>
            <p:cNvSpPr/>
            <p:nvPr/>
          </p:nvSpPr>
          <p:spPr>
            <a:xfrm>
              <a:off x="6138075" y="2159125"/>
              <a:ext cx="21350" cy="21375"/>
            </a:xfrm>
            <a:custGeom>
              <a:avLst/>
              <a:gdLst/>
              <a:ahLst/>
              <a:cxnLst/>
              <a:rect l="l" t="t" r="r" b="b"/>
              <a:pathLst>
                <a:path w="854" h="855" extrusionOk="0">
                  <a:moveTo>
                    <a:pt x="427" y="1"/>
                  </a:moveTo>
                  <a:cubicBezTo>
                    <a:pt x="187" y="1"/>
                    <a:pt x="0" y="200"/>
                    <a:pt x="0" y="427"/>
                  </a:cubicBezTo>
                  <a:cubicBezTo>
                    <a:pt x="0" y="667"/>
                    <a:pt x="187" y="854"/>
                    <a:pt x="427" y="854"/>
                  </a:cubicBezTo>
                  <a:cubicBezTo>
                    <a:pt x="667" y="854"/>
                    <a:pt x="854" y="667"/>
                    <a:pt x="854" y="427"/>
                  </a:cubicBezTo>
                  <a:cubicBezTo>
                    <a:pt x="854" y="200"/>
                    <a:pt x="667" y="1"/>
                    <a:pt x="4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0381;p114">
              <a:extLst>
                <a:ext uri="{FF2B5EF4-FFF2-40B4-BE49-F238E27FC236}">
                  <a16:creationId xmlns:a16="http://schemas.microsoft.com/office/drawing/2014/main" id="{C579F9A0-BCEF-4909-F259-5389CE1DD817}"/>
                </a:ext>
              </a:extLst>
            </p:cNvPr>
            <p:cNvSpPr/>
            <p:nvPr/>
          </p:nvSpPr>
          <p:spPr>
            <a:xfrm>
              <a:off x="6136750" y="2157800"/>
              <a:ext cx="24025" cy="24350"/>
            </a:xfrm>
            <a:custGeom>
              <a:avLst/>
              <a:gdLst/>
              <a:ahLst/>
              <a:cxnLst/>
              <a:rect l="l" t="t" r="r" b="b"/>
              <a:pathLst>
                <a:path w="961" h="974" extrusionOk="0">
                  <a:moveTo>
                    <a:pt x="480" y="107"/>
                  </a:moveTo>
                  <a:cubicBezTo>
                    <a:pt x="694" y="107"/>
                    <a:pt x="854" y="280"/>
                    <a:pt x="854" y="480"/>
                  </a:cubicBezTo>
                  <a:cubicBezTo>
                    <a:pt x="854" y="694"/>
                    <a:pt x="694" y="854"/>
                    <a:pt x="480" y="854"/>
                  </a:cubicBezTo>
                  <a:cubicBezTo>
                    <a:pt x="280" y="854"/>
                    <a:pt x="107" y="694"/>
                    <a:pt x="107" y="480"/>
                  </a:cubicBezTo>
                  <a:cubicBezTo>
                    <a:pt x="107" y="280"/>
                    <a:pt x="280" y="107"/>
                    <a:pt x="480" y="107"/>
                  </a:cubicBezTo>
                  <a:close/>
                  <a:moveTo>
                    <a:pt x="480" y="0"/>
                  </a:moveTo>
                  <a:cubicBezTo>
                    <a:pt x="213" y="0"/>
                    <a:pt x="0" y="226"/>
                    <a:pt x="0" y="480"/>
                  </a:cubicBezTo>
                  <a:cubicBezTo>
                    <a:pt x="0" y="747"/>
                    <a:pt x="213" y="973"/>
                    <a:pt x="480" y="973"/>
                  </a:cubicBezTo>
                  <a:cubicBezTo>
                    <a:pt x="747" y="973"/>
                    <a:pt x="960" y="747"/>
                    <a:pt x="960" y="480"/>
                  </a:cubicBezTo>
                  <a:cubicBezTo>
                    <a:pt x="960" y="226"/>
                    <a:pt x="747" y="0"/>
                    <a:pt x="4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0382;p114">
              <a:extLst>
                <a:ext uri="{FF2B5EF4-FFF2-40B4-BE49-F238E27FC236}">
                  <a16:creationId xmlns:a16="http://schemas.microsoft.com/office/drawing/2014/main" id="{67AC527D-6DCF-806B-2A0E-86F0E4F54C73}"/>
                </a:ext>
              </a:extLst>
            </p:cNvPr>
            <p:cNvSpPr/>
            <p:nvPr/>
          </p:nvSpPr>
          <p:spPr>
            <a:xfrm>
              <a:off x="6055400" y="2159125"/>
              <a:ext cx="21350" cy="21375"/>
            </a:xfrm>
            <a:custGeom>
              <a:avLst/>
              <a:gdLst/>
              <a:ahLst/>
              <a:cxnLst/>
              <a:rect l="l" t="t" r="r" b="b"/>
              <a:pathLst>
                <a:path w="854" h="855" extrusionOk="0">
                  <a:moveTo>
                    <a:pt x="427" y="1"/>
                  </a:moveTo>
                  <a:cubicBezTo>
                    <a:pt x="200" y="1"/>
                    <a:pt x="0" y="200"/>
                    <a:pt x="0" y="427"/>
                  </a:cubicBezTo>
                  <a:cubicBezTo>
                    <a:pt x="0" y="667"/>
                    <a:pt x="200" y="854"/>
                    <a:pt x="427" y="854"/>
                  </a:cubicBezTo>
                  <a:cubicBezTo>
                    <a:pt x="667" y="854"/>
                    <a:pt x="854" y="667"/>
                    <a:pt x="854" y="427"/>
                  </a:cubicBezTo>
                  <a:cubicBezTo>
                    <a:pt x="854" y="200"/>
                    <a:pt x="667" y="1"/>
                    <a:pt x="4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0383;p114">
              <a:extLst>
                <a:ext uri="{FF2B5EF4-FFF2-40B4-BE49-F238E27FC236}">
                  <a16:creationId xmlns:a16="http://schemas.microsoft.com/office/drawing/2014/main" id="{43C86D64-7B38-BFB6-2D30-1CE9E6EC48E0}"/>
                </a:ext>
              </a:extLst>
            </p:cNvPr>
            <p:cNvSpPr/>
            <p:nvPr/>
          </p:nvSpPr>
          <p:spPr>
            <a:xfrm>
              <a:off x="6054050" y="2157800"/>
              <a:ext cx="24025" cy="24350"/>
            </a:xfrm>
            <a:custGeom>
              <a:avLst/>
              <a:gdLst/>
              <a:ahLst/>
              <a:cxnLst/>
              <a:rect l="l" t="t" r="r" b="b"/>
              <a:pathLst>
                <a:path w="961" h="974" extrusionOk="0">
                  <a:moveTo>
                    <a:pt x="481" y="107"/>
                  </a:moveTo>
                  <a:cubicBezTo>
                    <a:pt x="694" y="107"/>
                    <a:pt x="854" y="280"/>
                    <a:pt x="854" y="480"/>
                  </a:cubicBezTo>
                  <a:cubicBezTo>
                    <a:pt x="854" y="694"/>
                    <a:pt x="694" y="854"/>
                    <a:pt x="481" y="854"/>
                  </a:cubicBezTo>
                  <a:cubicBezTo>
                    <a:pt x="280" y="854"/>
                    <a:pt x="107" y="694"/>
                    <a:pt x="107" y="480"/>
                  </a:cubicBezTo>
                  <a:cubicBezTo>
                    <a:pt x="107" y="280"/>
                    <a:pt x="280" y="107"/>
                    <a:pt x="481" y="107"/>
                  </a:cubicBezTo>
                  <a:close/>
                  <a:moveTo>
                    <a:pt x="481" y="0"/>
                  </a:moveTo>
                  <a:cubicBezTo>
                    <a:pt x="214" y="0"/>
                    <a:pt x="1" y="226"/>
                    <a:pt x="1" y="480"/>
                  </a:cubicBezTo>
                  <a:cubicBezTo>
                    <a:pt x="1" y="747"/>
                    <a:pt x="214" y="973"/>
                    <a:pt x="481" y="973"/>
                  </a:cubicBezTo>
                  <a:cubicBezTo>
                    <a:pt x="748" y="973"/>
                    <a:pt x="961" y="747"/>
                    <a:pt x="961" y="480"/>
                  </a:cubicBezTo>
                  <a:cubicBezTo>
                    <a:pt x="961" y="226"/>
                    <a:pt x="748" y="0"/>
                    <a:pt x="4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0384;p114">
              <a:extLst>
                <a:ext uri="{FF2B5EF4-FFF2-40B4-BE49-F238E27FC236}">
                  <a16:creationId xmlns:a16="http://schemas.microsoft.com/office/drawing/2014/main" id="{21273F0A-4D33-F40E-6741-876F0E5315AA}"/>
                </a:ext>
              </a:extLst>
            </p:cNvPr>
            <p:cNvSpPr/>
            <p:nvPr/>
          </p:nvSpPr>
          <p:spPr>
            <a:xfrm>
              <a:off x="6309100" y="2159125"/>
              <a:ext cx="21350" cy="21375"/>
            </a:xfrm>
            <a:custGeom>
              <a:avLst/>
              <a:gdLst/>
              <a:ahLst/>
              <a:cxnLst/>
              <a:rect l="l" t="t" r="r" b="b"/>
              <a:pathLst>
                <a:path w="854" h="855" extrusionOk="0">
                  <a:moveTo>
                    <a:pt x="427" y="1"/>
                  </a:moveTo>
                  <a:cubicBezTo>
                    <a:pt x="187" y="1"/>
                    <a:pt x="0" y="200"/>
                    <a:pt x="0" y="427"/>
                  </a:cubicBezTo>
                  <a:cubicBezTo>
                    <a:pt x="0" y="667"/>
                    <a:pt x="187" y="854"/>
                    <a:pt x="427" y="854"/>
                  </a:cubicBezTo>
                  <a:cubicBezTo>
                    <a:pt x="667" y="854"/>
                    <a:pt x="854" y="667"/>
                    <a:pt x="854" y="427"/>
                  </a:cubicBezTo>
                  <a:cubicBezTo>
                    <a:pt x="854" y="200"/>
                    <a:pt x="667" y="1"/>
                    <a:pt x="4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0385;p114">
              <a:extLst>
                <a:ext uri="{FF2B5EF4-FFF2-40B4-BE49-F238E27FC236}">
                  <a16:creationId xmlns:a16="http://schemas.microsoft.com/office/drawing/2014/main" id="{849EE8B4-0323-6E2C-C077-965D1B8165F5}"/>
                </a:ext>
              </a:extLst>
            </p:cNvPr>
            <p:cNvSpPr/>
            <p:nvPr/>
          </p:nvSpPr>
          <p:spPr>
            <a:xfrm>
              <a:off x="6307775" y="2157800"/>
              <a:ext cx="24025" cy="24350"/>
            </a:xfrm>
            <a:custGeom>
              <a:avLst/>
              <a:gdLst/>
              <a:ahLst/>
              <a:cxnLst/>
              <a:rect l="l" t="t" r="r" b="b"/>
              <a:pathLst>
                <a:path w="961" h="974" extrusionOk="0">
                  <a:moveTo>
                    <a:pt x="480" y="107"/>
                  </a:moveTo>
                  <a:cubicBezTo>
                    <a:pt x="694" y="107"/>
                    <a:pt x="854" y="280"/>
                    <a:pt x="854" y="480"/>
                  </a:cubicBezTo>
                  <a:cubicBezTo>
                    <a:pt x="854" y="694"/>
                    <a:pt x="694" y="854"/>
                    <a:pt x="480" y="854"/>
                  </a:cubicBezTo>
                  <a:cubicBezTo>
                    <a:pt x="281" y="854"/>
                    <a:pt x="107" y="694"/>
                    <a:pt x="107" y="480"/>
                  </a:cubicBezTo>
                  <a:cubicBezTo>
                    <a:pt x="107" y="280"/>
                    <a:pt x="281" y="107"/>
                    <a:pt x="480" y="107"/>
                  </a:cubicBezTo>
                  <a:close/>
                  <a:moveTo>
                    <a:pt x="480" y="0"/>
                  </a:moveTo>
                  <a:cubicBezTo>
                    <a:pt x="213" y="0"/>
                    <a:pt x="0" y="226"/>
                    <a:pt x="0" y="480"/>
                  </a:cubicBezTo>
                  <a:cubicBezTo>
                    <a:pt x="0" y="747"/>
                    <a:pt x="213" y="973"/>
                    <a:pt x="480" y="973"/>
                  </a:cubicBezTo>
                  <a:cubicBezTo>
                    <a:pt x="747" y="973"/>
                    <a:pt x="960" y="747"/>
                    <a:pt x="960" y="480"/>
                  </a:cubicBezTo>
                  <a:cubicBezTo>
                    <a:pt x="960" y="226"/>
                    <a:pt x="747" y="0"/>
                    <a:pt x="4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0386;p114">
              <a:extLst>
                <a:ext uri="{FF2B5EF4-FFF2-40B4-BE49-F238E27FC236}">
                  <a16:creationId xmlns:a16="http://schemas.microsoft.com/office/drawing/2014/main" id="{5A8FE382-3408-8541-538A-C2CF5E8EE63D}"/>
                </a:ext>
              </a:extLst>
            </p:cNvPr>
            <p:cNvSpPr/>
            <p:nvPr/>
          </p:nvSpPr>
          <p:spPr>
            <a:xfrm>
              <a:off x="6354450" y="2121125"/>
              <a:ext cx="21350" cy="21350"/>
            </a:xfrm>
            <a:custGeom>
              <a:avLst/>
              <a:gdLst/>
              <a:ahLst/>
              <a:cxnLst/>
              <a:rect l="l" t="t" r="r" b="b"/>
              <a:pathLst>
                <a:path w="854" h="854" extrusionOk="0">
                  <a:moveTo>
                    <a:pt x="427" y="0"/>
                  </a:moveTo>
                  <a:cubicBezTo>
                    <a:pt x="187" y="0"/>
                    <a:pt x="0" y="200"/>
                    <a:pt x="0" y="427"/>
                  </a:cubicBezTo>
                  <a:cubicBezTo>
                    <a:pt x="0" y="667"/>
                    <a:pt x="187" y="854"/>
                    <a:pt x="427" y="854"/>
                  </a:cubicBezTo>
                  <a:cubicBezTo>
                    <a:pt x="654" y="854"/>
                    <a:pt x="854" y="667"/>
                    <a:pt x="854" y="427"/>
                  </a:cubicBezTo>
                  <a:cubicBezTo>
                    <a:pt x="854" y="200"/>
                    <a:pt x="654" y="0"/>
                    <a:pt x="4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0387;p114">
              <a:extLst>
                <a:ext uri="{FF2B5EF4-FFF2-40B4-BE49-F238E27FC236}">
                  <a16:creationId xmlns:a16="http://schemas.microsoft.com/office/drawing/2014/main" id="{1E585E43-8094-E5A9-B1EE-BD2317608E50}"/>
                </a:ext>
              </a:extLst>
            </p:cNvPr>
            <p:cNvSpPr/>
            <p:nvPr/>
          </p:nvSpPr>
          <p:spPr>
            <a:xfrm>
              <a:off x="6352775" y="2119775"/>
              <a:ext cx="24350" cy="24050"/>
            </a:xfrm>
            <a:custGeom>
              <a:avLst/>
              <a:gdLst/>
              <a:ahLst/>
              <a:cxnLst/>
              <a:rect l="l" t="t" r="r" b="b"/>
              <a:pathLst>
                <a:path w="974" h="962" extrusionOk="0">
                  <a:moveTo>
                    <a:pt x="494" y="108"/>
                  </a:moveTo>
                  <a:cubicBezTo>
                    <a:pt x="694" y="108"/>
                    <a:pt x="867" y="280"/>
                    <a:pt x="867" y="481"/>
                  </a:cubicBezTo>
                  <a:cubicBezTo>
                    <a:pt x="867" y="694"/>
                    <a:pt x="694" y="854"/>
                    <a:pt x="494" y="854"/>
                  </a:cubicBezTo>
                  <a:cubicBezTo>
                    <a:pt x="280" y="854"/>
                    <a:pt x="120" y="694"/>
                    <a:pt x="120" y="481"/>
                  </a:cubicBezTo>
                  <a:cubicBezTo>
                    <a:pt x="120" y="280"/>
                    <a:pt x="280" y="108"/>
                    <a:pt x="494" y="108"/>
                  </a:cubicBezTo>
                  <a:close/>
                  <a:moveTo>
                    <a:pt x="494" y="1"/>
                  </a:moveTo>
                  <a:cubicBezTo>
                    <a:pt x="227" y="1"/>
                    <a:pt x="1" y="214"/>
                    <a:pt x="1" y="481"/>
                  </a:cubicBezTo>
                  <a:cubicBezTo>
                    <a:pt x="1" y="748"/>
                    <a:pt x="227" y="961"/>
                    <a:pt x="494" y="961"/>
                  </a:cubicBezTo>
                  <a:cubicBezTo>
                    <a:pt x="748" y="961"/>
                    <a:pt x="974" y="748"/>
                    <a:pt x="974" y="481"/>
                  </a:cubicBezTo>
                  <a:cubicBezTo>
                    <a:pt x="974" y="214"/>
                    <a:pt x="748" y="1"/>
                    <a:pt x="4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0388;p114">
              <a:extLst>
                <a:ext uri="{FF2B5EF4-FFF2-40B4-BE49-F238E27FC236}">
                  <a16:creationId xmlns:a16="http://schemas.microsoft.com/office/drawing/2014/main" id="{79CD7CDE-337B-02C8-DF03-ADE038E69FFE}"/>
                </a:ext>
              </a:extLst>
            </p:cNvPr>
            <p:cNvSpPr/>
            <p:nvPr/>
          </p:nvSpPr>
          <p:spPr>
            <a:xfrm>
              <a:off x="6001375" y="2121125"/>
              <a:ext cx="21375" cy="21350"/>
            </a:xfrm>
            <a:custGeom>
              <a:avLst/>
              <a:gdLst/>
              <a:ahLst/>
              <a:cxnLst/>
              <a:rect l="l" t="t" r="r" b="b"/>
              <a:pathLst>
                <a:path w="855" h="854" extrusionOk="0">
                  <a:moveTo>
                    <a:pt x="427" y="0"/>
                  </a:moveTo>
                  <a:cubicBezTo>
                    <a:pt x="200" y="0"/>
                    <a:pt x="1" y="200"/>
                    <a:pt x="1" y="427"/>
                  </a:cubicBezTo>
                  <a:cubicBezTo>
                    <a:pt x="1" y="667"/>
                    <a:pt x="200" y="854"/>
                    <a:pt x="427" y="854"/>
                  </a:cubicBezTo>
                  <a:cubicBezTo>
                    <a:pt x="667" y="854"/>
                    <a:pt x="854" y="667"/>
                    <a:pt x="854" y="427"/>
                  </a:cubicBezTo>
                  <a:cubicBezTo>
                    <a:pt x="854" y="200"/>
                    <a:pt x="667" y="0"/>
                    <a:pt x="4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0389;p114">
              <a:extLst>
                <a:ext uri="{FF2B5EF4-FFF2-40B4-BE49-F238E27FC236}">
                  <a16:creationId xmlns:a16="http://schemas.microsoft.com/office/drawing/2014/main" id="{9B4FD390-9E5C-DDE7-E2ED-72DCA13E24C6}"/>
                </a:ext>
              </a:extLst>
            </p:cNvPr>
            <p:cNvSpPr/>
            <p:nvPr/>
          </p:nvSpPr>
          <p:spPr>
            <a:xfrm>
              <a:off x="6000050" y="2119775"/>
              <a:ext cx="24025" cy="24050"/>
            </a:xfrm>
            <a:custGeom>
              <a:avLst/>
              <a:gdLst/>
              <a:ahLst/>
              <a:cxnLst/>
              <a:rect l="l" t="t" r="r" b="b"/>
              <a:pathLst>
                <a:path w="961" h="962" extrusionOk="0">
                  <a:moveTo>
                    <a:pt x="480" y="108"/>
                  </a:moveTo>
                  <a:cubicBezTo>
                    <a:pt x="694" y="108"/>
                    <a:pt x="854" y="280"/>
                    <a:pt x="854" y="481"/>
                  </a:cubicBezTo>
                  <a:cubicBezTo>
                    <a:pt x="854" y="694"/>
                    <a:pt x="694" y="854"/>
                    <a:pt x="480" y="854"/>
                  </a:cubicBezTo>
                  <a:cubicBezTo>
                    <a:pt x="280" y="854"/>
                    <a:pt x="107" y="694"/>
                    <a:pt x="107" y="481"/>
                  </a:cubicBezTo>
                  <a:cubicBezTo>
                    <a:pt x="107" y="280"/>
                    <a:pt x="280" y="108"/>
                    <a:pt x="480" y="108"/>
                  </a:cubicBezTo>
                  <a:close/>
                  <a:moveTo>
                    <a:pt x="480" y="1"/>
                  </a:moveTo>
                  <a:cubicBezTo>
                    <a:pt x="214" y="1"/>
                    <a:pt x="0" y="214"/>
                    <a:pt x="0" y="481"/>
                  </a:cubicBezTo>
                  <a:cubicBezTo>
                    <a:pt x="0" y="748"/>
                    <a:pt x="214" y="961"/>
                    <a:pt x="480" y="961"/>
                  </a:cubicBezTo>
                  <a:cubicBezTo>
                    <a:pt x="747" y="961"/>
                    <a:pt x="960" y="748"/>
                    <a:pt x="960" y="481"/>
                  </a:cubicBezTo>
                  <a:cubicBezTo>
                    <a:pt x="960" y="214"/>
                    <a:pt x="747" y="1"/>
                    <a:pt x="4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0390;p114">
              <a:extLst>
                <a:ext uri="{FF2B5EF4-FFF2-40B4-BE49-F238E27FC236}">
                  <a16:creationId xmlns:a16="http://schemas.microsoft.com/office/drawing/2014/main" id="{15963780-EB49-B5BE-D007-1422F62222E4}"/>
                </a:ext>
              </a:extLst>
            </p:cNvPr>
            <p:cNvSpPr/>
            <p:nvPr/>
          </p:nvSpPr>
          <p:spPr>
            <a:xfrm>
              <a:off x="5416250" y="2384825"/>
              <a:ext cx="314075" cy="314100"/>
            </a:xfrm>
            <a:custGeom>
              <a:avLst/>
              <a:gdLst/>
              <a:ahLst/>
              <a:cxnLst/>
              <a:rect l="l" t="t" r="r" b="b"/>
              <a:pathLst>
                <a:path w="12563" h="12564" extrusionOk="0">
                  <a:moveTo>
                    <a:pt x="1161" y="1"/>
                  </a:moveTo>
                  <a:cubicBezTo>
                    <a:pt x="521" y="1"/>
                    <a:pt x="0" y="521"/>
                    <a:pt x="0" y="1174"/>
                  </a:cubicBezTo>
                  <a:lnTo>
                    <a:pt x="0" y="11390"/>
                  </a:lnTo>
                  <a:cubicBezTo>
                    <a:pt x="0" y="12044"/>
                    <a:pt x="521" y="12563"/>
                    <a:pt x="1161" y="12563"/>
                  </a:cubicBezTo>
                  <a:lnTo>
                    <a:pt x="11389" y="12563"/>
                  </a:lnTo>
                  <a:cubicBezTo>
                    <a:pt x="12029" y="12563"/>
                    <a:pt x="12563" y="12044"/>
                    <a:pt x="12563" y="11390"/>
                  </a:cubicBezTo>
                  <a:lnTo>
                    <a:pt x="12563" y="1174"/>
                  </a:lnTo>
                  <a:cubicBezTo>
                    <a:pt x="12563" y="521"/>
                    <a:pt x="12029" y="1"/>
                    <a:pt x="11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0391;p114">
              <a:extLst>
                <a:ext uri="{FF2B5EF4-FFF2-40B4-BE49-F238E27FC236}">
                  <a16:creationId xmlns:a16="http://schemas.microsoft.com/office/drawing/2014/main" id="{9EAB9726-68CC-F12A-599A-2A3D2CC15D45}"/>
                </a:ext>
              </a:extLst>
            </p:cNvPr>
            <p:cNvSpPr/>
            <p:nvPr/>
          </p:nvSpPr>
          <p:spPr>
            <a:xfrm>
              <a:off x="5414900" y="2383500"/>
              <a:ext cx="316775" cy="316750"/>
            </a:xfrm>
            <a:custGeom>
              <a:avLst/>
              <a:gdLst/>
              <a:ahLst/>
              <a:cxnLst/>
              <a:rect l="l" t="t" r="r" b="b"/>
              <a:pathLst>
                <a:path w="12671" h="12670" extrusionOk="0">
                  <a:moveTo>
                    <a:pt x="11443" y="107"/>
                  </a:moveTo>
                  <a:cubicBezTo>
                    <a:pt x="12057" y="107"/>
                    <a:pt x="12563" y="614"/>
                    <a:pt x="12563" y="1227"/>
                  </a:cubicBezTo>
                  <a:lnTo>
                    <a:pt x="12563" y="11443"/>
                  </a:lnTo>
                  <a:cubicBezTo>
                    <a:pt x="12563" y="12056"/>
                    <a:pt x="12057" y="12563"/>
                    <a:pt x="11443" y="12563"/>
                  </a:cubicBezTo>
                  <a:lnTo>
                    <a:pt x="1215" y="12563"/>
                  </a:lnTo>
                  <a:cubicBezTo>
                    <a:pt x="601" y="12563"/>
                    <a:pt x="107" y="12056"/>
                    <a:pt x="107" y="11443"/>
                  </a:cubicBezTo>
                  <a:lnTo>
                    <a:pt x="107" y="1227"/>
                  </a:lnTo>
                  <a:cubicBezTo>
                    <a:pt x="107" y="614"/>
                    <a:pt x="601" y="107"/>
                    <a:pt x="1215" y="107"/>
                  </a:cubicBezTo>
                  <a:close/>
                  <a:moveTo>
                    <a:pt x="1215" y="0"/>
                  </a:moveTo>
                  <a:cubicBezTo>
                    <a:pt x="548" y="0"/>
                    <a:pt x="1" y="548"/>
                    <a:pt x="1" y="1227"/>
                  </a:cubicBezTo>
                  <a:lnTo>
                    <a:pt x="1" y="11443"/>
                  </a:lnTo>
                  <a:cubicBezTo>
                    <a:pt x="1" y="12123"/>
                    <a:pt x="548" y="12670"/>
                    <a:pt x="1215" y="12670"/>
                  </a:cubicBezTo>
                  <a:lnTo>
                    <a:pt x="11443" y="12670"/>
                  </a:lnTo>
                  <a:cubicBezTo>
                    <a:pt x="12110" y="12670"/>
                    <a:pt x="12670" y="12123"/>
                    <a:pt x="12670" y="11443"/>
                  </a:cubicBezTo>
                  <a:lnTo>
                    <a:pt x="12670" y="1227"/>
                  </a:lnTo>
                  <a:cubicBezTo>
                    <a:pt x="12670" y="548"/>
                    <a:pt x="12110" y="0"/>
                    <a:pt x="114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0392;p114">
              <a:extLst>
                <a:ext uri="{FF2B5EF4-FFF2-40B4-BE49-F238E27FC236}">
                  <a16:creationId xmlns:a16="http://schemas.microsoft.com/office/drawing/2014/main" id="{B84B2DB8-423D-190E-0EB6-F9E8F44858C8}"/>
                </a:ext>
              </a:extLst>
            </p:cNvPr>
            <p:cNvSpPr/>
            <p:nvPr/>
          </p:nvSpPr>
          <p:spPr>
            <a:xfrm>
              <a:off x="5491925" y="2562750"/>
              <a:ext cx="187050" cy="81850"/>
            </a:xfrm>
            <a:custGeom>
              <a:avLst/>
              <a:gdLst/>
              <a:ahLst/>
              <a:cxnLst/>
              <a:rect l="l" t="t" r="r" b="b"/>
              <a:pathLst>
                <a:path w="7482" h="3274" extrusionOk="0">
                  <a:moveTo>
                    <a:pt x="1684" y="0"/>
                  </a:moveTo>
                  <a:cubicBezTo>
                    <a:pt x="1662" y="0"/>
                    <a:pt x="1637" y="12"/>
                    <a:pt x="1628" y="32"/>
                  </a:cubicBezTo>
                  <a:lnTo>
                    <a:pt x="1" y="3193"/>
                  </a:lnTo>
                  <a:lnTo>
                    <a:pt x="1" y="3246"/>
                  </a:lnTo>
                  <a:cubicBezTo>
                    <a:pt x="14" y="3259"/>
                    <a:pt x="28" y="3273"/>
                    <a:pt x="54" y="3273"/>
                  </a:cubicBezTo>
                  <a:lnTo>
                    <a:pt x="7429" y="3273"/>
                  </a:lnTo>
                  <a:cubicBezTo>
                    <a:pt x="7455" y="3273"/>
                    <a:pt x="7482" y="3246"/>
                    <a:pt x="7482" y="3220"/>
                  </a:cubicBezTo>
                  <a:cubicBezTo>
                    <a:pt x="7482" y="3193"/>
                    <a:pt x="7455" y="3166"/>
                    <a:pt x="7429" y="3166"/>
                  </a:cubicBezTo>
                  <a:lnTo>
                    <a:pt x="134" y="3166"/>
                  </a:lnTo>
                  <a:lnTo>
                    <a:pt x="1721" y="85"/>
                  </a:lnTo>
                  <a:cubicBezTo>
                    <a:pt x="1735" y="59"/>
                    <a:pt x="1735" y="19"/>
                    <a:pt x="1708" y="5"/>
                  </a:cubicBezTo>
                  <a:cubicBezTo>
                    <a:pt x="1701" y="2"/>
                    <a:pt x="1693" y="0"/>
                    <a:pt x="16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0393;p114">
              <a:extLst>
                <a:ext uri="{FF2B5EF4-FFF2-40B4-BE49-F238E27FC236}">
                  <a16:creationId xmlns:a16="http://schemas.microsoft.com/office/drawing/2014/main" id="{985B3353-A5A1-FA19-32ED-D77DE94D247B}"/>
                </a:ext>
              </a:extLst>
            </p:cNvPr>
            <p:cNvSpPr/>
            <p:nvPr/>
          </p:nvSpPr>
          <p:spPr>
            <a:xfrm>
              <a:off x="5589950" y="2443300"/>
              <a:ext cx="89025" cy="85925"/>
            </a:xfrm>
            <a:custGeom>
              <a:avLst/>
              <a:gdLst/>
              <a:ahLst/>
              <a:cxnLst/>
              <a:rect l="l" t="t" r="r" b="b"/>
              <a:pathLst>
                <a:path w="3561" h="3437" extrusionOk="0">
                  <a:moveTo>
                    <a:pt x="3507" y="0"/>
                  </a:moveTo>
                  <a:cubicBezTo>
                    <a:pt x="3497" y="0"/>
                    <a:pt x="3487" y="4"/>
                    <a:pt x="3481" y="9"/>
                  </a:cubicBezTo>
                  <a:lnTo>
                    <a:pt x="27" y="2303"/>
                  </a:lnTo>
                  <a:cubicBezTo>
                    <a:pt x="14" y="2317"/>
                    <a:pt x="1" y="2329"/>
                    <a:pt x="14" y="2356"/>
                  </a:cubicBezTo>
                  <a:cubicBezTo>
                    <a:pt x="14" y="2370"/>
                    <a:pt x="27" y="2383"/>
                    <a:pt x="54" y="2397"/>
                  </a:cubicBezTo>
                  <a:lnTo>
                    <a:pt x="3495" y="3437"/>
                  </a:lnTo>
                  <a:lnTo>
                    <a:pt x="3508" y="3437"/>
                  </a:lnTo>
                  <a:cubicBezTo>
                    <a:pt x="3534" y="3437"/>
                    <a:pt x="3548" y="3423"/>
                    <a:pt x="3561" y="3396"/>
                  </a:cubicBezTo>
                  <a:cubicBezTo>
                    <a:pt x="3561" y="3370"/>
                    <a:pt x="3548" y="3330"/>
                    <a:pt x="3521" y="3330"/>
                  </a:cubicBezTo>
                  <a:lnTo>
                    <a:pt x="187" y="2329"/>
                  </a:lnTo>
                  <a:lnTo>
                    <a:pt x="3534" y="103"/>
                  </a:lnTo>
                  <a:cubicBezTo>
                    <a:pt x="3561" y="89"/>
                    <a:pt x="3561" y="49"/>
                    <a:pt x="3548" y="23"/>
                  </a:cubicBezTo>
                  <a:cubicBezTo>
                    <a:pt x="3540" y="7"/>
                    <a:pt x="3523" y="0"/>
                    <a:pt x="35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0394;p114">
              <a:extLst>
                <a:ext uri="{FF2B5EF4-FFF2-40B4-BE49-F238E27FC236}">
                  <a16:creationId xmlns:a16="http://schemas.microsoft.com/office/drawing/2014/main" id="{F382F66B-93DD-D486-5B99-F08B49CF1959}"/>
                </a:ext>
              </a:extLst>
            </p:cNvPr>
            <p:cNvSpPr/>
            <p:nvPr/>
          </p:nvSpPr>
          <p:spPr>
            <a:xfrm>
              <a:off x="5657300" y="2424175"/>
              <a:ext cx="40700" cy="40700"/>
            </a:xfrm>
            <a:custGeom>
              <a:avLst/>
              <a:gdLst/>
              <a:ahLst/>
              <a:cxnLst/>
              <a:rect l="l" t="t" r="r" b="b"/>
              <a:pathLst>
                <a:path w="1628" h="1628" extrusionOk="0">
                  <a:moveTo>
                    <a:pt x="1" y="0"/>
                  </a:moveTo>
                  <a:lnTo>
                    <a:pt x="1" y="1627"/>
                  </a:lnTo>
                  <a:lnTo>
                    <a:pt x="1628" y="1627"/>
                  </a:lnTo>
                  <a:lnTo>
                    <a:pt x="16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0395;p114">
              <a:extLst>
                <a:ext uri="{FF2B5EF4-FFF2-40B4-BE49-F238E27FC236}">
                  <a16:creationId xmlns:a16="http://schemas.microsoft.com/office/drawing/2014/main" id="{62E5F26E-6DD5-64F1-13FA-47D642D5779B}"/>
                </a:ext>
              </a:extLst>
            </p:cNvPr>
            <p:cNvSpPr/>
            <p:nvPr/>
          </p:nvSpPr>
          <p:spPr>
            <a:xfrm>
              <a:off x="5655975" y="2422825"/>
              <a:ext cx="43350" cy="43375"/>
            </a:xfrm>
            <a:custGeom>
              <a:avLst/>
              <a:gdLst/>
              <a:ahLst/>
              <a:cxnLst/>
              <a:rect l="l" t="t" r="r" b="b"/>
              <a:pathLst>
                <a:path w="1734" h="1735" extrusionOk="0">
                  <a:moveTo>
                    <a:pt x="1627" y="108"/>
                  </a:moveTo>
                  <a:lnTo>
                    <a:pt x="1627" y="1628"/>
                  </a:lnTo>
                  <a:lnTo>
                    <a:pt x="107" y="1628"/>
                  </a:lnTo>
                  <a:lnTo>
                    <a:pt x="107" y="108"/>
                  </a:lnTo>
                  <a:close/>
                  <a:moveTo>
                    <a:pt x="0" y="1"/>
                  </a:moveTo>
                  <a:lnTo>
                    <a:pt x="0" y="1735"/>
                  </a:lnTo>
                  <a:lnTo>
                    <a:pt x="1734" y="1735"/>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0396;p114">
              <a:extLst>
                <a:ext uri="{FF2B5EF4-FFF2-40B4-BE49-F238E27FC236}">
                  <a16:creationId xmlns:a16="http://schemas.microsoft.com/office/drawing/2014/main" id="{B4016B98-4727-EBC0-2DE2-8C87176FC6BB}"/>
                </a:ext>
              </a:extLst>
            </p:cNvPr>
            <p:cNvSpPr/>
            <p:nvPr/>
          </p:nvSpPr>
          <p:spPr>
            <a:xfrm>
              <a:off x="5657300" y="2507525"/>
              <a:ext cx="40700" cy="40700"/>
            </a:xfrm>
            <a:custGeom>
              <a:avLst/>
              <a:gdLst/>
              <a:ahLst/>
              <a:cxnLst/>
              <a:rect l="l" t="t" r="r" b="b"/>
              <a:pathLst>
                <a:path w="1628" h="1628" extrusionOk="0">
                  <a:moveTo>
                    <a:pt x="1" y="0"/>
                  </a:moveTo>
                  <a:lnTo>
                    <a:pt x="1" y="1627"/>
                  </a:lnTo>
                  <a:lnTo>
                    <a:pt x="1628" y="1627"/>
                  </a:lnTo>
                  <a:lnTo>
                    <a:pt x="16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0397;p114">
              <a:extLst>
                <a:ext uri="{FF2B5EF4-FFF2-40B4-BE49-F238E27FC236}">
                  <a16:creationId xmlns:a16="http://schemas.microsoft.com/office/drawing/2014/main" id="{B5B7D482-FF4F-53E5-C337-C594D8EF11AF}"/>
                </a:ext>
              </a:extLst>
            </p:cNvPr>
            <p:cNvSpPr/>
            <p:nvPr/>
          </p:nvSpPr>
          <p:spPr>
            <a:xfrm>
              <a:off x="5655975" y="2506200"/>
              <a:ext cx="43350" cy="43350"/>
            </a:xfrm>
            <a:custGeom>
              <a:avLst/>
              <a:gdLst/>
              <a:ahLst/>
              <a:cxnLst/>
              <a:rect l="l" t="t" r="r" b="b"/>
              <a:pathLst>
                <a:path w="1734" h="1734" extrusionOk="0">
                  <a:moveTo>
                    <a:pt x="1627" y="107"/>
                  </a:moveTo>
                  <a:lnTo>
                    <a:pt x="1627" y="1627"/>
                  </a:lnTo>
                  <a:lnTo>
                    <a:pt x="107" y="1627"/>
                  </a:lnTo>
                  <a:lnTo>
                    <a:pt x="107" y="107"/>
                  </a:lnTo>
                  <a:close/>
                  <a:moveTo>
                    <a:pt x="0" y="0"/>
                  </a:moveTo>
                  <a:lnTo>
                    <a:pt x="0" y="1734"/>
                  </a:lnTo>
                  <a:lnTo>
                    <a:pt x="1734" y="1734"/>
                  </a:lnTo>
                  <a:lnTo>
                    <a:pt x="17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0398;p114">
              <a:extLst>
                <a:ext uri="{FF2B5EF4-FFF2-40B4-BE49-F238E27FC236}">
                  <a16:creationId xmlns:a16="http://schemas.microsoft.com/office/drawing/2014/main" id="{17EC7E57-0FCC-F8C6-1561-4FB9C6EC63DE}"/>
                </a:ext>
              </a:extLst>
            </p:cNvPr>
            <p:cNvSpPr/>
            <p:nvPr/>
          </p:nvSpPr>
          <p:spPr>
            <a:xfrm>
              <a:off x="5571275" y="2481525"/>
              <a:ext cx="40700" cy="40700"/>
            </a:xfrm>
            <a:custGeom>
              <a:avLst/>
              <a:gdLst/>
              <a:ahLst/>
              <a:cxnLst/>
              <a:rect l="l" t="t" r="r" b="b"/>
              <a:pathLst>
                <a:path w="1628" h="1628" extrusionOk="0">
                  <a:moveTo>
                    <a:pt x="1" y="0"/>
                  </a:moveTo>
                  <a:lnTo>
                    <a:pt x="1" y="1627"/>
                  </a:lnTo>
                  <a:lnTo>
                    <a:pt x="1628" y="1627"/>
                  </a:lnTo>
                  <a:lnTo>
                    <a:pt x="16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0399;p114">
              <a:extLst>
                <a:ext uri="{FF2B5EF4-FFF2-40B4-BE49-F238E27FC236}">
                  <a16:creationId xmlns:a16="http://schemas.microsoft.com/office/drawing/2014/main" id="{D0904D6B-7560-A6F6-122B-F75624BB36F9}"/>
                </a:ext>
              </a:extLst>
            </p:cNvPr>
            <p:cNvSpPr/>
            <p:nvPr/>
          </p:nvSpPr>
          <p:spPr>
            <a:xfrm>
              <a:off x="5569950" y="2480175"/>
              <a:ext cx="43375" cy="43375"/>
            </a:xfrm>
            <a:custGeom>
              <a:avLst/>
              <a:gdLst/>
              <a:ahLst/>
              <a:cxnLst/>
              <a:rect l="l" t="t" r="r" b="b"/>
              <a:pathLst>
                <a:path w="1735" h="1735" extrusionOk="0">
                  <a:moveTo>
                    <a:pt x="1628" y="107"/>
                  </a:moveTo>
                  <a:lnTo>
                    <a:pt x="1628" y="1628"/>
                  </a:lnTo>
                  <a:lnTo>
                    <a:pt x="107" y="1628"/>
                  </a:lnTo>
                  <a:lnTo>
                    <a:pt x="107" y="107"/>
                  </a:lnTo>
                  <a:close/>
                  <a:moveTo>
                    <a:pt x="1" y="1"/>
                  </a:moveTo>
                  <a:lnTo>
                    <a:pt x="1" y="1735"/>
                  </a:lnTo>
                  <a:lnTo>
                    <a:pt x="1734" y="1735"/>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0400;p114">
              <a:extLst>
                <a:ext uri="{FF2B5EF4-FFF2-40B4-BE49-F238E27FC236}">
                  <a16:creationId xmlns:a16="http://schemas.microsoft.com/office/drawing/2014/main" id="{D4A45D08-074A-D187-F774-D3C99B9F5859}"/>
                </a:ext>
              </a:extLst>
            </p:cNvPr>
            <p:cNvSpPr/>
            <p:nvPr/>
          </p:nvSpPr>
          <p:spPr>
            <a:xfrm>
              <a:off x="5513600" y="2543875"/>
              <a:ext cx="40700" cy="40700"/>
            </a:xfrm>
            <a:custGeom>
              <a:avLst/>
              <a:gdLst/>
              <a:ahLst/>
              <a:cxnLst/>
              <a:rect l="l" t="t" r="r" b="b"/>
              <a:pathLst>
                <a:path w="1628" h="1628" extrusionOk="0">
                  <a:moveTo>
                    <a:pt x="0" y="1"/>
                  </a:moveTo>
                  <a:lnTo>
                    <a:pt x="0" y="1628"/>
                  </a:lnTo>
                  <a:lnTo>
                    <a:pt x="1627" y="1628"/>
                  </a:lnTo>
                  <a:lnTo>
                    <a:pt x="1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0401;p114">
              <a:extLst>
                <a:ext uri="{FF2B5EF4-FFF2-40B4-BE49-F238E27FC236}">
                  <a16:creationId xmlns:a16="http://schemas.microsoft.com/office/drawing/2014/main" id="{7131F12F-3542-7958-5B52-BD1CB658E331}"/>
                </a:ext>
              </a:extLst>
            </p:cNvPr>
            <p:cNvSpPr/>
            <p:nvPr/>
          </p:nvSpPr>
          <p:spPr>
            <a:xfrm>
              <a:off x="5512250" y="2542550"/>
              <a:ext cx="43375" cy="43350"/>
            </a:xfrm>
            <a:custGeom>
              <a:avLst/>
              <a:gdLst/>
              <a:ahLst/>
              <a:cxnLst/>
              <a:rect l="l" t="t" r="r" b="b"/>
              <a:pathLst>
                <a:path w="1735" h="1734" extrusionOk="0">
                  <a:moveTo>
                    <a:pt x="1628" y="107"/>
                  </a:moveTo>
                  <a:lnTo>
                    <a:pt x="1628" y="1627"/>
                  </a:lnTo>
                  <a:lnTo>
                    <a:pt x="108" y="1627"/>
                  </a:lnTo>
                  <a:lnTo>
                    <a:pt x="108" y="107"/>
                  </a:lnTo>
                  <a:close/>
                  <a:moveTo>
                    <a:pt x="1" y="0"/>
                  </a:moveTo>
                  <a:lnTo>
                    <a:pt x="1" y="1734"/>
                  </a:lnTo>
                  <a:lnTo>
                    <a:pt x="1735" y="1734"/>
                  </a:lnTo>
                  <a:lnTo>
                    <a:pt x="17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0402;p114">
              <a:extLst>
                <a:ext uri="{FF2B5EF4-FFF2-40B4-BE49-F238E27FC236}">
                  <a16:creationId xmlns:a16="http://schemas.microsoft.com/office/drawing/2014/main" id="{F5D283E7-F32E-8A2E-8632-AA551196F342}"/>
                </a:ext>
              </a:extLst>
            </p:cNvPr>
            <p:cNvSpPr/>
            <p:nvPr/>
          </p:nvSpPr>
          <p:spPr>
            <a:xfrm>
              <a:off x="5472925" y="2622875"/>
              <a:ext cx="40700" cy="40700"/>
            </a:xfrm>
            <a:custGeom>
              <a:avLst/>
              <a:gdLst/>
              <a:ahLst/>
              <a:cxnLst/>
              <a:rect l="l" t="t" r="r" b="b"/>
              <a:pathLst>
                <a:path w="1628" h="1628" extrusionOk="0">
                  <a:moveTo>
                    <a:pt x="0" y="1"/>
                  </a:moveTo>
                  <a:lnTo>
                    <a:pt x="0" y="1628"/>
                  </a:lnTo>
                  <a:lnTo>
                    <a:pt x="1627" y="1628"/>
                  </a:lnTo>
                  <a:lnTo>
                    <a:pt x="1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0403;p114">
              <a:extLst>
                <a:ext uri="{FF2B5EF4-FFF2-40B4-BE49-F238E27FC236}">
                  <a16:creationId xmlns:a16="http://schemas.microsoft.com/office/drawing/2014/main" id="{E80D8FD5-86E8-2CC7-031D-D7DD6FBCFFBB}"/>
                </a:ext>
              </a:extLst>
            </p:cNvPr>
            <p:cNvSpPr/>
            <p:nvPr/>
          </p:nvSpPr>
          <p:spPr>
            <a:xfrm>
              <a:off x="5471575" y="2621550"/>
              <a:ext cx="43375" cy="43375"/>
            </a:xfrm>
            <a:custGeom>
              <a:avLst/>
              <a:gdLst/>
              <a:ahLst/>
              <a:cxnLst/>
              <a:rect l="l" t="t" r="r" b="b"/>
              <a:pathLst>
                <a:path w="1735" h="1735" extrusionOk="0">
                  <a:moveTo>
                    <a:pt x="1628" y="107"/>
                  </a:moveTo>
                  <a:lnTo>
                    <a:pt x="1628" y="1627"/>
                  </a:lnTo>
                  <a:lnTo>
                    <a:pt x="108" y="1627"/>
                  </a:lnTo>
                  <a:lnTo>
                    <a:pt x="108" y="107"/>
                  </a:lnTo>
                  <a:close/>
                  <a:moveTo>
                    <a:pt x="1" y="0"/>
                  </a:moveTo>
                  <a:lnTo>
                    <a:pt x="1" y="1734"/>
                  </a:lnTo>
                  <a:lnTo>
                    <a:pt x="1735" y="1734"/>
                  </a:lnTo>
                  <a:lnTo>
                    <a:pt x="17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0404;p114">
              <a:extLst>
                <a:ext uri="{FF2B5EF4-FFF2-40B4-BE49-F238E27FC236}">
                  <a16:creationId xmlns:a16="http://schemas.microsoft.com/office/drawing/2014/main" id="{A051C9B9-E025-7C2E-21D4-6F044F4A9095}"/>
                </a:ext>
              </a:extLst>
            </p:cNvPr>
            <p:cNvSpPr/>
            <p:nvPr/>
          </p:nvSpPr>
          <p:spPr>
            <a:xfrm>
              <a:off x="5657300" y="2622875"/>
              <a:ext cx="40700" cy="40700"/>
            </a:xfrm>
            <a:custGeom>
              <a:avLst/>
              <a:gdLst/>
              <a:ahLst/>
              <a:cxnLst/>
              <a:rect l="l" t="t" r="r" b="b"/>
              <a:pathLst>
                <a:path w="1628" h="1628" extrusionOk="0">
                  <a:moveTo>
                    <a:pt x="1" y="1"/>
                  </a:moveTo>
                  <a:lnTo>
                    <a:pt x="1" y="1628"/>
                  </a:lnTo>
                  <a:lnTo>
                    <a:pt x="1628" y="1628"/>
                  </a:lnTo>
                  <a:lnTo>
                    <a:pt x="16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0405;p114">
              <a:extLst>
                <a:ext uri="{FF2B5EF4-FFF2-40B4-BE49-F238E27FC236}">
                  <a16:creationId xmlns:a16="http://schemas.microsoft.com/office/drawing/2014/main" id="{524E83B9-3AC3-D441-20E1-F1CE957B9DFB}"/>
                </a:ext>
              </a:extLst>
            </p:cNvPr>
            <p:cNvSpPr/>
            <p:nvPr/>
          </p:nvSpPr>
          <p:spPr>
            <a:xfrm>
              <a:off x="5655975" y="2621550"/>
              <a:ext cx="43350" cy="43375"/>
            </a:xfrm>
            <a:custGeom>
              <a:avLst/>
              <a:gdLst/>
              <a:ahLst/>
              <a:cxnLst/>
              <a:rect l="l" t="t" r="r" b="b"/>
              <a:pathLst>
                <a:path w="1734" h="1735" extrusionOk="0">
                  <a:moveTo>
                    <a:pt x="1627" y="107"/>
                  </a:moveTo>
                  <a:lnTo>
                    <a:pt x="1627" y="1627"/>
                  </a:lnTo>
                  <a:lnTo>
                    <a:pt x="107" y="1627"/>
                  </a:lnTo>
                  <a:lnTo>
                    <a:pt x="107" y="107"/>
                  </a:lnTo>
                  <a:close/>
                  <a:moveTo>
                    <a:pt x="0" y="0"/>
                  </a:moveTo>
                  <a:lnTo>
                    <a:pt x="0" y="1734"/>
                  </a:lnTo>
                  <a:lnTo>
                    <a:pt x="1734" y="1734"/>
                  </a:lnTo>
                  <a:lnTo>
                    <a:pt x="17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0406;p114">
              <a:extLst>
                <a:ext uri="{FF2B5EF4-FFF2-40B4-BE49-F238E27FC236}">
                  <a16:creationId xmlns:a16="http://schemas.microsoft.com/office/drawing/2014/main" id="{4A5FC9EE-7017-DE15-DB50-2C2E32DE5BC4}"/>
                </a:ext>
              </a:extLst>
            </p:cNvPr>
            <p:cNvSpPr/>
            <p:nvPr/>
          </p:nvSpPr>
          <p:spPr>
            <a:xfrm>
              <a:off x="5267225" y="2261825"/>
              <a:ext cx="314075" cy="314075"/>
            </a:xfrm>
            <a:custGeom>
              <a:avLst/>
              <a:gdLst/>
              <a:ahLst/>
              <a:cxnLst/>
              <a:rect l="l" t="t" r="r" b="b"/>
              <a:pathLst>
                <a:path w="12563" h="12563" extrusionOk="0">
                  <a:moveTo>
                    <a:pt x="1174" y="0"/>
                  </a:moveTo>
                  <a:cubicBezTo>
                    <a:pt x="520" y="0"/>
                    <a:pt x="0" y="520"/>
                    <a:pt x="0" y="1174"/>
                  </a:cubicBezTo>
                  <a:lnTo>
                    <a:pt x="0" y="11389"/>
                  </a:lnTo>
                  <a:cubicBezTo>
                    <a:pt x="0" y="12029"/>
                    <a:pt x="520" y="12563"/>
                    <a:pt x="1174" y="12563"/>
                  </a:cubicBezTo>
                  <a:lnTo>
                    <a:pt x="11389" y="12563"/>
                  </a:lnTo>
                  <a:cubicBezTo>
                    <a:pt x="12042" y="12563"/>
                    <a:pt x="12563" y="12029"/>
                    <a:pt x="12563" y="11389"/>
                  </a:cubicBezTo>
                  <a:lnTo>
                    <a:pt x="12563" y="1174"/>
                  </a:lnTo>
                  <a:cubicBezTo>
                    <a:pt x="12563" y="520"/>
                    <a:pt x="12042" y="0"/>
                    <a:pt x="113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0407;p114">
              <a:extLst>
                <a:ext uri="{FF2B5EF4-FFF2-40B4-BE49-F238E27FC236}">
                  <a16:creationId xmlns:a16="http://schemas.microsoft.com/office/drawing/2014/main" id="{99DA8B5C-E4B6-59B6-2A6E-75C638DE9D2D}"/>
                </a:ext>
              </a:extLst>
            </p:cNvPr>
            <p:cNvSpPr/>
            <p:nvPr/>
          </p:nvSpPr>
          <p:spPr>
            <a:xfrm>
              <a:off x="5265875" y="2260475"/>
              <a:ext cx="316775" cy="316775"/>
            </a:xfrm>
            <a:custGeom>
              <a:avLst/>
              <a:gdLst/>
              <a:ahLst/>
              <a:cxnLst/>
              <a:rect l="l" t="t" r="r" b="b"/>
              <a:pathLst>
                <a:path w="12671" h="12671" extrusionOk="0">
                  <a:moveTo>
                    <a:pt x="11443" y="107"/>
                  </a:moveTo>
                  <a:cubicBezTo>
                    <a:pt x="12057" y="107"/>
                    <a:pt x="12564" y="600"/>
                    <a:pt x="12564" y="1228"/>
                  </a:cubicBezTo>
                  <a:lnTo>
                    <a:pt x="12564" y="11443"/>
                  </a:lnTo>
                  <a:cubicBezTo>
                    <a:pt x="12564" y="12057"/>
                    <a:pt x="12057" y="12563"/>
                    <a:pt x="11443" y="12563"/>
                  </a:cubicBezTo>
                  <a:lnTo>
                    <a:pt x="1228" y="12563"/>
                  </a:lnTo>
                  <a:cubicBezTo>
                    <a:pt x="601" y="12563"/>
                    <a:pt x="108" y="12057"/>
                    <a:pt x="108" y="11443"/>
                  </a:cubicBezTo>
                  <a:lnTo>
                    <a:pt x="108" y="1228"/>
                  </a:lnTo>
                  <a:cubicBezTo>
                    <a:pt x="108" y="600"/>
                    <a:pt x="601" y="107"/>
                    <a:pt x="1228" y="107"/>
                  </a:cubicBezTo>
                  <a:close/>
                  <a:moveTo>
                    <a:pt x="1228" y="1"/>
                  </a:moveTo>
                  <a:cubicBezTo>
                    <a:pt x="547" y="1"/>
                    <a:pt x="1" y="547"/>
                    <a:pt x="1" y="1228"/>
                  </a:cubicBezTo>
                  <a:lnTo>
                    <a:pt x="1" y="11443"/>
                  </a:lnTo>
                  <a:cubicBezTo>
                    <a:pt x="1" y="12123"/>
                    <a:pt x="547" y="12670"/>
                    <a:pt x="1228" y="12670"/>
                  </a:cubicBezTo>
                  <a:lnTo>
                    <a:pt x="11443" y="12670"/>
                  </a:lnTo>
                  <a:cubicBezTo>
                    <a:pt x="12123" y="12670"/>
                    <a:pt x="12670" y="12123"/>
                    <a:pt x="12670" y="11443"/>
                  </a:cubicBezTo>
                  <a:lnTo>
                    <a:pt x="12670" y="1228"/>
                  </a:lnTo>
                  <a:cubicBezTo>
                    <a:pt x="12670" y="547"/>
                    <a:pt x="12123" y="1"/>
                    <a:pt x="114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0408;p114">
              <a:extLst>
                <a:ext uri="{FF2B5EF4-FFF2-40B4-BE49-F238E27FC236}">
                  <a16:creationId xmlns:a16="http://schemas.microsoft.com/office/drawing/2014/main" id="{CD98E7C4-D8BE-BB46-4D70-B0ED54764E9C}"/>
                </a:ext>
              </a:extLst>
            </p:cNvPr>
            <p:cNvSpPr/>
            <p:nvPr/>
          </p:nvSpPr>
          <p:spPr>
            <a:xfrm>
              <a:off x="5300550" y="2292150"/>
              <a:ext cx="208750" cy="16025"/>
            </a:xfrm>
            <a:custGeom>
              <a:avLst/>
              <a:gdLst/>
              <a:ahLst/>
              <a:cxnLst/>
              <a:rect l="l" t="t" r="r" b="b"/>
              <a:pathLst>
                <a:path w="8350" h="641" extrusionOk="0">
                  <a:moveTo>
                    <a:pt x="1" y="0"/>
                  </a:moveTo>
                  <a:lnTo>
                    <a:pt x="1" y="640"/>
                  </a:lnTo>
                  <a:lnTo>
                    <a:pt x="8349" y="640"/>
                  </a:lnTo>
                  <a:lnTo>
                    <a:pt x="83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0409;p114">
              <a:extLst>
                <a:ext uri="{FF2B5EF4-FFF2-40B4-BE49-F238E27FC236}">
                  <a16:creationId xmlns:a16="http://schemas.microsoft.com/office/drawing/2014/main" id="{7047C397-0A37-ECDA-0722-905B6F23297C}"/>
                </a:ext>
              </a:extLst>
            </p:cNvPr>
            <p:cNvSpPr/>
            <p:nvPr/>
          </p:nvSpPr>
          <p:spPr>
            <a:xfrm>
              <a:off x="5300550" y="2318825"/>
              <a:ext cx="120725" cy="16025"/>
            </a:xfrm>
            <a:custGeom>
              <a:avLst/>
              <a:gdLst/>
              <a:ahLst/>
              <a:cxnLst/>
              <a:rect l="l" t="t" r="r" b="b"/>
              <a:pathLst>
                <a:path w="4829" h="641" extrusionOk="0">
                  <a:moveTo>
                    <a:pt x="1" y="0"/>
                  </a:moveTo>
                  <a:lnTo>
                    <a:pt x="1" y="640"/>
                  </a:lnTo>
                  <a:lnTo>
                    <a:pt x="4829" y="640"/>
                  </a:lnTo>
                  <a:lnTo>
                    <a:pt x="48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0410;p114">
              <a:extLst>
                <a:ext uri="{FF2B5EF4-FFF2-40B4-BE49-F238E27FC236}">
                  <a16:creationId xmlns:a16="http://schemas.microsoft.com/office/drawing/2014/main" id="{3FD6C997-4D1B-764B-EDEA-DD82C1D22C4A}"/>
                </a:ext>
              </a:extLst>
            </p:cNvPr>
            <p:cNvSpPr/>
            <p:nvPr/>
          </p:nvSpPr>
          <p:spPr>
            <a:xfrm>
              <a:off x="5300550" y="2345475"/>
              <a:ext cx="70050" cy="16050"/>
            </a:xfrm>
            <a:custGeom>
              <a:avLst/>
              <a:gdLst/>
              <a:ahLst/>
              <a:cxnLst/>
              <a:rect l="l" t="t" r="r" b="b"/>
              <a:pathLst>
                <a:path w="2802" h="642" extrusionOk="0">
                  <a:moveTo>
                    <a:pt x="1" y="1"/>
                  </a:moveTo>
                  <a:lnTo>
                    <a:pt x="1" y="641"/>
                  </a:lnTo>
                  <a:lnTo>
                    <a:pt x="2802" y="641"/>
                  </a:lnTo>
                  <a:lnTo>
                    <a:pt x="28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0411;p114">
              <a:extLst>
                <a:ext uri="{FF2B5EF4-FFF2-40B4-BE49-F238E27FC236}">
                  <a16:creationId xmlns:a16="http://schemas.microsoft.com/office/drawing/2014/main" id="{D422C548-75DF-70E6-1ABF-907321D8D55B}"/>
                </a:ext>
              </a:extLst>
            </p:cNvPr>
            <p:cNvSpPr/>
            <p:nvPr/>
          </p:nvSpPr>
          <p:spPr>
            <a:xfrm>
              <a:off x="5300550" y="2372150"/>
              <a:ext cx="115725" cy="16050"/>
            </a:xfrm>
            <a:custGeom>
              <a:avLst/>
              <a:gdLst/>
              <a:ahLst/>
              <a:cxnLst/>
              <a:rect l="l" t="t" r="r" b="b"/>
              <a:pathLst>
                <a:path w="4629" h="642" extrusionOk="0">
                  <a:moveTo>
                    <a:pt x="1" y="1"/>
                  </a:moveTo>
                  <a:lnTo>
                    <a:pt x="1" y="641"/>
                  </a:lnTo>
                  <a:lnTo>
                    <a:pt x="4628" y="641"/>
                  </a:lnTo>
                  <a:lnTo>
                    <a:pt x="46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0412;p114">
              <a:extLst>
                <a:ext uri="{FF2B5EF4-FFF2-40B4-BE49-F238E27FC236}">
                  <a16:creationId xmlns:a16="http://schemas.microsoft.com/office/drawing/2014/main" id="{379AF4C9-4EE9-6F24-FCB1-3EEC2E2D84B7}"/>
                </a:ext>
              </a:extLst>
            </p:cNvPr>
            <p:cNvSpPr/>
            <p:nvPr/>
          </p:nvSpPr>
          <p:spPr>
            <a:xfrm>
              <a:off x="5300550" y="2398825"/>
              <a:ext cx="180400" cy="16025"/>
            </a:xfrm>
            <a:custGeom>
              <a:avLst/>
              <a:gdLst/>
              <a:ahLst/>
              <a:cxnLst/>
              <a:rect l="l" t="t" r="r" b="b"/>
              <a:pathLst>
                <a:path w="7216" h="641" extrusionOk="0">
                  <a:moveTo>
                    <a:pt x="1" y="1"/>
                  </a:moveTo>
                  <a:lnTo>
                    <a:pt x="1" y="641"/>
                  </a:lnTo>
                  <a:lnTo>
                    <a:pt x="7215" y="641"/>
                  </a:lnTo>
                  <a:lnTo>
                    <a:pt x="72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0413;p114">
              <a:extLst>
                <a:ext uri="{FF2B5EF4-FFF2-40B4-BE49-F238E27FC236}">
                  <a16:creationId xmlns:a16="http://schemas.microsoft.com/office/drawing/2014/main" id="{CF8C07EC-98E9-A922-5C77-BFB432788EE1}"/>
                </a:ext>
              </a:extLst>
            </p:cNvPr>
            <p:cNvSpPr/>
            <p:nvPr/>
          </p:nvSpPr>
          <p:spPr>
            <a:xfrm>
              <a:off x="5300550" y="2425175"/>
              <a:ext cx="120725" cy="16350"/>
            </a:xfrm>
            <a:custGeom>
              <a:avLst/>
              <a:gdLst/>
              <a:ahLst/>
              <a:cxnLst/>
              <a:rect l="l" t="t" r="r" b="b"/>
              <a:pathLst>
                <a:path w="4829" h="654" extrusionOk="0">
                  <a:moveTo>
                    <a:pt x="1" y="1"/>
                  </a:moveTo>
                  <a:lnTo>
                    <a:pt x="1" y="654"/>
                  </a:lnTo>
                  <a:lnTo>
                    <a:pt x="4829" y="654"/>
                  </a:lnTo>
                  <a:lnTo>
                    <a:pt x="48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0414;p114">
              <a:extLst>
                <a:ext uri="{FF2B5EF4-FFF2-40B4-BE49-F238E27FC236}">
                  <a16:creationId xmlns:a16="http://schemas.microsoft.com/office/drawing/2014/main" id="{BFD4AAC0-BDBD-7ED4-915A-DC0118B8C125}"/>
                </a:ext>
              </a:extLst>
            </p:cNvPr>
            <p:cNvSpPr/>
            <p:nvPr/>
          </p:nvSpPr>
          <p:spPr>
            <a:xfrm>
              <a:off x="5300550" y="2451850"/>
              <a:ext cx="84050" cy="16350"/>
            </a:xfrm>
            <a:custGeom>
              <a:avLst/>
              <a:gdLst/>
              <a:ahLst/>
              <a:cxnLst/>
              <a:rect l="l" t="t" r="r" b="b"/>
              <a:pathLst>
                <a:path w="3362" h="654" extrusionOk="0">
                  <a:moveTo>
                    <a:pt x="1" y="1"/>
                  </a:moveTo>
                  <a:lnTo>
                    <a:pt x="1" y="654"/>
                  </a:lnTo>
                  <a:lnTo>
                    <a:pt x="3362" y="654"/>
                  </a:lnTo>
                  <a:lnTo>
                    <a:pt x="33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0415;p114">
              <a:extLst>
                <a:ext uri="{FF2B5EF4-FFF2-40B4-BE49-F238E27FC236}">
                  <a16:creationId xmlns:a16="http://schemas.microsoft.com/office/drawing/2014/main" id="{46F21AC9-4E34-E3D2-9ED1-166C3B548A91}"/>
                </a:ext>
              </a:extLst>
            </p:cNvPr>
            <p:cNvSpPr/>
            <p:nvPr/>
          </p:nvSpPr>
          <p:spPr>
            <a:xfrm>
              <a:off x="5300550" y="2478525"/>
              <a:ext cx="136375" cy="16350"/>
            </a:xfrm>
            <a:custGeom>
              <a:avLst/>
              <a:gdLst/>
              <a:ahLst/>
              <a:cxnLst/>
              <a:rect l="l" t="t" r="r" b="b"/>
              <a:pathLst>
                <a:path w="5455" h="654" extrusionOk="0">
                  <a:moveTo>
                    <a:pt x="1" y="1"/>
                  </a:moveTo>
                  <a:lnTo>
                    <a:pt x="1" y="654"/>
                  </a:lnTo>
                  <a:lnTo>
                    <a:pt x="5455" y="654"/>
                  </a:lnTo>
                  <a:lnTo>
                    <a:pt x="54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0416;p114">
              <a:extLst>
                <a:ext uri="{FF2B5EF4-FFF2-40B4-BE49-F238E27FC236}">
                  <a16:creationId xmlns:a16="http://schemas.microsoft.com/office/drawing/2014/main" id="{5D86E453-96B1-D6FD-CB0A-7430DB6A33C8}"/>
                </a:ext>
              </a:extLst>
            </p:cNvPr>
            <p:cNvSpPr/>
            <p:nvPr/>
          </p:nvSpPr>
          <p:spPr>
            <a:xfrm>
              <a:off x="5300550" y="2505200"/>
              <a:ext cx="165050" cy="16350"/>
            </a:xfrm>
            <a:custGeom>
              <a:avLst/>
              <a:gdLst/>
              <a:ahLst/>
              <a:cxnLst/>
              <a:rect l="l" t="t" r="r" b="b"/>
              <a:pathLst>
                <a:path w="6602" h="654" extrusionOk="0">
                  <a:moveTo>
                    <a:pt x="1" y="1"/>
                  </a:moveTo>
                  <a:lnTo>
                    <a:pt x="1" y="653"/>
                  </a:lnTo>
                  <a:lnTo>
                    <a:pt x="6602" y="653"/>
                  </a:lnTo>
                  <a:lnTo>
                    <a:pt x="66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0417;p114">
              <a:extLst>
                <a:ext uri="{FF2B5EF4-FFF2-40B4-BE49-F238E27FC236}">
                  <a16:creationId xmlns:a16="http://schemas.microsoft.com/office/drawing/2014/main" id="{3E147B6A-1901-762A-5E35-66645D195404}"/>
                </a:ext>
              </a:extLst>
            </p:cNvPr>
            <p:cNvSpPr/>
            <p:nvPr/>
          </p:nvSpPr>
          <p:spPr>
            <a:xfrm>
              <a:off x="5300550" y="2531875"/>
              <a:ext cx="208750" cy="16350"/>
            </a:xfrm>
            <a:custGeom>
              <a:avLst/>
              <a:gdLst/>
              <a:ahLst/>
              <a:cxnLst/>
              <a:rect l="l" t="t" r="r" b="b"/>
              <a:pathLst>
                <a:path w="8350" h="654" extrusionOk="0">
                  <a:moveTo>
                    <a:pt x="1" y="0"/>
                  </a:moveTo>
                  <a:lnTo>
                    <a:pt x="1" y="653"/>
                  </a:lnTo>
                  <a:lnTo>
                    <a:pt x="8349" y="653"/>
                  </a:lnTo>
                  <a:lnTo>
                    <a:pt x="83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0418;p114">
              <a:extLst>
                <a:ext uri="{FF2B5EF4-FFF2-40B4-BE49-F238E27FC236}">
                  <a16:creationId xmlns:a16="http://schemas.microsoft.com/office/drawing/2014/main" id="{1753A5E8-3E35-4661-7E02-8954307EC323}"/>
                </a:ext>
              </a:extLst>
            </p:cNvPr>
            <p:cNvSpPr/>
            <p:nvPr/>
          </p:nvSpPr>
          <p:spPr>
            <a:xfrm>
              <a:off x="5421250" y="2234125"/>
              <a:ext cx="103700" cy="27725"/>
            </a:xfrm>
            <a:custGeom>
              <a:avLst/>
              <a:gdLst/>
              <a:ahLst/>
              <a:cxnLst/>
              <a:rect l="l" t="t" r="r" b="b"/>
              <a:pathLst>
                <a:path w="4148" h="1109" extrusionOk="0">
                  <a:moveTo>
                    <a:pt x="547" y="1"/>
                  </a:moveTo>
                  <a:cubicBezTo>
                    <a:pt x="241" y="1"/>
                    <a:pt x="1" y="255"/>
                    <a:pt x="1" y="561"/>
                  </a:cubicBezTo>
                  <a:lnTo>
                    <a:pt x="1" y="1108"/>
                  </a:lnTo>
                  <a:lnTo>
                    <a:pt x="4148" y="1108"/>
                  </a:lnTo>
                  <a:lnTo>
                    <a:pt x="4148" y="561"/>
                  </a:lnTo>
                  <a:cubicBezTo>
                    <a:pt x="4148" y="255"/>
                    <a:pt x="3895" y="1"/>
                    <a:pt x="35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0419;p114">
              <a:extLst>
                <a:ext uri="{FF2B5EF4-FFF2-40B4-BE49-F238E27FC236}">
                  <a16:creationId xmlns:a16="http://schemas.microsoft.com/office/drawing/2014/main" id="{8A3763A3-6F79-8D49-47B7-EC0157A1CF20}"/>
                </a:ext>
              </a:extLst>
            </p:cNvPr>
            <p:cNvSpPr/>
            <p:nvPr/>
          </p:nvSpPr>
          <p:spPr>
            <a:xfrm>
              <a:off x="5419925" y="2232800"/>
              <a:ext cx="106350" cy="30375"/>
            </a:xfrm>
            <a:custGeom>
              <a:avLst/>
              <a:gdLst/>
              <a:ahLst/>
              <a:cxnLst/>
              <a:rect l="l" t="t" r="r" b="b"/>
              <a:pathLst>
                <a:path w="4254" h="1215" extrusionOk="0">
                  <a:moveTo>
                    <a:pt x="3641" y="107"/>
                  </a:moveTo>
                  <a:cubicBezTo>
                    <a:pt x="3921" y="107"/>
                    <a:pt x="4147" y="334"/>
                    <a:pt x="4147" y="614"/>
                  </a:cubicBezTo>
                  <a:lnTo>
                    <a:pt x="4147" y="1108"/>
                  </a:lnTo>
                  <a:lnTo>
                    <a:pt x="107" y="1108"/>
                  </a:lnTo>
                  <a:lnTo>
                    <a:pt x="107" y="614"/>
                  </a:lnTo>
                  <a:cubicBezTo>
                    <a:pt x="107" y="334"/>
                    <a:pt x="320" y="107"/>
                    <a:pt x="600" y="107"/>
                  </a:cubicBezTo>
                  <a:close/>
                  <a:moveTo>
                    <a:pt x="600" y="0"/>
                  </a:moveTo>
                  <a:cubicBezTo>
                    <a:pt x="267" y="0"/>
                    <a:pt x="0" y="267"/>
                    <a:pt x="0" y="614"/>
                  </a:cubicBezTo>
                  <a:lnTo>
                    <a:pt x="0" y="1214"/>
                  </a:lnTo>
                  <a:lnTo>
                    <a:pt x="4254" y="1214"/>
                  </a:lnTo>
                  <a:lnTo>
                    <a:pt x="4254" y="614"/>
                  </a:lnTo>
                  <a:cubicBezTo>
                    <a:pt x="4254" y="267"/>
                    <a:pt x="3974" y="0"/>
                    <a:pt x="36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10420;p114">
              <a:extLst>
                <a:ext uri="{FF2B5EF4-FFF2-40B4-BE49-F238E27FC236}">
                  <a16:creationId xmlns:a16="http://schemas.microsoft.com/office/drawing/2014/main" id="{BDB496AC-1017-2507-0166-F53CABF7EB5F}"/>
                </a:ext>
              </a:extLst>
            </p:cNvPr>
            <p:cNvSpPr/>
            <p:nvPr/>
          </p:nvSpPr>
          <p:spPr>
            <a:xfrm>
              <a:off x="5369250" y="2234125"/>
              <a:ext cx="103700" cy="27725"/>
            </a:xfrm>
            <a:custGeom>
              <a:avLst/>
              <a:gdLst/>
              <a:ahLst/>
              <a:cxnLst/>
              <a:rect l="l" t="t" r="r" b="b"/>
              <a:pathLst>
                <a:path w="4148" h="1109" extrusionOk="0">
                  <a:moveTo>
                    <a:pt x="573" y="1"/>
                  </a:moveTo>
                  <a:cubicBezTo>
                    <a:pt x="253" y="1"/>
                    <a:pt x="0" y="255"/>
                    <a:pt x="0" y="575"/>
                  </a:cubicBezTo>
                  <a:lnTo>
                    <a:pt x="0" y="1108"/>
                  </a:lnTo>
                  <a:lnTo>
                    <a:pt x="4147" y="1108"/>
                  </a:lnTo>
                  <a:lnTo>
                    <a:pt x="4147" y="575"/>
                  </a:lnTo>
                  <a:cubicBezTo>
                    <a:pt x="4147" y="255"/>
                    <a:pt x="3894" y="1"/>
                    <a:pt x="35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10421;p114">
              <a:extLst>
                <a:ext uri="{FF2B5EF4-FFF2-40B4-BE49-F238E27FC236}">
                  <a16:creationId xmlns:a16="http://schemas.microsoft.com/office/drawing/2014/main" id="{2F1EA00D-69A5-C2C1-C2D9-DCEBA36AA57E}"/>
                </a:ext>
              </a:extLst>
            </p:cNvPr>
            <p:cNvSpPr/>
            <p:nvPr/>
          </p:nvSpPr>
          <p:spPr>
            <a:xfrm>
              <a:off x="5367900" y="2232800"/>
              <a:ext cx="106375" cy="30375"/>
            </a:xfrm>
            <a:custGeom>
              <a:avLst/>
              <a:gdLst/>
              <a:ahLst/>
              <a:cxnLst/>
              <a:rect l="l" t="t" r="r" b="b"/>
              <a:pathLst>
                <a:path w="4255" h="1215" extrusionOk="0">
                  <a:moveTo>
                    <a:pt x="3628" y="107"/>
                  </a:moveTo>
                  <a:cubicBezTo>
                    <a:pt x="3922" y="107"/>
                    <a:pt x="4148" y="347"/>
                    <a:pt x="4148" y="628"/>
                  </a:cubicBezTo>
                  <a:lnTo>
                    <a:pt x="4148" y="1108"/>
                  </a:lnTo>
                  <a:lnTo>
                    <a:pt x="108" y="1108"/>
                  </a:lnTo>
                  <a:lnTo>
                    <a:pt x="108" y="628"/>
                  </a:lnTo>
                  <a:cubicBezTo>
                    <a:pt x="108" y="494"/>
                    <a:pt x="161" y="361"/>
                    <a:pt x="254" y="254"/>
                  </a:cubicBezTo>
                  <a:cubicBezTo>
                    <a:pt x="360" y="160"/>
                    <a:pt x="481" y="107"/>
                    <a:pt x="627" y="107"/>
                  </a:cubicBezTo>
                  <a:close/>
                  <a:moveTo>
                    <a:pt x="627" y="0"/>
                  </a:moveTo>
                  <a:cubicBezTo>
                    <a:pt x="454" y="0"/>
                    <a:pt x="294" y="68"/>
                    <a:pt x="188" y="187"/>
                  </a:cubicBezTo>
                  <a:cubicBezTo>
                    <a:pt x="67" y="308"/>
                    <a:pt x="1" y="454"/>
                    <a:pt x="1" y="628"/>
                  </a:cubicBezTo>
                  <a:lnTo>
                    <a:pt x="1" y="1214"/>
                  </a:lnTo>
                  <a:lnTo>
                    <a:pt x="4255" y="1214"/>
                  </a:lnTo>
                  <a:lnTo>
                    <a:pt x="4255" y="628"/>
                  </a:lnTo>
                  <a:cubicBezTo>
                    <a:pt x="4255" y="281"/>
                    <a:pt x="3975" y="0"/>
                    <a:pt x="36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0422;p114">
              <a:extLst>
                <a:ext uri="{FF2B5EF4-FFF2-40B4-BE49-F238E27FC236}">
                  <a16:creationId xmlns:a16="http://schemas.microsoft.com/office/drawing/2014/main" id="{0A6B34FD-BCF7-4DEF-F2BC-60E9211AAFEA}"/>
                </a:ext>
              </a:extLst>
            </p:cNvPr>
            <p:cNvSpPr/>
            <p:nvPr/>
          </p:nvSpPr>
          <p:spPr>
            <a:xfrm>
              <a:off x="5312225" y="2234125"/>
              <a:ext cx="104050" cy="27725"/>
            </a:xfrm>
            <a:custGeom>
              <a:avLst/>
              <a:gdLst/>
              <a:ahLst/>
              <a:cxnLst/>
              <a:rect l="l" t="t" r="r" b="b"/>
              <a:pathLst>
                <a:path w="4162" h="1109" extrusionOk="0">
                  <a:moveTo>
                    <a:pt x="547" y="1"/>
                  </a:moveTo>
                  <a:cubicBezTo>
                    <a:pt x="254" y="1"/>
                    <a:pt x="14" y="241"/>
                    <a:pt x="0" y="534"/>
                  </a:cubicBezTo>
                  <a:lnTo>
                    <a:pt x="0" y="1108"/>
                  </a:lnTo>
                  <a:lnTo>
                    <a:pt x="4161" y="1108"/>
                  </a:lnTo>
                  <a:lnTo>
                    <a:pt x="4161" y="534"/>
                  </a:lnTo>
                  <a:cubicBezTo>
                    <a:pt x="4161" y="241"/>
                    <a:pt x="3921" y="1"/>
                    <a:pt x="36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10423;p114">
              <a:extLst>
                <a:ext uri="{FF2B5EF4-FFF2-40B4-BE49-F238E27FC236}">
                  <a16:creationId xmlns:a16="http://schemas.microsoft.com/office/drawing/2014/main" id="{CE34643C-F87A-DE6F-C1F4-94301B465F94}"/>
                </a:ext>
              </a:extLst>
            </p:cNvPr>
            <p:cNvSpPr/>
            <p:nvPr/>
          </p:nvSpPr>
          <p:spPr>
            <a:xfrm>
              <a:off x="5310875" y="2232800"/>
              <a:ext cx="106725" cy="30375"/>
            </a:xfrm>
            <a:custGeom>
              <a:avLst/>
              <a:gdLst/>
              <a:ahLst/>
              <a:cxnLst/>
              <a:rect l="l" t="t" r="r" b="b"/>
              <a:pathLst>
                <a:path w="4269" h="1215" extrusionOk="0">
                  <a:moveTo>
                    <a:pt x="3669" y="107"/>
                  </a:moveTo>
                  <a:cubicBezTo>
                    <a:pt x="3935" y="107"/>
                    <a:pt x="4162" y="320"/>
                    <a:pt x="4162" y="587"/>
                  </a:cubicBezTo>
                  <a:lnTo>
                    <a:pt x="4162" y="1108"/>
                  </a:lnTo>
                  <a:lnTo>
                    <a:pt x="121" y="1108"/>
                  </a:lnTo>
                  <a:lnTo>
                    <a:pt x="121" y="587"/>
                  </a:lnTo>
                  <a:cubicBezTo>
                    <a:pt x="121" y="320"/>
                    <a:pt x="335" y="107"/>
                    <a:pt x="601" y="107"/>
                  </a:cubicBezTo>
                  <a:close/>
                  <a:moveTo>
                    <a:pt x="601" y="0"/>
                  </a:moveTo>
                  <a:cubicBezTo>
                    <a:pt x="268" y="0"/>
                    <a:pt x="15" y="267"/>
                    <a:pt x="1" y="587"/>
                  </a:cubicBezTo>
                  <a:lnTo>
                    <a:pt x="1" y="1214"/>
                  </a:lnTo>
                  <a:lnTo>
                    <a:pt x="4268" y="1214"/>
                  </a:lnTo>
                  <a:lnTo>
                    <a:pt x="4268" y="587"/>
                  </a:lnTo>
                  <a:cubicBezTo>
                    <a:pt x="4268" y="267"/>
                    <a:pt x="4002" y="0"/>
                    <a:pt x="36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0424;p114">
              <a:extLst>
                <a:ext uri="{FF2B5EF4-FFF2-40B4-BE49-F238E27FC236}">
                  <a16:creationId xmlns:a16="http://schemas.microsoft.com/office/drawing/2014/main" id="{342FCA1F-0D4D-814E-AED0-6E25177B31C6}"/>
                </a:ext>
              </a:extLst>
            </p:cNvPr>
            <p:cNvSpPr/>
            <p:nvPr/>
          </p:nvSpPr>
          <p:spPr>
            <a:xfrm>
              <a:off x="6302775" y="2808600"/>
              <a:ext cx="60050" cy="2700"/>
            </a:xfrm>
            <a:custGeom>
              <a:avLst/>
              <a:gdLst/>
              <a:ahLst/>
              <a:cxnLst/>
              <a:rect l="l" t="t" r="r" b="b"/>
              <a:pathLst>
                <a:path w="2402" h="108" extrusionOk="0">
                  <a:moveTo>
                    <a:pt x="54" y="0"/>
                  </a:moveTo>
                  <a:cubicBezTo>
                    <a:pt x="27" y="0"/>
                    <a:pt x="1" y="27"/>
                    <a:pt x="1" y="54"/>
                  </a:cubicBezTo>
                  <a:cubicBezTo>
                    <a:pt x="1" y="81"/>
                    <a:pt x="27" y="107"/>
                    <a:pt x="54" y="107"/>
                  </a:cubicBezTo>
                  <a:lnTo>
                    <a:pt x="2348" y="107"/>
                  </a:lnTo>
                  <a:cubicBezTo>
                    <a:pt x="2374" y="107"/>
                    <a:pt x="2401" y="81"/>
                    <a:pt x="2401" y="54"/>
                  </a:cubicBezTo>
                  <a:cubicBezTo>
                    <a:pt x="2401" y="27"/>
                    <a:pt x="2374" y="0"/>
                    <a:pt x="2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10425;p114">
              <a:extLst>
                <a:ext uri="{FF2B5EF4-FFF2-40B4-BE49-F238E27FC236}">
                  <a16:creationId xmlns:a16="http://schemas.microsoft.com/office/drawing/2014/main" id="{E9433CDF-7E19-D6A3-8E8B-5239DCC93513}"/>
                </a:ext>
              </a:extLst>
            </p:cNvPr>
            <p:cNvSpPr/>
            <p:nvPr/>
          </p:nvSpPr>
          <p:spPr>
            <a:xfrm>
              <a:off x="5403575" y="2808600"/>
              <a:ext cx="871875" cy="2700"/>
            </a:xfrm>
            <a:custGeom>
              <a:avLst/>
              <a:gdLst/>
              <a:ahLst/>
              <a:cxnLst/>
              <a:rect l="l" t="t" r="r" b="b"/>
              <a:pathLst>
                <a:path w="34875" h="108" extrusionOk="0">
                  <a:moveTo>
                    <a:pt x="54" y="0"/>
                  </a:moveTo>
                  <a:cubicBezTo>
                    <a:pt x="27" y="0"/>
                    <a:pt x="0" y="27"/>
                    <a:pt x="0" y="54"/>
                  </a:cubicBezTo>
                  <a:cubicBezTo>
                    <a:pt x="0" y="81"/>
                    <a:pt x="27" y="107"/>
                    <a:pt x="54" y="107"/>
                  </a:cubicBezTo>
                  <a:lnTo>
                    <a:pt x="34822" y="107"/>
                  </a:lnTo>
                  <a:cubicBezTo>
                    <a:pt x="34861" y="107"/>
                    <a:pt x="34875" y="81"/>
                    <a:pt x="34875" y="54"/>
                  </a:cubicBezTo>
                  <a:cubicBezTo>
                    <a:pt x="34875" y="27"/>
                    <a:pt x="34861" y="0"/>
                    <a:pt x="348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0426;p114">
              <a:extLst>
                <a:ext uri="{FF2B5EF4-FFF2-40B4-BE49-F238E27FC236}">
                  <a16:creationId xmlns:a16="http://schemas.microsoft.com/office/drawing/2014/main" id="{C2F2D0BC-2751-F4D0-FB76-9E1155BF4300}"/>
                </a:ext>
              </a:extLst>
            </p:cNvPr>
            <p:cNvSpPr/>
            <p:nvPr/>
          </p:nvSpPr>
          <p:spPr>
            <a:xfrm>
              <a:off x="6286425" y="2765200"/>
              <a:ext cx="27100" cy="35425"/>
            </a:xfrm>
            <a:custGeom>
              <a:avLst/>
              <a:gdLst/>
              <a:ahLst/>
              <a:cxnLst/>
              <a:rect l="l" t="t" r="r" b="b"/>
              <a:pathLst>
                <a:path w="1084" h="1417" extrusionOk="0">
                  <a:moveTo>
                    <a:pt x="379" y="0"/>
                  </a:moveTo>
                  <a:cubicBezTo>
                    <a:pt x="212" y="0"/>
                    <a:pt x="81" y="29"/>
                    <a:pt x="81" y="29"/>
                  </a:cubicBezTo>
                  <a:lnTo>
                    <a:pt x="94" y="456"/>
                  </a:lnTo>
                  <a:cubicBezTo>
                    <a:pt x="94" y="456"/>
                    <a:pt x="263" y="315"/>
                    <a:pt x="433" y="315"/>
                  </a:cubicBezTo>
                  <a:cubicBezTo>
                    <a:pt x="524" y="315"/>
                    <a:pt x="616" y="356"/>
                    <a:pt x="681" y="483"/>
                  </a:cubicBezTo>
                  <a:cubicBezTo>
                    <a:pt x="854" y="789"/>
                    <a:pt x="454" y="1150"/>
                    <a:pt x="1" y="1150"/>
                  </a:cubicBezTo>
                  <a:lnTo>
                    <a:pt x="1" y="1416"/>
                  </a:lnTo>
                  <a:cubicBezTo>
                    <a:pt x="1" y="1416"/>
                    <a:pt x="1" y="1416"/>
                    <a:pt x="3" y="1416"/>
                  </a:cubicBezTo>
                  <a:cubicBezTo>
                    <a:pt x="59" y="1416"/>
                    <a:pt x="977" y="1404"/>
                    <a:pt x="1041" y="616"/>
                  </a:cubicBezTo>
                  <a:cubicBezTo>
                    <a:pt x="1084" y="94"/>
                    <a:pt x="676" y="0"/>
                    <a:pt x="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10427;p114">
              <a:extLst>
                <a:ext uri="{FF2B5EF4-FFF2-40B4-BE49-F238E27FC236}">
                  <a16:creationId xmlns:a16="http://schemas.microsoft.com/office/drawing/2014/main" id="{6DA70F79-4053-0953-C1AC-D66E0F2DFD36}"/>
                </a:ext>
              </a:extLst>
            </p:cNvPr>
            <p:cNvSpPr/>
            <p:nvPr/>
          </p:nvSpPr>
          <p:spPr>
            <a:xfrm>
              <a:off x="6285100" y="2763750"/>
              <a:ext cx="29350" cy="38200"/>
            </a:xfrm>
            <a:custGeom>
              <a:avLst/>
              <a:gdLst/>
              <a:ahLst/>
              <a:cxnLst/>
              <a:rect l="l" t="t" r="r" b="b"/>
              <a:pathLst>
                <a:path w="1174" h="1528" extrusionOk="0">
                  <a:moveTo>
                    <a:pt x="434" y="104"/>
                  </a:moveTo>
                  <a:cubicBezTo>
                    <a:pt x="595" y="104"/>
                    <a:pt x="786" y="134"/>
                    <a:pt x="907" y="247"/>
                  </a:cubicBezTo>
                  <a:cubicBezTo>
                    <a:pt x="1014" y="340"/>
                    <a:pt x="1054" y="474"/>
                    <a:pt x="1040" y="674"/>
                  </a:cubicBezTo>
                  <a:cubicBezTo>
                    <a:pt x="987" y="1327"/>
                    <a:pt x="307" y="1407"/>
                    <a:pt x="107" y="1407"/>
                  </a:cubicBezTo>
                  <a:lnTo>
                    <a:pt x="107" y="1261"/>
                  </a:lnTo>
                  <a:cubicBezTo>
                    <a:pt x="387" y="1234"/>
                    <a:pt x="654" y="1101"/>
                    <a:pt x="774" y="900"/>
                  </a:cubicBezTo>
                  <a:cubicBezTo>
                    <a:pt x="841" y="781"/>
                    <a:pt x="854" y="634"/>
                    <a:pt x="788" y="514"/>
                  </a:cubicBezTo>
                  <a:cubicBezTo>
                    <a:pt x="734" y="408"/>
                    <a:pt x="654" y="340"/>
                    <a:pt x="547" y="328"/>
                  </a:cubicBezTo>
                  <a:cubicBezTo>
                    <a:pt x="523" y="323"/>
                    <a:pt x="499" y="320"/>
                    <a:pt x="474" y="320"/>
                  </a:cubicBezTo>
                  <a:cubicBezTo>
                    <a:pt x="367" y="320"/>
                    <a:pt x="264" y="364"/>
                    <a:pt x="187" y="408"/>
                  </a:cubicBezTo>
                  <a:lnTo>
                    <a:pt x="187" y="127"/>
                  </a:lnTo>
                  <a:cubicBezTo>
                    <a:pt x="239" y="116"/>
                    <a:pt x="330" y="104"/>
                    <a:pt x="434" y="104"/>
                  </a:cubicBezTo>
                  <a:close/>
                  <a:moveTo>
                    <a:pt x="425" y="0"/>
                  </a:moveTo>
                  <a:cubicBezTo>
                    <a:pt x="263" y="0"/>
                    <a:pt x="133" y="28"/>
                    <a:pt x="121" y="34"/>
                  </a:cubicBezTo>
                  <a:cubicBezTo>
                    <a:pt x="94" y="34"/>
                    <a:pt x="80" y="61"/>
                    <a:pt x="80" y="87"/>
                  </a:cubicBezTo>
                  <a:lnTo>
                    <a:pt x="80" y="514"/>
                  </a:lnTo>
                  <a:cubicBezTo>
                    <a:pt x="80" y="527"/>
                    <a:pt x="94" y="554"/>
                    <a:pt x="121" y="554"/>
                  </a:cubicBezTo>
                  <a:cubicBezTo>
                    <a:pt x="127" y="561"/>
                    <a:pt x="137" y="564"/>
                    <a:pt x="147" y="564"/>
                  </a:cubicBezTo>
                  <a:cubicBezTo>
                    <a:pt x="157" y="564"/>
                    <a:pt x="167" y="561"/>
                    <a:pt x="174" y="554"/>
                  </a:cubicBezTo>
                  <a:cubicBezTo>
                    <a:pt x="222" y="519"/>
                    <a:pt x="354" y="430"/>
                    <a:pt x="486" y="430"/>
                  </a:cubicBezTo>
                  <a:cubicBezTo>
                    <a:pt x="502" y="430"/>
                    <a:pt x="518" y="431"/>
                    <a:pt x="534" y="434"/>
                  </a:cubicBezTo>
                  <a:cubicBezTo>
                    <a:pt x="601" y="447"/>
                    <a:pt x="654" y="488"/>
                    <a:pt x="694" y="568"/>
                  </a:cubicBezTo>
                  <a:cubicBezTo>
                    <a:pt x="747" y="674"/>
                    <a:pt x="720" y="781"/>
                    <a:pt x="681" y="847"/>
                  </a:cubicBezTo>
                  <a:cubicBezTo>
                    <a:pt x="574" y="1021"/>
                    <a:pt x="307" y="1154"/>
                    <a:pt x="54" y="1154"/>
                  </a:cubicBezTo>
                  <a:cubicBezTo>
                    <a:pt x="27" y="1154"/>
                    <a:pt x="0" y="1167"/>
                    <a:pt x="0" y="1208"/>
                  </a:cubicBezTo>
                  <a:lnTo>
                    <a:pt x="0" y="1474"/>
                  </a:lnTo>
                  <a:cubicBezTo>
                    <a:pt x="0" y="1501"/>
                    <a:pt x="27" y="1514"/>
                    <a:pt x="54" y="1528"/>
                  </a:cubicBezTo>
                  <a:cubicBezTo>
                    <a:pt x="147" y="1528"/>
                    <a:pt x="1081" y="1501"/>
                    <a:pt x="1147" y="674"/>
                  </a:cubicBezTo>
                  <a:cubicBezTo>
                    <a:pt x="1174" y="447"/>
                    <a:pt x="1108" y="274"/>
                    <a:pt x="974" y="167"/>
                  </a:cubicBezTo>
                  <a:cubicBezTo>
                    <a:pt x="827" y="34"/>
                    <a:pt x="606" y="0"/>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0428;p114">
              <a:extLst>
                <a:ext uri="{FF2B5EF4-FFF2-40B4-BE49-F238E27FC236}">
                  <a16:creationId xmlns:a16="http://schemas.microsoft.com/office/drawing/2014/main" id="{11EB0307-B9EF-C92C-FF2F-512CE1DA6885}"/>
                </a:ext>
              </a:extLst>
            </p:cNvPr>
            <p:cNvSpPr/>
            <p:nvPr/>
          </p:nvSpPr>
          <p:spPr>
            <a:xfrm>
              <a:off x="6231750" y="2748575"/>
              <a:ext cx="63375" cy="61375"/>
            </a:xfrm>
            <a:custGeom>
              <a:avLst/>
              <a:gdLst/>
              <a:ahLst/>
              <a:cxnLst/>
              <a:rect l="l" t="t" r="r" b="b"/>
              <a:pathLst>
                <a:path w="2535" h="2455" extrusionOk="0">
                  <a:moveTo>
                    <a:pt x="0" y="1"/>
                  </a:moveTo>
                  <a:lnTo>
                    <a:pt x="294" y="2455"/>
                  </a:lnTo>
                  <a:lnTo>
                    <a:pt x="2241" y="2455"/>
                  </a:lnTo>
                  <a:lnTo>
                    <a:pt x="25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0429;p114">
              <a:extLst>
                <a:ext uri="{FF2B5EF4-FFF2-40B4-BE49-F238E27FC236}">
                  <a16:creationId xmlns:a16="http://schemas.microsoft.com/office/drawing/2014/main" id="{7741ABA2-69FC-3986-887D-3F50687D0A56}"/>
                </a:ext>
              </a:extLst>
            </p:cNvPr>
            <p:cNvSpPr/>
            <p:nvPr/>
          </p:nvSpPr>
          <p:spPr>
            <a:xfrm>
              <a:off x="6230425" y="2747250"/>
              <a:ext cx="66025" cy="64050"/>
            </a:xfrm>
            <a:custGeom>
              <a:avLst/>
              <a:gdLst/>
              <a:ahLst/>
              <a:cxnLst/>
              <a:rect l="l" t="t" r="r" b="b"/>
              <a:pathLst>
                <a:path w="2641" h="2562" extrusionOk="0">
                  <a:moveTo>
                    <a:pt x="2521" y="107"/>
                  </a:moveTo>
                  <a:lnTo>
                    <a:pt x="2241" y="2454"/>
                  </a:lnTo>
                  <a:lnTo>
                    <a:pt x="387" y="2454"/>
                  </a:lnTo>
                  <a:lnTo>
                    <a:pt x="121" y="107"/>
                  </a:lnTo>
                  <a:close/>
                  <a:moveTo>
                    <a:pt x="53" y="1"/>
                  </a:moveTo>
                  <a:cubicBezTo>
                    <a:pt x="41" y="1"/>
                    <a:pt x="27" y="13"/>
                    <a:pt x="14" y="13"/>
                  </a:cubicBezTo>
                  <a:cubicBezTo>
                    <a:pt x="0" y="27"/>
                    <a:pt x="0" y="40"/>
                    <a:pt x="0" y="67"/>
                  </a:cubicBezTo>
                  <a:lnTo>
                    <a:pt x="293" y="2508"/>
                  </a:lnTo>
                  <a:cubicBezTo>
                    <a:pt x="293" y="2535"/>
                    <a:pt x="320" y="2561"/>
                    <a:pt x="347" y="2561"/>
                  </a:cubicBezTo>
                  <a:lnTo>
                    <a:pt x="2294" y="2561"/>
                  </a:lnTo>
                  <a:cubicBezTo>
                    <a:pt x="2321" y="2561"/>
                    <a:pt x="2347" y="2535"/>
                    <a:pt x="2347" y="2508"/>
                  </a:cubicBezTo>
                  <a:lnTo>
                    <a:pt x="2641" y="67"/>
                  </a:lnTo>
                  <a:cubicBezTo>
                    <a:pt x="2641" y="40"/>
                    <a:pt x="2641" y="27"/>
                    <a:pt x="2628" y="13"/>
                  </a:cubicBezTo>
                  <a:cubicBezTo>
                    <a:pt x="2614" y="13"/>
                    <a:pt x="2601" y="1"/>
                    <a:pt x="25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10430;p114">
              <a:extLst>
                <a:ext uri="{FF2B5EF4-FFF2-40B4-BE49-F238E27FC236}">
                  <a16:creationId xmlns:a16="http://schemas.microsoft.com/office/drawing/2014/main" id="{BEB70987-E148-9E16-0187-18A8E23D5B82}"/>
                </a:ext>
              </a:extLst>
            </p:cNvPr>
            <p:cNvSpPr/>
            <p:nvPr/>
          </p:nvSpPr>
          <p:spPr>
            <a:xfrm>
              <a:off x="6228425" y="2745575"/>
              <a:ext cx="70025" cy="7025"/>
            </a:xfrm>
            <a:custGeom>
              <a:avLst/>
              <a:gdLst/>
              <a:ahLst/>
              <a:cxnLst/>
              <a:rect l="l" t="t" r="r" b="b"/>
              <a:pathLst>
                <a:path w="2801" h="281" extrusionOk="0">
                  <a:moveTo>
                    <a:pt x="133" y="0"/>
                  </a:moveTo>
                  <a:cubicBezTo>
                    <a:pt x="67" y="0"/>
                    <a:pt x="0" y="68"/>
                    <a:pt x="0" y="134"/>
                  </a:cubicBezTo>
                  <a:lnTo>
                    <a:pt x="0" y="148"/>
                  </a:lnTo>
                  <a:cubicBezTo>
                    <a:pt x="0" y="228"/>
                    <a:pt x="67" y="281"/>
                    <a:pt x="133" y="281"/>
                  </a:cubicBezTo>
                  <a:lnTo>
                    <a:pt x="2667" y="281"/>
                  </a:lnTo>
                  <a:cubicBezTo>
                    <a:pt x="2734" y="281"/>
                    <a:pt x="2801" y="228"/>
                    <a:pt x="2801" y="148"/>
                  </a:cubicBezTo>
                  <a:lnTo>
                    <a:pt x="2801" y="134"/>
                  </a:lnTo>
                  <a:cubicBezTo>
                    <a:pt x="2801" y="68"/>
                    <a:pt x="2734" y="0"/>
                    <a:pt x="26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0431;p114">
              <a:extLst>
                <a:ext uri="{FF2B5EF4-FFF2-40B4-BE49-F238E27FC236}">
                  <a16:creationId xmlns:a16="http://schemas.microsoft.com/office/drawing/2014/main" id="{B905C824-E25E-3DD5-DC78-7BAFED76A378}"/>
                </a:ext>
              </a:extLst>
            </p:cNvPr>
            <p:cNvSpPr/>
            <p:nvPr/>
          </p:nvSpPr>
          <p:spPr>
            <a:xfrm>
              <a:off x="6227075" y="2744250"/>
              <a:ext cx="72700" cy="9700"/>
            </a:xfrm>
            <a:custGeom>
              <a:avLst/>
              <a:gdLst/>
              <a:ahLst/>
              <a:cxnLst/>
              <a:rect l="l" t="t" r="r" b="b"/>
              <a:pathLst>
                <a:path w="2908" h="388" extrusionOk="0">
                  <a:moveTo>
                    <a:pt x="2721" y="107"/>
                  </a:moveTo>
                  <a:cubicBezTo>
                    <a:pt x="2762" y="107"/>
                    <a:pt x="2801" y="147"/>
                    <a:pt x="2801" y="187"/>
                  </a:cubicBezTo>
                  <a:lnTo>
                    <a:pt x="2801" y="201"/>
                  </a:lnTo>
                  <a:cubicBezTo>
                    <a:pt x="2801" y="254"/>
                    <a:pt x="2762" y="281"/>
                    <a:pt x="2721" y="281"/>
                  </a:cubicBezTo>
                  <a:lnTo>
                    <a:pt x="187" y="281"/>
                  </a:lnTo>
                  <a:cubicBezTo>
                    <a:pt x="148" y="281"/>
                    <a:pt x="107" y="254"/>
                    <a:pt x="107" y="201"/>
                  </a:cubicBezTo>
                  <a:lnTo>
                    <a:pt x="107" y="187"/>
                  </a:lnTo>
                  <a:cubicBezTo>
                    <a:pt x="107" y="147"/>
                    <a:pt x="148" y="107"/>
                    <a:pt x="187" y="107"/>
                  </a:cubicBezTo>
                  <a:close/>
                  <a:moveTo>
                    <a:pt x="187" y="0"/>
                  </a:moveTo>
                  <a:cubicBezTo>
                    <a:pt x="95" y="0"/>
                    <a:pt x="1" y="94"/>
                    <a:pt x="1" y="187"/>
                  </a:cubicBezTo>
                  <a:lnTo>
                    <a:pt x="1" y="201"/>
                  </a:lnTo>
                  <a:cubicBezTo>
                    <a:pt x="1" y="307"/>
                    <a:pt x="95" y="387"/>
                    <a:pt x="187" y="387"/>
                  </a:cubicBezTo>
                  <a:lnTo>
                    <a:pt x="2721" y="387"/>
                  </a:lnTo>
                  <a:cubicBezTo>
                    <a:pt x="2815" y="387"/>
                    <a:pt x="2908" y="307"/>
                    <a:pt x="2908" y="201"/>
                  </a:cubicBezTo>
                  <a:lnTo>
                    <a:pt x="2908" y="187"/>
                  </a:lnTo>
                  <a:cubicBezTo>
                    <a:pt x="2908" y="94"/>
                    <a:pt x="2815" y="0"/>
                    <a:pt x="27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0432;p114">
              <a:extLst>
                <a:ext uri="{FF2B5EF4-FFF2-40B4-BE49-F238E27FC236}">
                  <a16:creationId xmlns:a16="http://schemas.microsoft.com/office/drawing/2014/main" id="{75692145-A77B-6941-4B67-A2EACCF350B0}"/>
                </a:ext>
              </a:extLst>
            </p:cNvPr>
            <p:cNvSpPr/>
            <p:nvPr/>
          </p:nvSpPr>
          <p:spPr>
            <a:xfrm>
              <a:off x="6236750" y="2622675"/>
              <a:ext cx="42375" cy="117600"/>
            </a:xfrm>
            <a:custGeom>
              <a:avLst/>
              <a:gdLst/>
              <a:ahLst/>
              <a:cxnLst/>
              <a:rect l="l" t="t" r="r" b="b"/>
              <a:pathLst>
                <a:path w="1695" h="4704" extrusionOk="0">
                  <a:moveTo>
                    <a:pt x="1518" y="0"/>
                  </a:moveTo>
                  <a:cubicBezTo>
                    <a:pt x="1505" y="0"/>
                    <a:pt x="1492" y="3"/>
                    <a:pt x="1481" y="9"/>
                  </a:cubicBezTo>
                  <a:cubicBezTo>
                    <a:pt x="1401" y="62"/>
                    <a:pt x="1294" y="115"/>
                    <a:pt x="1201" y="156"/>
                  </a:cubicBezTo>
                  <a:cubicBezTo>
                    <a:pt x="668" y="435"/>
                    <a:pt x="1" y="782"/>
                    <a:pt x="1" y="1516"/>
                  </a:cubicBezTo>
                  <a:cubicBezTo>
                    <a:pt x="1" y="2142"/>
                    <a:pt x="414" y="2543"/>
                    <a:pt x="774" y="2903"/>
                  </a:cubicBezTo>
                  <a:cubicBezTo>
                    <a:pt x="988" y="3103"/>
                    <a:pt x="1187" y="3303"/>
                    <a:pt x="1294" y="3529"/>
                  </a:cubicBezTo>
                  <a:cubicBezTo>
                    <a:pt x="1561" y="4090"/>
                    <a:pt x="721" y="4610"/>
                    <a:pt x="707" y="4610"/>
                  </a:cubicBezTo>
                  <a:cubicBezTo>
                    <a:pt x="681" y="4623"/>
                    <a:pt x="681" y="4664"/>
                    <a:pt x="694" y="4676"/>
                  </a:cubicBezTo>
                  <a:cubicBezTo>
                    <a:pt x="694" y="4703"/>
                    <a:pt x="721" y="4703"/>
                    <a:pt x="734" y="4703"/>
                  </a:cubicBezTo>
                  <a:lnTo>
                    <a:pt x="761" y="4703"/>
                  </a:lnTo>
                  <a:cubicBezTo>
                    <a:pt x="801" y="4676"/>
                    <a:pt x="1694" y="4130"/>
                    <a:pt x="1388" y="3476"/>
                  </a:cubicBezTo>
                  <a:cubicBezTo>
                    <a:pt x="1281" y="3236"/>
                    <a:pt x="1068" y="3037"/>
                    <a:pt x="854" y="2823"/>
                  </a:cubicBezTo>
                  <a:cubicBezTo>
                    <a:pt x="494" y="2463"/>
                    <a:pt x="108" y="2103"/>
                    <a:pt x="108" y="1516"/>
                  </a:cubicBezTo>
                  <a:cubicBezTo>
                    <a:pt x="108" y="849"/>
                    <a:pt x="721" y="529"/>
                    <a:pt x="1255" y="263"/>
                  </a:cubicBezTo>
                  <a:cubicBezTo>
                    <a:pt x="1347" y="209"/>
                    <a:pt x="1454" y="156"/>
                    <a:pt x="1534" y="103"/>
                  </a:cubicBezTo>
                  <a:cubicBezTo>
                    <a:pt x="1561" y="89"/>
                    <a:pt x="1575" y="49"/>
                    <a:pt x="1561" y="23"/>
                  </a:cubicBezTo>
                  <a:cubicBezTo>
                    <a:pt x="1553" y="7"/>
                    <a:pt x="1536" y="0"/>
                    <a:pt x="15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0433;p114">
              <a:extLst>
                <a:ext uri="{FF2B5EF4-FFF2-40B4-BE49-F238E27FC236}">
                  <a16:creationId xmlns:a16="http://schemas.microsoft.com/office/drawing/2014/main" id="{A106B2B5-DC9E-E087-8AAD-7EBA954CC29B}"/>
                </a:ext>
              </a:extLst>
            </p:cNvPr>
            <p:cNvSpPr/>
            <p:nvPr/>
          </p:nvSpPr>
          <p:spPr>
            <a:xfrm>
              <a:off x="6245425" y="2637350"/>
              <a:ext cx="18700" cy="39925"/>
            </a:xfrm>
            <a:custGeom>
              <a:avLst/>
              <a:gdLst/>
              <a:ahLst/>
              <a:cxnLst/>
              <a:rect l="l" t="t" r="r" b="b"/>
              <a:pathLst>
                <a:path w="748" h="1597" extrusionOk="0">
                  <a:moveTo>
                    <a:pt x="686" y="0"/>
                  </a:moveTo>
                  <a:cubicBezTo>
                    <a:pt x="675" y="0"/>
                    <a:pt x="665" y="3"/>
                    <a:pt x="654" y="8"/>
                  </a:cubicBezTo>
                  <a:cubicBezTo>
                    <a:pt x="134" y="355"/>
                    <a:pt x="1" y="1063"/>
                    <a:pt x="360" y="1569"/>
                  </a:cubicBezTo>
                  <a:cubicBezTo>
                    <a:pt x="360" y="1596"/>
                    <a:pt x="387" y="1596"/>
                    <a:pt x="401" y="1596"/>
                  </a:cubicBezTo>
                  <a:cubicBezTo>
                    <a:pt x="414" y="1596"/>
                    <a:pt x="414" y="1596"/>
                    <a:pt x="427" y="1582"/>
                  </a:cubicBezTo>
                  <a:cubicBezTo>
                    <a:pt x="454" y="1569"/>
                    <a:pt x="454" y="1529"/>
                    <a:pt x="440" y="1516"/>
                  </a:cubicBezTo>
                  <a:cubicBezTo>
                    <a:pt x="120" y="1049"/>
                    <a:pt x="254" y="409"/>
                    <a:pt x="707" y="102"/>
                  </a:cubicBezTo>
                  <a:cubicBezTo>
                    <a:pt x="734" y="76"/>
                    <a:pt x="748" y="49"/>
                    <a:pt x="734" y="22"/>
                  </a:cubicBezTo>
                  <a:cubicBezTo>
                    <a:pt x="718" y="7"/>
                    <a:pt x="702" y="0"/>
                    <a:pt x="6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0434;p114">
              <a:extLst>
                <a:ext uri="{FF2B5EF4-FFF2-40B4-BE49-F238E27FC236}">
                  <a16:creationId xmlns:a16="http://schemas.microsoft.com/office/drawing/2014/main" id="{D72F3D25-87B2-97C3-675F-FA62D7522C93}"/>
                </a:ext>
              </a:extLst>
            </p:cNvPr>
            <p:cNvSpPr/>
            <p:nvPr/>
          </p:nvSpPr>
          <p:spPr>
            <a:xfrm>
              <a:off x="6273100" y="2698100"/>
              <a:ext cx="8675" cy="30825"/>
            </a:xfrm>
            <a:custGeom>
              <a:avLst/>
              <a:gdLst/>
              <a:ahLst/>
              <a:cxnLst/>
              <a:rect l="l" t="t" r="r" b="b"/>
              <a:pathLst>
                <a:path w="347" h="1233" extrusionOk="0">
                  <a:moveTo>
                    <a:pt x="62" y="1"/>
                  </a:moveTo>
                  <a:cubicBezTo>
                    <a:pt x="55" y="1"/>
                    <a:pt x="48" y="2"/>
                    <a:pt x="41" y="6"/>
                  </a:cubicBezTo>
                  <a:cubicBezTo>
                    <a:pt x="14" y="20"/>
                    <a:pt x="0" y="59"/>
                    <a:pt x="14" y="86"/>
                  </a:cubicBezTo>
                  <a:cubicBezTo>
                    <a:pt x="187" y="420"/>
                    <a:pt x="240" y="806"/>
                    <a:pt x="147" y="1166"/>
                  </a:cubicBezTo>
                  <a:cubicBezTo>
                    <a:pt x="147" y="1193"/>
                    <a:pt x="160" y="1220"/>
                    <a:pt x="187" y="1233"/>
                  </a:cubicBezTo>
                  <a:lnTo>
                    <a:pt x="201" y="1233"/>
                  </a:lnTo>
                  <a:cubicBezTo>
                    <a:pt x="227" y="1233"/>
                    <a:pt x="254" y="1220"/>
                    <a:pt x="254" y="1193"/>
                  </a:cubicBezTo>
                  <a:cubicBezTo>
                    <a:pt x="347" y="806"/>
                    <a:pt x="293" y="393"/>
                    <a:pt x="107" y="32"/>
                  </a:cubicBezTo>
                  <a:cubicBezTo>
                    <a:pt x="97" y="13"/>
                    <a:pt x="81" y="1"/>
                    <a:pt x="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0435;p114">
              <a:extLst>
                <a:ext uri="{FF2B5EF4-FFF2-40B4-BE49-F238E27FC236}">
                  <a16:creationId xmlns:a16="http://schemas.microsoft.com/office/drawing/2014/main" id="{DE15FCC2-0E33-09B9-C58A-022CD789C230}"/>
                </a:ext>
              </a:extLst>
            </p:cNvPr>
            <p:cNvSpPr/>
            <p:nvPr/>
          </p:nvSpPr>
          <p:spPr>
            <a:xfrm>
              <a:off x="5533275" y="2777800"/>
              <a:ext cx="141400" cy="27150"/>
            </a:xfrm>
            <a:custGeom>
              <a:avLst/>
              <a:gdLst/>
              <a:ahLst/>
              <a:cxnLst/>
              <a:rect l="l" t="t" r="r" b="b"/>
              <a:pathLst>
                <a:path w="5656" h="1086" extrusionOk="0">
                  <a:moveTo>
                    <a:pt x="4356" y="0"/>
                  </a:moveTo>
                  <a:cubicBezTo>
                    <a:pt x="3986" y="0"/>
                    <a:pt x="3533" y="130"/>
                    <a:pt x="2668" y="365"/>
                  </a:cubicBezTo>
                  <a:cubicBezTo>
                    <a:pt x="1788" y="592"/>
                    <a:pt x="894" y="726"/>
                    <a:pt x="1" y="779"/>
                  </a:cubicBezTo>
                  <a:lnTo>
                    <a:pt x="1" y="1085"/>
                  </a:lnTo>
                  <a:lnTo>
                    <a:pt x="5655" y="1085"/>
                  </a:lnTo>
                  <a:cubicBezTo>
                    <a:pt x="5655" y="1085"/>
                    <a:pt x="5615" y="379"/>
                    <a:pt x="4988" y="139"/>
                  </a:cubicBezTo>
                  <a:cubicBezTo>
                    <a:pt x="4761" y="45"/>
                    <a:pt x="4573" y="0"/>
                    <a:pt x="43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0436;p114">
              <a:extLst>
                <a:ext uri="{FF2B5EF4-FFF2-40B4-BE49-F238E27FC236}">
                  <a16:creationId xmlns:a16="http://schemas.microsoft.com/office/drawing/2014/main" id="{2F169C70-B1FD-B1FC-68C1-E770B3CE2FF7}"/>
                </a:ext>
              </a:extLst>
            </p:cNvPr>
            <p:cNvSpPr/>
            <p:nvPr/>
          </p:nvSpPr>
          <p:spPr>
            <a:xfrm>
              <a:off x="5531950" y="2776325"/>
              <a:ext cx="144050" cy="29950"/>
            </a:xfrm>
            <a:custGeom>
              <a:avLst/>
              <a:gdLst/>
              <a:ahLst/>
              <a:cxnLst/>
              <a:rect l="l" t="t" r="r" b="b"/>
              <a:pathLst>
                <a:path w="5762" h="1198" extrusionOk="0">
                  <a:moveTo>
                    <a:pt x="4414" y="110"/>
                  </a:moveTo>
                  <a:cubicBezTo>
                    <a:pt x="4623" y="110"/>
                    <a:pt x="4805" y="152"/>
                    <a:pt x="5027" y="237"/>
                  </a:cubicBezTo>
                  <a:cubicBezTo>
                    <a:pt x="5508" y="438"/>
                    <a:pt x="5614" y="918"/>
                    <a:pt x="5641" y="1091"/>
                  </a:cubicBezTo>
                  <a:lnTo>
                    <a:pt x="107" y="1091"/>
                  </a:lnTo>
                  <a:lnTo>
                    <a:pt x="107" y="878"/>
                  </a:lnTo>
                  <a:cubicBezTo>
                    <a:pt x="987" y="838"/>
                    <a:pt x="1867" y="691"/>
                    <a:pt x="2734" y="477"/>
                  </a:cubicBezTo>
                  <a:lnTo>
                    <a:pt x="2854" y="438"/>
                  </a:lnTo>
                  <a:cubicBezTo>
                    <a:pt x="3650" y="222"/>
                    <a:pt x="4069" y="110"/>
                    <a:pt x="4414" y="110"/>
                  </a:cubicBezTo>
                  <a:close/>
                  <a:moveTo>
                    <a:pt x="4409" y="1"/>
                  </a:moveTo>
                  <a:cubicBezTo>
                    <a:pt x="4049" y="1"/>
                    <a:pt x="3614" y="118"/>
                    <a:pt x="2827" y="331"/>
                  </a:cubicBezTo>
                  <a:lnTo>
                    <a:pt x="2707" y="371"/>
                  </a:lnTo>
                  <a:cubicBezTo>
                    <a:pt x="1841" y="598"/>
                    <a:pt x="947" y="731"/>
                    <a:pt x="54" y="785"/>
                  </a:cubicBezTo>
                  <a:cubicBezTo>
                    <a:pt x="27" y="785"/>
                    <a:pt x="0" y="798"/>
                    <a:pt x="0" y="838"/>
                  </a:cubicBezTo>
                  <a:lnTo>
                    <a:pt x="0" y="1144"/>
                  </a:lnTo>
                  <a:cubicBezTo>
                    <a:pt x="0" y="1158"/>
                    <a:pt x="0" y="1171"/>
                    <a:pt x="13" y="1185"/>
                  </a:cubicBezTo>
                  <a:cubicBezTo>
                    <a:pt x="27" y="1198"/>
                    <a:pt x="40" y="1198"/>
                    <a:pt x="54" y="1198"/>
                  </a:cubicBezTo>
                  <a:lnTo>
                    <a:pt x="5708" y="1198"/>
                  </a:lnTo>
                  <a:cubicBezTo>
                    <a:pt x="5721" y="1198"/>
                    <a:pt x="5735" y="1185"/>
                    <a:pt x="5748" y="1185"/>
                  </a:cubicBezTo>
                  <a:cubicBezTo>
                    <a:pt x="5761" y="1171"/>
                    <a:pt x="5761" y="1158"/>
                    <a:pt x="5761" y="1144"/>
                  </a:cubicBezTo>
                  <a:cubicBezTo>
                    <a:pt x="5761" y="1105"/>
                    <a:pt x="5708" y="397"/>
                    <a:pt x="5068" y="145"/>
                  </a:cubicBezTo>
                  <a:cubicBezTo>
                    <a:pt x="4832" y="47"/>
                    <a:pt x="4635" y="1"/>
                    <a:pt x="4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0437;p114">
              <a:extLst>
                <a:ext uri="{FF2B5EF4-FFF2-40B4-BE49-F238E27FC236}">
                  <a16:creationId xmlns:a16="http://schemas.microsoft.com/office/drawing/2014/main" id="{53DE343B-5DA8-ECBC-97B1-505FB67A2D8E}"/>
                </a:ext>
              </a:extLst>
            </p:cNvPr>
            <p:cNvSpPr/>
            <p:nvPr/>
          </p:nvSpPr>
          <p:spPr>
            <a:xfrm>
              <a:off x="5673975" y="2777800"/>
              <a:ext cx="141700" cy="27150"/>
            </a:xfrm>
            <a:custGeom>
              <a:avLst/>
              <a:gdLst/>
              <a:ahLst/>
              <a:cxnLst/>
              <a:rect l="l" t="t" r="r" b="b"/>
              <a:pathLst>
                <a:path w="5668" h="1086" extrusionOk="0">
                  <a:moveTo>
                    <a:pt x="1300" y="0"/>
                  </a:moveTo>
                  <a:cubicBezTo>
                    <a:pt x="1083" y="0"/>
                    <a:pt x="894" y="45"/>
                    <a:pt x="667" y="139"/>
                  </a:cubicBezTo>
                  <a:cubicBezTo>
                    <a:pt x="54" y="379"/>
                    <a:pt x="0" y="1085"/>
                    <a:pt x="0" y="1085"/>
                  </a:cubicBezTo>
                  <a:lnTo>
                    <a:pt x="5668" y="1085"/>
                  </a:lnTo>
                  <a:lnTo>
                    <a:pt x="5668" y="779"/>
                  </a:lnTo>
                  <a:cubicBezTo>
                    <a:pt x="4761" y="726"/>
                    <a:pt x="3868" y="592"/>
                    <a:pt x="3001" y="365"/>
                  </a:cubicBezTo>
                  <a:cubicBezTo>
                    <a:pt x="2127" y="130"/>
                    <a:pt x="1671" y="0"/>
                    <a:pt x="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0438;p114">
              <a:extLst>
                <a:ext uri="{FF2B5EF4-FFF2-40B4-BE49-F238E27FC236}">
                  <a16:creationId xmlns:a16="http://schemas.microsoft.com/office/drawing/2014/main" id="{8E7B2004-1FE4-B2A6-856D-0C0009D7CFCB}"/>
                </a:ext>
              </a:extLst>
            </p:cNvPr>
            <p:cNvSpPr/>
            <p:nvPr/>
          </p:nvSpPr>
          <p:spPr>
            <a:xfrm>
              <a:off x="5672650" y="2776325"/>
              <a:ext cx="144375" cy="29950"/>
            </a:xfrm>
            <a:custGeom>
              <a:avLst/>
              <a:gdLst/>
              <a:ahLst/>
              <a:cxnLst/>
              <a:rect l="l" t="t" r="r" b="b"/>
              <a:pathLst>
                <a:path w="5775" h="1198" extrusionOk="0">
                  <a:moveTo>
                    <a:pt x="1347" y="110"/>
                  </a:moveTo>
                  <a:cubicBezTo>
                    <a:pt x="1692" y="110"/>
                    <a:pt x="2112" y="222"/>
                    <a:pt x="2907" y="438"/>
                  </a:cubicBezTo>
                  <a:lnTo>
                    <a:pt x="3041" y="477"/>
                  </a:lnTo>
                  <a:cubicBezTo>
                    <a:pt x="3894" y="691"/>
                    <a:pt x="4774" y="838"/>
                    <a:pt x="5667" y="878"/>
                  </a:cubicBezTo>
                  <a:lnTo>
                    <a:pt x="5667" y="1091"/>
                  </a:lnTo>
                  <a:lnTo>
                    <a:pt x="120" y="1091"/>
                  </a:lnTo>
                  <a:cubicBezTo>
                    <a:pt x="146" y="918"/>
                    <a:pt x="253" y="438"/>
                    <a:pt x="733" y="237"/>
                  </a:cubicBezTo>
                  <a:cubicBezTo>
                    <a:pt x="955" y="152"/>
                    <a:pt x="1137" y="110"/>
                    <a:pt x="1347" y="110"/>
                  </a:cubicBezTo>
                  <a:close/>
                  <a:moveTo>
                    <a:pt x="1358" y="1"/>
                  </a:moveTo>
                  <a:cubicBezTo>
                    <a:pt x="1133" y="1"/>
                    <a:pt x="935" y="47"/>
                    <a:pt x="694" y="145"/>
                  </a:cubicBezTo>
                  <a:cubicBezTo>
                    <a:pt x="53" y="397"/>
                    <a:pt x="13" y="1105"/>
                    <a:pt x="0" y="1144"/>
                  </a:cubicBezTo>
                  <a:cubicBezTo>
                    <a:pt x="0" y="1158"/>
                    <a:pt x="13" y="1171"/>
                    <a:pt x="27" y="1185"/>
                  </a:cubicBezTo>
                  <a:cubicBezTo>
                    <a:pt x="27" y="1185"/>
                    <a:pt x="40" y="1198"/>
                    <a:pt x="53" y="1198"/>
                  </a:cubicBezTo>
                  <a:lnTo>
                    <a:pt x="5721" y="1198"/>
                  </a:lnTo>
                  <a:cubicBezTo>
                    <a:pt x="5735" y="1198"/>
                    <a:pt x="5747" y="1198"/>
                    <a:pt x="5761" y="1185"/>
                  </a:cubicBezTo>
                  <a:cubicBezTo>
                    <a:pt x="5761" y="1171"/>
                    <a:pt x="5774" y="1158"/>
                    <a:pt x="5774" y="1144"/>
                  </a:cubicBezTo>
                  <a:lnTo>
                    <a:pt x="5774" y="838"/>
                  </a:lnTo>
                  <a:cubicBezTo>
                    <a:pt x="5774" y="798"/>
                    <a:pt x="5747" y="785"/>
                    <a:pt x="5721" y="785"/>
                  </a:cubicBezTo>
                  <a:cubicBezTo>
                    <a:pt x="4828" y="731"/>
                    <a:pt x="3934" y="598"/>
                    <a:pt x="3067" y="371"/>
                  </a:cubicBezTo>
                  <a:lnTo>
                    <a:pt x="2934" y="331"/>
                  </a:lnTo>
                  <a:cubicBezTo>
                    <a:pt x="2147" y="118"/>
                    <a:pt x="1718" y="1"/>
                    <a:pt x="13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0439;p114">
              <a:extLst>
                <a:ext uri="{FF2B5EF4-FFF2-40B4-BE49-F238E27FC236}">
                  <a16:creationId xmlns:a16="http://schemas.microsoft.com/office/drawing/2014/main" id="{93866927-D1FD-803D-422E-0722ED9E41F1}"/>
                </a:ext>
              </a:extLst>
            </p:cNvPr>
            <p:cNvSpPr/>
            <p:nvPr/>
          </p:nvSpPr>
          <p:spPr>
            <a:xfrm>
              <a:off x="5529600" y="2801575"/>
              <a:ext cx="291775" cy="5725"/>
            </a:xfrm>
            <a:custGeom>
              <a:avLst/>
              <a:gdLst/>
              <a:ahLst/>
              <a:cxnLst/>
              <a:rect l="l" t="t" r="r" b="b"/>
              <a:pathLst>
                <a:path w="11671" h="229" extrusionOk="0">
                  <a:moveTo>
                    <a:pt x="0" y="1"/>
                  </a:moveTo>
                  <a:lnTo>
                    <a:pt x="0" y="228"/>
                  </a:lnTo>
                  <a:lnTo>
                    <a:pt x="11670" y="228"/>
                  </a:lnTo>
                  <a:lnTo>
                    <a:pt x="116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0440;p114">
              <a:extLst>
                <a:ext uri="{FF2B5EF4-FFF2-40B4-BE49-F238E27FC236}">
                  <a16:creationId xmlns:a16="http://schemas.microsoft.com/office/drawing/2014/main" id="{BDB16E39-C7F6-6C18-340A-20AD8F8294DE}"/>
                </a:ext>
              </a:extLst>
            </p:cNvPr>
            <p:cNvSpPr/>
            <p:nvPr/>
          </p:nvSpPr>
          <p:spPr>
            <a:xfrm>
              <a:off x="5528250" y="2800250"/>
              <a:ext cx="294450" cy="8700"/>
            </a:xfrm>
            <a:custGeom>
              <a:avLst/>
              <a:gdLst/>
              <a:ahLst/>
              <a:cxnLst/>
              <a:rect l="l" t="t" r="r" b="b"/>
              <a:pathLst>
                <a:path w="11778" h="348" extrusionOk="0">
                  <a:moveTo>
                    <a:pt x="11671" y="121"/>
                  </a:moveTo>
                  <a:lnTo>
                    <a:pt x="11671" y="228"/>
                  </a:lnTo>
                  <a:lnTo>
                    <a:pt x="108" y="228"/>
                  </a:lnTo>
                  <a:lnTo>
                    <a:pt x="108" y="121"/>
                  </a:lnTo>
                  <a:close/>
                  <a:moveTo>
                    <a:pt x="54" y="1"/>
                  </a:moveTo>
                  <a:cubicBezTo>
                    <a:pt x="28" y="1"/>
                    <a:pt x="1" y="27"/>
                    <a:pt x="1" y="54"/>
                  </a:cubicBezTo>
                  <a:lnTo>
                    <a:pt x="1" y="281"/>
                  </a:lnTo>
                  <a:cubicBezTo>
                    <a:pt x="1" y="321"/>
                    <a:pt x="28" y="347"/>
                    <a:pt x="54" y="347"/>
                  </a:cubicBezTo>
                  <a:lnTo>
                    <a:pt x="11724" y="347"/>
                  </a:lnTo>
                  <a:cubicBezTo>
                    <a:pt x="11751" y="347"/>
                    <a:pt x="11777" y="321"/>
                    <a:pt x="11777" y="281"/>
                  </a:cubicBezTo>
                  <a:lnTo>
                    <a:pt x="11777" y="54"/>
                  </a:lnTo>
                  <a:cubicBezTo>
                    <a:pt x="11777" y="27"/>
                    <a:pt x="11751" y="1"/>
                    <a:pt x="117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0441;p114">
              <a:extLst>
                <a:ext uri="{FF2B5EF4-FFF2-40B4-BE49-F238E27FC236}">
                  <a16:creationId xmlns:a16="http://schemas.microsoft.com/office/drawing/2014/main" id="{D3E2E1B8-C99B-8B1E-D46E-2DC03274D68C}"/>
                </a:ext>
              </a:extLst>
            </p:cNvPr>
            <p:cNvSpPr/>
            <p:nvPr/>
          </p:nvSpPr>
          <p:spPr>
            <a:xfrm>
              <a:off x="5679975" y="2784450"/>
              <a:ext cx="20350" cy="21500"/>
            </a:xfrm>
            <a:custGeom>
              <a:avLst/>
              <a:gdLst/>
              <a:ahLst/>
              <a:cxnLst/>
              <a:rect l="l" t="t" r="r" b="b"/>
              <a:pathLst>
                <a:path w="814" h="860" extrusionOk="0">
                  <a:moveTo>
                    <a:pt x="755" y="1"/>
                  </a:moveTo>
                  <a:cubicBezTo>
                    <a:pt x="748" y="1"/>
                    <a:pt x="741" y="3"/>
                    <a:pt x="733" y="6"/>
                  </a:cubicBezTo>
                  <a:cubicBezTo>
                    <a:pt x="401" y="152"/>
                    <a:pt x="134" y="433"/>
                    <a:pt x="13" y="793"/>
                  </a:cubicBezTo>
                  <a:cubicBezTo>
                    <a:pt x="0" y="819"/>
                    <a:pt x="27" y="846"/>
                    <a:pt x="54" y="860"/>
                  </a:cubicBezTo>
                  <a:lnTo>
                    <a:pt x="67" y="860"/>
                  </a:lnTo>
                  <a:cubicBezTo>
                    <a:pt x="93" y="860"/>
                    <a:pt x="107" y="846"/>
                    <a:pt x="120" y="819"/>
                  </a:cubicBezTo>
                  <a:cubicBezTo>
                    <a:pt x="227" y="499"/>
                    <a:pt x="467" y="246"/>
                    <a:pt x="774" y="113"/>
                  </a:cubicBezTo>
                  <a:cubicBezTo>
                    <a:pt x="801" y="99"/>
                    <a:pt x="813" y="60"/>
                    <a:pt x="801" y="33"/>
                  </a:cubicBezTo>
                  <a:cubicBezTo>
                    <a:pt x="791" y="13"/>
                    <a:pt x="774" y="1"/>
                    <a:pt x="7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0442;p114">
              <a:extLst>
                <a:ext uri="{FF2B5EF4-FFF2-40B4-BE49-F238E27FC236}">
                  <a16:creationId xmlns:a16="http://schemas.microsoft.com/office/drawing/2014/main" id="{AF9B60BF-9E1C-4EAF-55E0-239ACA4AF3B0}"/>
                </a:ext>
              </a:extLst>
            </p:cNvPr>
            <p:cNvSpPr/>
            <p:nvPr/>
          </p:nvSpPr>
          <p:spPr>
            <a:xfrm>
              <a:off x="5688975" y="2787675"/>
              <a:ext cx="85375" cy="16950"/>
            </a:xfrm>
            <a:custGeom>
              <a:avLst/>
              <a:gdLst/>
              <a:ahLst/>
              <a:cxnLst/>
              <a:rect l="l" t="t" r="r" b="b"/>
              <a:pathLst>
                <a:path w="3415" h="678" extrusionOk="0">
                  <a:moveTo>
                    <a:pt x="1068" y="1"/>
                  </a:moveTo>
                  <a:cubicBezTo>
                    <a:pt x="988" y="1"/>
                    <a:pt x="908" y="8"/>
                    <a:pt x="827" y="23"/>
                  </a:cubicBezTo>
                  <a:cubicBezTo>
                    <a:pt x="480" y="91"/>
                    <a:pt x="187" y="304"/>
                    <a:pt x="14" y="597"/>
                  </a:cubicBezTo>
                  <a:cubicBezTo>
                    <a:pt x="0" y="624"/>
                    <a:pt x="14" y="651"/>
                    <a:pt x="27" y="677"/>
                  </a:cubicBezTo>
                  <a:lnTo>
                    <a:pt x="53" y="677"/>
                  </a:lnTo>
                  <a:cubicBezTo>
                    <a:pt x="80" y="677"/>
                    <a:pt x="94" y="664"/>
                    <a:pt x="107" y="651"/>
                  </a:cubicBezTo>
                  <a:cubicBezTo>
                    <a:pt x="267" y="384"/>
                    <a:pt x="533" y="183"/>
                    <a:pt x="841" y="130"/>
                  </a:cubicBezTo>
                  <a:cubicBezTo>
                    <a:pt x="917" y="114"/>
                    <a:pt x="993" y="107"/>
                    <a:pt x="1068" y="107"/>
                  </a:cubicBezTo>
                  <a:cubicBezTo>
                    <a:pt x="1378" y="107"/>
                    <a:pt x="1682" y="224"/>
                    <a:pt x="1961" y="331"/>
                  </a:cubicBezTo>
                  <a:cubicBezTo>
                    <a:pt x="2308" y="477"/>
                    <a:pt x="2961" y="677"/>
                    <a:pt x="3361" y="677"/>
                  </a:cubicBezTo>
                  <a:cubicBezTo>
                    <a:pt x="3401" y="677"/>
                    <a:pt x="3414" y="651"/>
                    <a:pt x="3414" y="624"/>
                  </a:cubicBezTo>
                  <a:cubicBezTo>
                    <a:pt x="3414" y="597"/>
                    <a:pt x="3401" y="571"/>
                    <a:pt x="3361" y="571"/>
                  </a:cubicBezTo>
                  <a:cubicBezTo>
                    <a:pt x="2975" y="571"/>
                    <a:pt x="2334" y="370"/>
                    <a:pt x="2000" y="237"/>
                  </a:cubicBezTo>
                  <a:cubicBezTo>
                    <a:pt x="1711" y="119"/>
                    <a:pt x="1395" y="1"/>
                    <a:pt x="10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0443;p114">
              <a:extLst>
                <a:ext uri="{FF2B5EF4-FFF2-40B4-BE49-F238E27FC236}">
                  <a16:creationId xmlns:a16="http://schemas.microsoft.com/office/drawing/2014/main" id="{FAB0D282-8784-236D-12EB-FC114D00382B}"/>
                </a:ext>
              </a:extLst>
            </p:cNvPr>
            <p:cNvSpPr/>
            <p:nvPr/>
          </p:nvSpPr>
          <p:spPr>
            <a:xfrm>
              <a:off x="5587950" y="2786025"/>
              <a:ext cx="77025" cy="20250"/>
            </a:xfrm>
            <a:custGeom>
              <a:avLst/>
              <a:gdLst/>
              <a:ahLst/>
              <a:cxnLst/>
              <a:rect l="l" t="t" r="r" b="b"/>
              <a:pathLst>
                <a:path w="3081" h="810" extrusionOk="0">
                  <a:moveTo>
                    <a:pt x="2110" y="1"/>
                  </a:moveTo>
                  <a:cubicBezTo>
                    <a:pt x="2021" y="1"/>
                    <a:pt x="1931" y="13"/>
                    <a:pt x="1841" y="36"/>
                  </a:cubicBezTo>
                  <a:cubicBezTo>
                    <a:pt x="1614" y="103"/>
                    <a:pt x="1388" y="196"/>
                    <a:pt x="1160" y="290"/>
                  </a:cubicBezTo>
                  <a:cubicBezTo>
                    <a:pt x="814" y="436"/>
                    <a:pt x="440" y="530"/>
                    <a:pt x="54" y="570"/>
                  </a:cubicBezTo>
                  <a:cubicBezTo>
                    <a:pt x="27" y="583"/>
                    <a:pt x="1" y="610"/>
                    <a:pt x="14" y="637"/>
                  </a:cubicBezTo>
                  <a:cubicBezTo>
                    <a:pt x="14" y="658"/>
                    <a:pt x="31" y="680"/>
                    <a:pt x="52" y="680"/>
                  </a:cubicBezTo>
                  <a:cubicBezTo>
                    <a:pt x="57" y="680"/>
                    <a:pt x="62" y="679"/>
                    <a:pt x="67" y="676"/>
                  </a:cubicBezTo>
                  <a:cubicBezTo>
                    <a:pt x="454" y="637"/>
                    <a:pt x="840" y="543"/>
                    <a:pt x="1214" y="397"/>
                  </a:cubicBezTo>
                  <a:cubicBezTo>
                    <a:pt x="1427" y="290"/>
                    <a:pt x="1641" y="210"/>
                    <a:pt x="1868" y="143"/>
                  </a:cubicBezTo>
                  <a:cubicBezTo>
                    <a:pt x="1950" y="119"/>
                    <a:pt x="2033" y="107"/>
                    <a:pt x="2115" y="107"/>
                  </a:cubicBezTo>
                  <a:cubicBezTo>
                    <a:pt x="2256" y="107"/>
                    <a:pt x="2394" y="142"/>
                    <a:pt x="2521" y="210"/>
                  </a:cubicBezTo>
                  <a:cubicBezTo>
                    <a:pt x="2615" y="263"/>
                    <a:pt x="2681" y="329"/>
                    <a:pt x="2748" y="410"/>
                  </a:cubicBezTo>
                  <a:cubicBezTo>
                    <a:pt x="2841" y="530"/>
                    <a:pt x="2908" y="650"/>
                    <a:pt x="2974" y="783"/>
                  </a:cubicBezTo>
                  <a:cubicBezTo>
                    <a:pt x="2974" y="810"/>
                    <a:pt x="3001" y="810"/>
                    <a:pt x="3015" y="810"/>
                  </a:cubicBezTo>
                  <a:lnTo>
                    <a:pt x="3041" y="810"/>
                  </a:lnTo>
                  <a:cubicBezTo>
                    <a:pt x="3068" y="797"/>
                    <a:pt x="3081" y="770"/>
                    <a:pt x="3068" y="743"/>
                  </a:cubicBezTo>
                  <a:cubicBezTo>
                    <a:pt x="3015" y="596"/>
                    <a:pt x="2935" y="463"/>
                    <a:pt x="2841" y="343"/>
                  </a:cubicBezTo>
                  <a:cubicBezTo>
                    <a:pt x="2761" y="249"/>
                    <a:pt x="2681" y="183"/>
                    <a:pt x="2574" y="116"/>
                  </a:cubicBezTo>
                  <a:cubicBezTo>
                    <a:pt x="2428" y="39"/>
                    <a:pt x="2271" y="1"/>
                    <a:pt x="21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0444;p114">
              <a:extLst>
                <a:ext uri="{FF2B5EF4-FFF2-40B4-BE49-F238E27FC236}">
                  <a16:creationId xmlns:a16="http://schemas.microsoft.com/office/drawing/2014/main" id="{EA81E918-5099-F283-BC4C-857D31356328}"/>
                </a:ext>
              </a:extLst>
            </p:cNvPr>
            <p:cNvSpPr/>
            <p:nvPr/>
          </p:nvSpPr>
          <p:spPr>
            <a:xfrm>
              <a:off x="5641300" y="2792500"/>
              <a:ext cx="17025" cy="14800"/>
            </a:xfrm>
            <a:custGeom>
              <a:avLst/>
              <a:gdLst/>
              <a:ahLst/>
              <a:cxnLst/>
              <a:rect l="l" t="t" r="r" b="b"/>
              <a:pathLst>
                <a:path w="681" h="592" extrusionOk="0">
                  <a:moveTo>
                    <a:pt x="52" y="1"/>
                  </a:moveTo>
                  <a:cubicBezTo>
                    <a:pt x="31" y="1"/>
                    <a:pt x="13" y="22"/>
                    <a:pt x="13" y="44"/>
                  </a:cubicBezTo>
                  <a:cubicBezTo>
                    <a:pt x="0" y="70"/>
                    <a:pt x="27" y="97"/>
                    <a:pt x="54" y="111"/>
                  </a:cubicBezTo>
                  <a:cubicBezTo>
                    <a:pt x="173" y="124"/>
                    <a:pt x="280" y="177"/>
                    <a:pt x="347" y="257"/>
                  </a:cubicBezTo>
                  <a:cubicBezTo>
                    <a:pt x="440" y="351"/>
                    <a:pt x="507" y="444"/>
                    <a:pt x="561" y="551"/>
                  </a:cubicBezTo>
                  <a:cubicBezTo>
                    <a:pt x="573" y="577"/>
                    <a:pt x="600" y="591"/>
                    <a:pt x="614" y="591"/>
                  </a:cubicBezTo>
                  <a:cubicBezTo>
                    <a:pt x="627" y="591"/>
                    <a:pt x="627" y="577"/>
                    <a:pt x="641" y="577"/>
                  </a:cubicBezTo>
                  <a:cubicBezTo>
                    <a:pt x="667" y="564"/>
                    <a:pt x="680" y="524"/>
                    <a:pt x="667" y="511"/>
                  </a:cubicBezTo>
                  <a:cubicBezTo>
                    <a:pt x="600" y="391"/>
                    <a:pt x="520" y="284"/>
                    <a:pt x="427" y="191"/>
                  </a:cubicBezTo>
                  <a:cubicBezTo>
                    <a:pt x="333" y="84"/>
                    <a:pt x="214" y="17"/>
                    <a:pt x="67" y="4"/>
                  </a:cubicBezTo>
                  <a:cubicBezTo>
                    <a:pt x="62" y="2"/>
                    <a:pt x="57" y="1"/>
                    <a:pt x="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0445;p114">
              <a:extLst>
                <a:ext uri="{FF2B5EF4-FFF2-40B4-BE49-F238E27FC236}">
                  <a16:creationId xmlns:a16="http://schemas.microsoft.com/office/drawing/2014/main" id="{1AE658CB-E881-54E9-23BC-C691C7099970}"/>
                </a:ext>
              </a:extLst>
            </p:cNvPr>
            <p:cNvSpPr/>
            <p:nvPr/>
          </p:nvSpPr>
          <p:spPr>
            <a:xfrm>
              <a:off x="5805325" y="2496125"/>
              <a:ext cx="410800" cy="329775"/>
            </a:xfrm>
            <a:custGeom>
              <a:avLst/>
              <a:gdLst/>
              <a:ahLst/>
              <a:cxnLst/>
              <a:rect l="l" t="t" r="r" b="b"/>
              <a:pathLst>
                <a:path w="16432" h="13191" extrusionOk="0">
                  <a:moveTo>
                    <a:pt x="8499" y="1"/>
                  </a:moveTo>
                  <a:cubicBezTo>
                    <a:pt x="6703" y="1"/>
                    <a:pt x="4335" y="1030"/>
                    <a:pt x="4335" y="1030"/>
                  </a:cubicBezTo>
                  <a:cubicBezTo>
                    <a:pt x="4335" y="1030"/>
                    <a:pt x="2894" y="1310"/>
                    <a:pt x="2174" y="2097"/>
                  </a:cubicBezTo>
                  <a:cubicBezTo>
                    <a:pt x="1441" y="2884"/>
                    <a:pt x="1308" y="4178"/>
                    <a:pt x="1308" y="4178"/>
                  </a:cubicBezTo>
                  <a:cubicBezTo>
                    <a:pt x="1308" y="4178"/>
                    <a:pt x="227" y="9699"/>
                    <a:pt x="120" y="10298"/>
                  </a:cubicBezTo>
                  <a:cubicBezTo>
                    <a:pt x="1" y="10899"/>
                    <a:pt x="54" y="11059"/>
                    <a:pt x="54" y="11059"/>
                  </a:cubicBezTo>
                  <a:cubicBezTo>
                    <a:pt x="54" y="11059"/>
                    <a:pt x="1521" y="12553"/>
                    <a:pt x="2254" y="12553"/>
                  </a:cubicBezTo>
                  <a:cubicBezTo>
                    <a:pt x="2721" y="12539"/>
                    <a:pt x="3175" y="12432"/>
                    <a:pt x="3602" y="12233"/>
                  </a:cubicBezTo>
                  <a:lnTo>
                    <a:pt x="10216" y="13152"/>
                  </a:lnTo>
                  <a:cubicBezTo>
                    <a:pt x="10216" y="13152"/>
                    <a:pt x="10645" y="13190"/>
                    <a:pt x="11232" y="13190"/>
                  </a:cubicBezTo>
                  <a:cubicBezTo>
                    <a:pt x="12130" y="13190"/>
                    <a:pt x="13399" y="13102"/>
                    <a:pt x="14084" y="12660"/>
                  </a:cubicBezTo>
                  <a:cubicBezTo>
                    <a:pt x="15217" y="11939"/>
                    <a:pt x="16431" y="9352"/>
                    <a:pt x="16431" y="9352"/>
                  </a:cubicBezTo>
                  <a:cubicBezTo>
                    <a:pt x="15884" y="7071"/>
                    <a:pt x="14283" y="2617"/>
                    <a:pt x="13643" y="2057"/>
                  </a:cubicBezTo>
                  <a:cubicBezTo>
                    <a:pt x="12990" y="1497"/>
                    <a:pt x="11056" y="790"/>
                    <a:pt x="9283" y="83"/>
                  </a:cubicBezTo>
                  <a:cubicBezTo>
                    <a:pt x="9043" y="26"/>
                    <a:pt x="8778" y="1"/>
                    <a:pt x="84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0446;p114">
              <a:extLst>
                <a:ext uri="{FF2B5EF4-FFF2-40B4-BE49-F238E27FC236}">
                  <a16:creationId xmlns:a16="http://schemas.microsoft.com/office/drawing/2014/main" id="{8F35942F-786F-0DE3-3627-CE690D70E3FF}"/>
                </a:ext>
              </a:extLst>
            </p:cNvPr>
            <p:cNvSpPr/>
            <p:nvPr/>
          </p:nvSpPr>
          <p:spPr>
            <a:xfrm>
              <a:off x="5843675" y="2539525"/>
              <a:ext cx="27025" cy="34375"/>
            </a:xfrm>
            <a:custGeom>
              <a:avLst/>
              <a:gdLst/>
              <a:ahLst/>
              <a:cxnLst/>
              <a:rect l="l" t="t" r="r" b="b"/>
              <a:pathLst>
                <a:path w="1081" h="1375" extrusionOk="0">
                  <a:moveTo>
                    <a:pt x="1081" y="1"/>
                  </a:moveTo>
                  <a:lnTo>
                    <a:pt x="1081" y="1"/>
                  </a:lnTo>
                  <a:cubicBezTo>
                    <a:pt x="534" y="267"/>
                    <a:pt x="148" y="760"/>
                    <a:pt x="14" y="1346"/>
                  </a:cubicBezTo>
                  <a:lnTo>
                    <a:pt x="14" y="1346"/>
                  </a:lnTo>
                  <a:cubicBezTo>
                    <a:pt x="103" y="1168"/>
                    <a:pt x="194" y="978"/>
                    <a:pt x="320" y="801"/>
                  </a:cubicBezTo>
                  <a:cubicBezTo>
                    <a:pt x="400" y="641"/>
                    <a:pt x="507" y="495"/>
                    <a:pt x="640" y="361"/>
                  </a:cubicBezTo>
                  <a:cubicBezTo>
                    <a:pt x="761" y="228"/>
                    <a:pt x="921" y="107"/>
                    <a:pt x="1081" y="1"/>
                  </a:cubicBezTo>
                  <a:close/>
                  <a:moveTo>
                    <a:pt x="14" y="1346"/>
                  </a:moveTo>
                  <a:lnTo>
                    <a:pt x="14" y="1346"/>
                  </a:lnTo>
                  <a:cubicBezTo>
                    <a:pt x="10" y="1356"/>
                    <a:pt x="5" y="1365"/>
                    <a:pt x="0" y="1375"/>
                  </a:cubicBezTo>
                  <a:cubicBezTo>
                    <a:pt x="14" y="1375"/>
                    <a:pt x="14" y="1361"/>
                    <a:pt x="14" y="1348"/>
                  </a:cubicBezTo>
                  <a:cubicBezTo>
                    <a:pt x="14" y="1348"/>
                    <a:pt x="14" y="1347"/>
                    <a:pt x="14" y="1346"/>
                  </a:cubicBezTo>
                  <a:close/>
                </a:path>
              </a:pathLst>
            </a:custGeom>
            <a:solidFill>
              <a:srgbClr val="A3A4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0447;p114">
              <a:extLst>
                <a:ext uri="{FF2B5EF4-FFF2-40B4-BE49-F238E27FC236}">
                  <a16:creationId xmlns:a16="http://schemas.microsoft.com/office/drawing/2014/main" id="{E67995C7-8ABF-898B-BFE2-AC02171A193F}"/>
                </a:ext>
              </a:extLst>
            </p:cNvPr>
            <p:cNvSpPr/>
            <p:nvPr/>
          </p:nvSpPr>
          <p:spPr>
            <a:xfrm>
              <a:off x="5832675" y="2539200"/>
              <a:ext cx="49700" cy="257750"/>
            </a:xfrm>
            <a:custGeom>
              <a:avLst/>
              <a:gdLst/>
              <a:ahLst/>
              <a:cxnLst/>
              <a:rect l="l" t="t" r="r" b="b"/>
              <a:pathLst>
                <a:path w="1988" h="10310" extrusionOk="0">
                  <a:moveTo>
                    <a:pt x="1521" y="1"/>
                  </a:moveTo>
                  <a:cubicBezTo>
                    <a:pt x="1451" y="50"/>
                    <a:pt x="1384" y="102"/>
                    <a:pt x="1321" y="156"/>
                  </a:cubicBezTo>
                  <a:lnTo>
                    <a:pt x="1321" y="156"/>
                  </a:lnTo>
                  <a:cubicBezTo>
                    <a:pt x="1385" y="106"/>
                    <a:pt x="1453" y="59"/>
                    <a:pt x="1521" y="14"/>
                  </a:cubicBezTo>
                  <a:lnTo>
                    <a:pt x="1521" y="1"/>
                  </a:lnTo>
                  <a:close/>
                  <a:moveTo>
                    <a:pt x="1321" y="156"/>
                  </a:moveTo>
                  <a:lnTo>
                    <a:pt x="1321" y="156"/>
                  </a:lnTo>
                  <a:cubicBezTo>
                    <a:pt x="1233" y="225"/>
                    <a:pt x="1150" y="297"/>
                    <a:pt x="1080" y="374"/>
                  </a:cubicBezTo>
                  <a:cubicBezTo>
                    <a:pt x="947" y="508"/>
                    <a:pt x="840" y="654"/>
                    <a:pt x="760" y="814"/>
                  </a:cubicBezTo>
                  <a:cubicBezTo>
                    <a:pt x="906" y="574"/>
                    <a:pt x="1093" y="351"/>
                    <a:pt x="1321" y="156"/>
                  </a:cubicBezTo>
                  <a:close/>
                  <a:moveTo>
                    <a:pt x="1747" y="1948"/>
                  </a:moveTo>
                  <a:cubicBezTo>
                    <a:pt x="1667" y="2081"/>
                    <a:pt x="1601" y="2241"/>
                    <a:pt x="1560" y="2401"/>
                  </a:cubicBezTo>
                  <a:cubicBezTo>
                    <a:pt x="1240" y="3468"/>
                    <a:pt x="893" y="4535"/>
                    <a:pt x="600" y="5602"/>
                  </a:cubicBezTo>
                  <a:cubicBezTo>
                    <a:pt x="347" y="6536"/>
                    <a:pt x="0" y="7562"/>
                    <a:pt x="13" y="8536"/>
                  </a:cubicBezTo>
                  <a:cubicBezTo>
                    <a:pt x="13" y="8616"/>
                    <a:pt x="13" y="8682"/>
                    <a:pt x="27" y="8749"/>
                  </a:cubicBezTo>
                  <a:cubicBezTo>
                    <a:pt x="161" y="9562"/>
                    <a:pt x="1174" y="10056"/>
                    <a:pt x="1854" y="10309"/>
                  </a:cubicBezTo>
                  <a:lnTo>
                    <a:pt x="1854" y="5735"/>
                  </a:lnTo>
                  <a:lnTo>
                    <a:pt x="1987" y="5735"/>
                  </a:lnTo>
                  <a:lnTo>
                    <a:pt x="1747" y="1948"/>
                  </a:ln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0448;p114">
              <a:extLst>
                <a:ext uri="{FF2B5EF4-FFF2-40B4-BE49-F238E27FC236}">
                  <a16:creationId xmlns:a16="http://schemas.microsoft.com/office/drawing/2014/main" id="{4E1D2D19-9E98-A484-9190-3CF1A57A592E}"/>
                </a:ext>
              </a:extLst>
            </p:cNvPr>
            <p:cNvSpPr/>
            <p:nvPr/>
          </p:nvSpPr>
          <p:spPr>
            <a:xfrm>
              <a:off x="5807325" y="2623225"/>
              <a:ext cx="26050" cy="134725"/>
            </a:xfrm>
            <a:custGeom>
              <a:avLst/>
              <a:gdLst/>
              <a:ahLst/>
              <a:cxnLst/>
              <a:rect l="l" t="t" r="r" b="b"/>
              <a:pathLst>
                <a:path w="1042" h="5389" extrusionOk="0">
                  <a:moveTo>
                    <a:pt x="1041" y="1"/>
                  </a:moveTo>
                  <a:cubicBezTo>
                    <a:pt x="668" y="1800"/>
                    <a:pt x="161" y="4268"/>
                    <a:pt x="1" y="5388"/>
                  </a:cubicBezTo>
                  <a:cubicBezTo>
                    <a:pt x="14" y="5335"/>
                    <a:pt x="28" y="5268"/>
                    <a:pt x="40" y="5214"/>
                  </a:cubicBezTo>
                  <a:cubicBezTo>
                    <a:pt x="94" y="4935"/>
                    <a:pt x="334" y="3667"/>
                    <a:pt x="588" y="2361"/>
                  </a:cubicBezTo>
                  <a:lnTo>
                    <a:pt x="1041" y="13"/>
                  </a:lnTo>
                  <a:lnTo>
                    <a:pt x="1041" y="1"/>
                  </a:ln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0449;p114">
              <a:extLst>
                <a:ext uri="{FF2B5EF4-FFF2-40B4-BE49-F238E27FC236}">
                  <a16:creationId xmlns:a16="http://schemas.microsoft.com/office/drawing/2014/main" id="{0AA07AE0-F857-BB96-FBCC-FEB96FFA5D5E}"/>
                </a:ext>
              </a:extLst>
            </p:cNvPr>
            <p:cNvSpPr/>
            <p:nvPr/>
          </p:nvSpPr>
          <p:spPr>
            <a:xfrm>
              <a:off x="5807000" y="2682225"/>
              <a:ext cx="15025" cy="79050"/>
            </a:xfrm>
            <a:custGeom>
              <a:avLst/>
              <a:gdLst/>
              <a:ahLst/>
              <a:cxnLst/>
              <a:rect l="l" t="t" r="r" b="b"/>
              <a:pathLst>
                <a:path w="601" h="3162" extrusionOk="0">
                  <a:moveTo>
                    <a:pt x="601" y="1"/>
                  </a:moveTo>
                  <a:lnTo>
                    <a:pt x="601" y="1"/>
                  </a:lnTo>
                  <a:cubicBezTo>
                    <a:pt x="347" y="1307"/>
                    <a:pt x="107" y="2575"/>
                    <a:pt x="53" y="2854"/>
                  </a:cubicBezTo>
                  <a:cubicBezTo>
                    <a:pt x="41" y="2908"/>
                    <a:pt x="27" y="2975"/>
                    <a:pt x="14" y="3028"/>
                  </a:cubicBezTo>
                  <a:cubicBezTo>
                    <a:pt x="14" y="3050"/>
                    <a:pt x="14" y="3075"/>
                    <a:pt x="12" y="3100"/>
                  </a:cubicBezTo>
                  <a:lnTo>
                    <a:pt x="12" y="3100"/>
                  </a:lnTo>
                  <a:lnTo>
                    <a:pt x="601" y="1"/>
                  </a:lnTo>
                  <a:close/>
                  <a:moveTo>
                    <a:pt x="12" y="3100"/>
                  </a:moveTo>
                  <a:lnTo>
                    <a:pt x="0" y="3162"/>
                  </a:lnTo>
                  <a:cubicBezTo>
                    <a:pt x="6" y="3143"/>
                    <a:pt x="10" y="3122"/>
                    <a:pt x="12" y="3100"/>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0450;p114">
              <a:extLst>
                <a:ext uri="{FF2B5EF4-FFF2-40B4-BE49-F238E27FC236}">
                  <a16:creationId xmlns:a16="http://schemas.microsoft.com/office/drawing/2014/main" id="{DD0084ED-3E85-F5DB-FCE6-7B1B634AD2AC}"/>
                </a:ext>
              </a:extLst>
            </p:cNvPr>
            <p:cNvSpPr/>
            <p:nvPr/>
          </p:nvSpPr>
          <p:spPr>
            <a:xfrm>
              <a:off x="5806325" y="2771250"/>
              <a:ext cx="2700" cy="3675"/>
            </a:xfrm>
            <a:custGeom>
              <a:avLst/>
              <a:gdLst/>
              <a:ahLst/>
              <a:cxnLst/>
              <a:rect l="l" t="t" r="r" b="b"/>
              <a:pathLst>
                <a:path w="108" h="147" extrusionOk="0">
                  <a:moveTo>
                    <a:pt x="0" y="1"/>
                  </a:moveTo>
                  <a:cubicBezTo>
                    <a:pt x="0" y="28"/>
                    <a:pt x="0" y="40"/>
                    <a:pt x="14" y="54"/>
                  </a:cubicBezTo>
                  <a:lnTo>
                    <a:pt x="14" y="14"/>
                  </a:lnTo>
                  <a:lnTo>
                    <a:pt x="0" y="1"/>
                  </a:lnTo>
                  <a:close/>
                  <a:moveTo>
                    <a:pt x="14" y="54"/>
                  </a:moveTo>
                  <a:lnTo>
                    <a:pt x="107" y="147"/>
                  </a:lnTo>
                  <a:lnTo>
                    <a:pt x="107" y="147"/>
                  </a:lnTo>
                  <a:cubicBezTo>
                    <a:pt x="54" y="81"/>
                    <a:pt x="14" y="54"/>
                    <a:pt x="14" y="54"/>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0451;p114">
              <a:extLst>
                <a:ext uri="{FF2B5EF4-FFF2-40B4-BE49-F238E27FC236}">
                  <a16:creationId xmlns:a16="http://schemas.microsoft.com/office/drawing/2014/main" id="{FE43BF8E-C6D1-3A5F-3C5F-0CE468DECAD2}"/>
                </a:ext>
              </a:extLst>
            </p:cNvPr>
            <p:cNvSpPr/>
            <p:nvPr/>
          </p:nvSpPr>
          <p:spPr>
            <a:xfrm>
              <a:off x="5806675" y="2771575"/>
              <a:ext cx="2350" cy="3350"/>
            </a:xfrm>
            <a:custGeom>
              <a:avLst/>
              <a:gdLst/>
              <a:ahLst/>
              <a:cxnLst/>
              <a:rect l="l" t="t" r="r" b="b"/>
              <a:pathLst>
                <a:path w="94" h="134" extrusionOk="0">
                  <a:moveTo>
                    <a:pt x="0" y="1"/>
                  </a:moveTo>
                  <a:lnTo>
                    <a:pt x="0" y="41"/>
                  </a:lnTo>
                  <a:cubicBezTo>
                    <a:pt x="0" y="41"/>
                    <a:pt x="40" y="68"/>
                    <a:pt x="93" y="134"/>
                  </a:cubicBezTo>
                  <a:cubicBezTo>
                    <a:pt x="54" y="81"/>
                    <a:pt x="27" y="41"/>
                    <a:pt x="0" y="1"/>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0452;p114">
              <a:extLst>
                <a:ext uri="{FF2B5EF4-FFF2-40B4-BE49-F238E27FC236}">
                  <a16:creationId xmlns:a16="http://schemas.microsoft.com/office/drawing/2014/main" id="{74472F83-42F3-55CE-97B7-A4AEBB70AB4C}"/>
                </a:ext>
              </a:extLst>
            </p:cNvPr>
            <p:cNvSpPr/>
            <p:nvPr/>
          </p:nvSpPr>
          <p:spPr>
            <a:xfrm>
              <a:off x="5828325" y="2791925"/>
              <a:ext cx="19050" cy="13375"/>
            </a:xfrm>
            <a:custGeom>
              <a:avLst/>
              <a:gdLst/>
              <a:ahLst/>
              <a:cxnLst/>
              <a:rect l="l" t="t" r="r" b="b"/>
              <a:pathLst>
                <a:path w="762" h="535" extrusionOk="0">
                  <a:moveTo>
                    <a:pt x="1" y="1"/>
                  </a:moveTo>
                  <a:cubicBezTo>
                    <a:pt x="148" y="134"/>
                    <a:pt x="241" y="214"/>
                    <a:pt x="241" y="214"/>
                  </a:cubicBezTo>
                  <a:cubicBezTo>
                    <a:pt x="241" y="214"/>
                    <a:pt x="454" y="387"/>
                    <a:pt x="761" y="534"/>
                  </a:cubicBezTo>
                  <a:cubicBezTo>
                    <a:pt x="521" y="401"/>
                    <a:pt x="254" y="200"/>
                    <a:pt x="1" y="1"/>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0453;p114">
              <a:extLst>
                <a:ext uri="{FF2B5EF4-FFF2-40B4-BE49-F238E27FC236}">
                  <a16:creationId xmlns:a16="http://schemas.microsoft.com/office/drawing/2014/main" id="{7BBD669E-E546-FD62-1C30-D79579005C05}"/>
                </a:ext>
              </a:extLst>
            </p:cNvPr>
            <p:cNvSpPr/>
            <p:nvPr/>
          </p:nvSpPr>
          <p:spPr>
            <a:xfrm>
              <a:off x="5828000" y="2791925"/>
              <a:ext cx="31700" cy="17375"/>
            </a:xfrm>
            <a:custGeom>
              <a:avLst/>
              <a:gdLst/>
              <a:ahLst/>
              <a:cxnLst/>
              <a:rect l="l" t="t" r="r" b="b"/>
              <a:pathLst>
                <a:path w="1268" h="695" extrusionOk="0">
                  <a:moveTo>
                    <a:pt x="1" y="1"/>
                  </a:moveTo>
                  <a:cubicBezTo>
                    <a:pt x="29" y="20"/>
                    <a:pt x="58" y="39"/>
                    <a:pt x="87" y="58"/>
                  </a:cubicBezTo>
                  <a:lnTo>
                    <a:pt x="87" y="58"/>
                  </a:lnTo>
                  <a:cubicBezTo>
                    <a:pt x="63" y="39"/>
                    <a:pt x="38" y="20"/>
                    <a:pt x="14" y="1"/>
                  </a:cubicBezTo>
                  <a:close/>
                  <a:moveTo>
                    <a:pt x="87" y="58"/>
                  </a:moveTo>
                  <a:cubicBezTo>
                    <a:pt x="319" y="238"/>
                    <a:pt x="557" y="414"/>
                    <a:pt x="774" y="534"/>
                  </a:cubicBezTo>
                  <a:cubicBezTo>
                    <a:pt x="920" y="600"/>
                    <a:pt x="1080" y="654"/>
                    <a:pt x="1267" y="694"/>
                  </a:cubicBezTo>
                  <a:cubicBezTo>
                    <a:pt x="967" y="581"/>
                    <a:pt x="516" y="340"/>
                    <a:pt x="87" y="58"/>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0454;p114">
              <a:extLst>
                <a:ext uri="{FF2B5EF4-FFF2-40B4-BE49-F238E27FC236}">
                  <a16:creationId xmlns:a16="http://schemas.microsoft.com/office/drawing/2014/main" id="{2ED5BAB9-EF27-B072-827F-A7C63D3F37B7}"/>
                </a:ext>
              </a:extLst>
            </p:cNvPr>
            <p:cNvSpPr/>
            <p:nvPr/>
          </p:nvSpPr>
          <p:spPr>
            <a:xfrm>
              <a:off x="5872025" y="2537875"/>
              <a:ext cx="1000" cy="350"/>
            </a:xfrm>
            <a:custGeom>
              <a:avLst/>
              <a:gdLst/>
              <a:ahLst/>
              <a:cxnLst/>
              <a:rect l="l" t="t" r="r" b="b"/>
              <a:pathLst>
                <a:path w="40" h="14" extrusionOk="0">
                  <a:moveTo>
                    <a:pt x="40" y="1"/>
                  </a:moveTo>
                  <a:cubicBezTo>
                    <a:pt x="27" y="1"/>
                    <a:pt x="13" y="13"/>
                    <a:pt x="0" y="13"/>
                  </a:cubicBezTo>
                  <a:cubicBezTo>
                    <a:pt x="13" y="13"/>
                    <a:pt x="27" y="1"/>
                    <a:pt x="40" y="1"/>
                  </a:cubicBezTo>
                  <a:close/>
                </a:path>
              </a:pathLst>
            </a:custGeom>
            <a:solidFill>
              <a:srgbClr val="A3A4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0455;p114">
              <a:extLst>
                <a:ext uri="{FF2B5EF4-FFF2-40B4-BE49-F238E27FC236}">
                  <a16:creationId xmlns:a16="http://schemas.microsoft.com/office/drawing/2014/main" id="{EE08D94B-71D4-E167-A024-3801B72C3607}"/>
                </a:ext>
              </a:extLst>
            </p:cNvPr>
            <p:cNvSpPr/>
            <p:nvPr/>
          </p:nvSpPr>
          <p:spPr>
            <a:xfrm>
              <a:off x="5870675" y="2509200"/>
              <a:ext cx="124375" cy="74700"/>
            </a:xfrm>
            <a:custGeom>
              <a:avLst/>
              <a:gdLst/>
              <a:ahLst/>
              <a:cxnLst/>
              <a:rect l="l" t="t" r="r" b="b"/>
              <a:pathLst>
                <a:path w="4975" h="2988" extrusionOk="0">
                  <a:moveTo>
                    <a:pt x="94" y="1148"/>
                  </a:moveTo>
                  <a:cubicBezTo>
                    <a:pt x="81" y="1148"/>
                    <a:pt x="67" y="1160"/>
                    <a:pt x="54" y="1160"/>
                  </a:cubicBezTo>
                  <a:cubicBezTo>
                    <a:pt x="40" y="1174"/>
                    <a:pt x="27" y="1187"/>
                    <a:pt x="1" y="1201"/>
                  </a:cubicBezTo>
                  <a:cubicBezTo>
                    <a:pt x="27" y="1187"/>
                    <a:pt x="67" y="1174"/>
                    <a:pt x="94" y="1160"/>
                  </a:cubicBezTo>
                  <a:lnTo>
                    <a:pt x="94" y="1148"/>
                  </a:lnTo>
                  <a:close/>
                  <a:moveTo>
                    <a:pt x="3362" y="1"/>
                  </a:moveTo>
                  <a:cubicBezTo>
                    <a:pt x="1934" y="454"/>
                    <a:pt x="454" y="1041"/>
                    <a:pt x="200" y="1134"/>
                  </a:cubicBezTo>
                  <a:lnTo>
                    <a:pt x="321" y="2988"/>
                  </a:lnTo>
                  <a:cubicBezTo>
                    <a:pt x="467" y="2814"/>
                    <a:pt x="668" y="2761"/>
                    <a:pt x="867" y="2654"/>
                  </a:cubicBezTo>
                  <a:cubicBezTo>
                    <a:pt x="1121" y="2534"/>
                    <a:pt x="1361" y="2387"/>
                    <a:pt x="1601" y="2254"/>
                  </a:cubicBezTo>
                  <a:cubicBezTo>
                    <a:pt x="1747" y="2174"/>
                    <a:pt x="3001" y="1400"/>
                    <a:pt x="3161" y="1400"/>
                  </a:cubicBezTo>
                  <a:cubicBezTo>
                    <a:pt x="3175" y="1400"/>
                    <a:pt x="3175" y="1400"/>
                    <a:pt x="3175" y="1414"/>
                  </a:cubicBezTo>
                  <a:cubicBezTo>
                    <a:pt x="3588" y="1761"/>
                    <a:pt x="4108" y="1948"/>
                    <a:pt x="4642" y="1948"/>
                  </a:cubicBezTo>
                  <a:lnTo>
                    <a:pt x="4668" y="1948"/>
                  </a:lnTo>
                  <a:cubicBezTo>
                    <a:pt x="4775" y="1948"/>
                    <a:pt x="4895" y="1934"/>
                    <a:pt x="4975" y="1880"/>
                  </a:cubicBezTo>
                  <a:cubicBezTo>
                    <a:pt x="4761" y="1788"/>
                    <a:pt x="4242" y="1281"/>
                    <a:pt x="3788" y="654"/>
                  </a:cubicBezTo>
                  <a:cubicBezTo>
                    <a:pt x="3481" y="241"/>
                    <a:pt x="3388" y="67"/>
                    <a:pt x="3362" y="1"/>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0456;p114">
              <a:extLst>
                <a:ext uri="{FF2B5EF4-FFF2-40B4-BE49-F238E27FC236}">
                  <a16:creationId xmlns:a16="http://schemas.microsoft.com/office/drawing/2014/main" id="{B1AA3CB5-2FA5-05E0-9E75-06CE901DC87A}"/>
                </a:ext>
              </a:extLst>
            </p:cNvPr>
            <p:cNvSpPr/>
            <p:nvPr/>
          </p:nvSpPr>
          <p:spPr>
            <a:xfrm>
              <a:off x="5837000" y="2573875"/>
              <a:ext cx="6700" cy="21700"/>
            </a:xfrm>
            <a:custGeom>
              <a:avLst/>
              <a:gdLst/>
              <a:ahLst/>
              <a:cxnLst/>
              <a:rect l="l" t="t" r="r" b="b"/>
              <a:pathLst>
                <a:path w="268" h="868" extrusionOk="0">
                  <a:moveTo>
                    <a:pt x="267" y="1"/>
                  </a:moveTo>
                  <a:lnTo>
                    <a:pt x="267" y="1"/>
                  </a:lnTo>
                  <a:cubicBezTo>
                    <a:pt x="148" y="307"/>
                    <a:pt x="54" y="600"/>
                    <a:pt x="0" y="867"/>
                  </a:cubicBezTo>
                  <a:lnTo>
                    <a:pt x="68" y="867"/>
                  </a:lnTo>
                  <a:cubicBezTo>
                    <a:pt x="94" y="734"/>
                    <a:pt x="148" y="520"/>
                    <a:pt x="214" y="268"/>
                  </a:cubicBezTo>
                  <a:cubicBezTo>
                    <a:pt x="240" y="161"/>
                    <a:pt x="254" y="81"/>
                    <a:pt x="267" y="1"/>
                  </a:cubicBezTo>
                  <a:close/>
                </a:path>
              </a:pathLst>
            </a:custGeom>
            <a:solidFill>
              <a:srgbClr val="A3A4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0457;p114">
              <a:extLst>
                <a:ext uri="{FF2B5EF4-FFF2-40B4-BE49-F238E27FC236}">
                  <a16:creationId xmlns:a16="http://schemas.microsoft.com/office/drawing/2014/main" id="{F57848CB-B365-88B2-30DE-EB3EC2809D38}"/>
                </a:ext>
              </a:extLst>
            </p:cNvPr>
            <p:cNvSpPr/>
            <p:nvPr/>
          </p:nvSpPr>
          <p:spPr>
            <a:xfrm>
              <a:off x="5833350" y="2598550"/>
              <a:ext cx="5000" cy="24700"/>
            </a:xfrm>
            <a:custGeom>
              <a:avLst/>
              <a:gdLst/>
              <a:ahLst/>
              <a:cxnLst/>
              <a:rect l="l" t="t" r="r" b="b"/>
              <a:pathLst>
                <a:path w="200" h="988" extrusionOk="0">
                  <a:moveTo>
                    <a:pt x="120" y="1"/>
                  </a:moveTo>
                  <a:cubicBezTo>
                    <a:pt x="13" y="507"/>
                    <a:pt x="0" y="894"/>
                    <a:pt x="0" y="988"/>
                  </a:cubicBezTo>
                  <a:cubicBezTo>
                    <a:pt x="66" y="680"/>
                    <a:pt x="120" y="387"/>
                    <a:pt x="187" y="134"/>
                  </a:cubicBezTo>
                  <a:lnTo>
                    <a:pt x="187" y="81"/>
                  </a:lnTo>
                  <a:cubicBezTo>
                    <a:pt x="187" y="81"/>
                    <a:pt x="200" y="54"/>
                    <a:pt x="200" y="1"/>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0458;p114">
              <a:extLst>
                <a:ext uri="{FF2B5EF4-FFF2-40B4-BE49-F238E27FC236}">
                  <a16:creationId xmlns:a16="http://schemas.microsoft.com/office/drawing/2014/main" id="{3C2CC43D-FA6E-4A0E-4C63-4DEFAE4739B3}"/>
                </a:ext>
              </a:extLst>
            </p:cNvPr>
            <p:cNvSpPr/>
            <p:nvPr/>
          </p:nvSpPr>
          <p:spPr>
            <a:xfrm>
              <a:off x="5836325" y="2595550"/>
              <a:ext cx="2375" cy="3025"/>
            </a:xfrm>
            <a:custGeom>
              <a:avLst/>
              <a:gdLst/>
              <a:ahLst/>
              <a:cxnLst/>
              <a:rect l="l" t="t" r="r" b="b"/>
              <a:pathLst>
                <a:path w="95" h="121" extrusionOk="0">
                  <a:moveTo>
                    <a:pt x="27" y="0"/>
                  </a:moveTo>
                  <a:cubicBezTo>
                    <a:pt x="15" y="41"/>
                    <a:pt x="1" y="80"/>
                    <a:pt x="1" y="121"/>
                  </a:cubicBezTo>
                  <a:lnTo>
                    <a:pt x="81" y="121"/>
                  </a:lnTo>
                  <a:cubicBezTo>
                    <a:pt x="81" y="80"/>
                    <a:pt x="95" y="53"/>
                    <a:pt x="95" y="0"/>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0459;p114">
              <a:extLst>
                <a:ext uri="{FF2B5EF4-FFF2-40B4-BE49-F238E27FC236}">
                  <a16:creationId xmlns:a16="http://schemas.microsoft.com/office/drawing/2014/main" id="{FDE41B69-745E-614D-6161-25C92ADC70DB}"/>
                </a:ext>
              </a:extLst>
            </p:cNvPr>
            <p:cNvSpPr/>
            <p:nvPr/>
          </p:nvSpPr>
          <p:spPr>
            <a:xfrm>
              <a:off x="5838000" y="2580550"/>
              <a:ext cx="4350" cy="21375"/>
            </a:xfrm>
            <a:custGeom>
              <a:avLst/>
              <a:gdLst/>
              <a:ahLst/>
              <a:cxnLst/>
              <a:rect l="l" t="t" r="r" b="b"/>
              <a:pathLst>
                <a:path w="174" h="855" extrusionOk="0">
                  <a:moveTo>
                    <a:pt x="174" y="1"/>
                  </a:moveTo>
                  <a:lnTo>
                    <a:pt x="174" y="1"/>
                  </a:lnTo>
                  <a:cubicBezTo>
                    <a:pt x="108" y="253"/>
                    <a:pt x="54" y="467"/>
                    <a:pt x="28" y="600"/>
                  </a:cubicBezTo>
                  <a:cubicBezTo>
                    <a:pt x="28" y="653"/>
                    <a:pt x="14" y="680"/>
                    <a:pt x="14" y="721"/>
                  </a:cubicBezTo>
                  <a:cubicBezTo>
                    <a:pt x="14" y="774"/>
                    <a:pt x="1" y="801"/>
                    <a:pt x="1" y="801"/>
                  </a:cubicBezTo>
                  <a:lnTo>
                    <a:pt x="1" y="854"/>
                  </a:lnTo>
                  <a:cubicBezTo>
                    <a:pt x="67" y="507"/>
                    <a:pt x="134" y="227"/>
                    <a:pt x="174" y="1"/>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10460;p114">
              <a:extLst>
                <a:ext uri="{FF2B5EF4-FFF2-40B4-BE49-F238E27FC236}">
                  <a16:creationId xmlns:a16="http://schemas.microsoft.com/office/drawing/2014/main" id="{71123957-437A-E026-CFC0-1655CCF4D136}"/>
                </a:ext>
              </a:extLst>
            </p:cNvPr>
            <p:cNvSpPr/>
            <p:nvPr/>
          </p:nvSpPr>
          <p:spPr>
            <a:xfrm>
              <a:off x="5805325" y="2761925"/>
              <a:ext cx="1700" cy="9350"/>
            </a:xfrm>
            <a:custGeom>
              <a:avLst/>
              <a:gdLst/>
              <a:ahLst/>
              <a:cxnLst/>
              <a:rect l="l" t="t" r="r" b="b"/>
              <a:pathLst>
                <a:path w="68" h="374" extrusionOk="0">
                  <a:moveTo>
                    <a:pt x="67" y="0"/>
                  </a:moveTo>
                  <a:lnTo>
                    <a:pt x="67" y="0"/>
                  </a:lnTo>
                  <a:cubicBezTo>
                    <a:pt x="65" y="8"/>
                    <a:pt x="64" y="15"/>
                    <a:pt x="62" y="22"/>
                  </a:cubicBezTo>
                  <a:lnTo>
                    <a:pt x="62" y="22"/>
                  </a:lnTo>
                  <a:lnTo>
                    <a:pt x="67" y="0"/>
                  </a:lnTo>
                  <a:close/>
                  <a:moveTo>
                    <a:pt x="62" y="22"/>
                  </a:moveTo>
                  <a:lnTo>
                    <a:pt x="1" y="307"/>
                  </a:lnTo>
                  <a:cubicBezTo>
                    <a:pt x="14" y="333"/>
                    <a:pt x="28" y="347"/>
                    <a:pt x="40" y="374"/>
                  </a:cubicBezTo>
                  <a:cubicBezTo>
                    <a:pt x="40" y="320"/>
                    <a:pt x="40" y="240"/>
                    <a:pt x="54" y="134"/>
                  </a:cubicBezTo>
                  <a:cubicBezTo>
                    <a:pt x="54" y="99"/>
                    <a:pt x="54" y="65"/>
                    <a:pt x="62" y="22"/>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0461;p114">
              <a:extLst>
                <a:ext uri="{FF2B5EF4-FFF2-40B4-BE49-F238E27FC236}">
                  <a16:creationId xmlns:a16="http://schemas.microsoft.com/office/drawing/2014/main" id="{952060DF-9FDE-D688-A85E-EF399C804D05}"/>
                </a:ext>
              </a:extLst>
            </p:cNvPr>
            <p:cNvSpPr/>
            <p:nvPr/>
          </p:nvSpPr>
          <p:spPr>
            <a:xfrm>
              <a:off x="5806675" y="2761250"/>
              <a:ext cx="350" cy="4025"/>
            </a:xfrm>
            <a:custGeom>
              <a:avLst/>
              <a:gdLst/>
              <a:ahLst/>
              <a:cxnLst/>
              <a:rect l="l" t="t" r="r" b="b"/>
              <a:pathLst>
                <a:path w="14" h="161" extrusionOk="0">
                  <a:moveTo>
                    <a:pt x="13" y="1"/>
                  </a:moveTo>
                  <a:cubicBezTo>
                    <a:pt x="13" y="11"/>
                    <a:pt x="13" y="22"/>
                    <a:pt x="12" y="33"/>
                  </a:cubicBezTo>
                  <a:lnTo>
                    <a:pt x="12" y="33"/>
                  </a:lnTo>
                  <a:cubicBezTo>
                    <a:pt x="12" y="31"/>
                    <a:pt x="13" y="29"/>
                    <a:pt x="13" y="27"/>
                  </a:cubicBezTo>
                  <a:lnTo>
                    <a:pt x="13" y="1"/>
                  </a:lnTo>
                  <a:close/>
                  <a:moveTo>
                    <a:pt x="12" y="33"/>
                  </a:moveTo>
                  <a:lnTo>
                    <a:pt x="12" y="33"/>
                  </a:lnTo>
                  <a:cubicBezTo>
                    <a:pt x="0" y="83"/>
                    <a:pt x="0" y="122"/>
                    <a:pt x="0" y="161"/>
                  </a:cubicBezTo>
                  <a:cubicBezTo>
                    <a:pt x="0" y="128"/>
                    <a:pt x="9" y="79"/>
                    <a:pt x="12" y="33"/>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10462;p114">
              <a:extLst>
                <a:ext uri="{FF2B5EF4-FFF2-40B4-BE49-F238E27FC236}">
                  <a16:creationId xmlns:a16="http://schemas.microsoft.com/office/drawing/2014/main" id="{9DDE063D-E14A-EAE9-E75D-9CBAAA425BB4}"/>
                </a:ext>
              </a:extLst>
            </p:cNvPr>
            <p:cNvSpPr/>
            <p:nvPr/>
          </p:nvSpPr>
          <p:spPr>
            <a:xfrm>
              <a:off x="5809325" y="2775250"/>
              <a:ext cx="18700" cy="16350"/>
            </a:xfrm>
            <a:custGeom>
              <a:avLst/>
              <a:gdLst/>
              <a:ahLst/>
              <a:cxnLst/>
              <a:rect l="l" t="t" r="r" b="b"/>
              <a:pathLst>
                <a:path w="748" h="654" extrusionOk="0">
                  <a:moveTo>
                    <a:pt x="1" y="1"/>
                  </a:moveTo>
                  <a:cubicBezTo>
                    <a:pt x="188" y="227"/>
                    <a:pt x="454" y="454"/>
                    <a:pt x="748" y="654"/>
                  </a:cubicBezTo>
                  <a:cubicBezTo>
                    <a:pt x="467" y="440"/>
                    <a:pt x="227" y="214"/>
                    <a:pt x="67" y="67"/>
                  </a:cubicBezTo>
                  <a:cubicBezTo>
                    <a:pt x="40" y="40"/>
                    <a:pt x="28" y="14"/>
                    <a:pt x="1" y="1"/>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10463;p114">
              <a:extLst>
                <a:ext uri="{FF2B5EF4-FFF2-40B4-BE49-F238E27FC236}">
                  <a16:creationId xmlns:a16="http://schemas.microsoft.com/office/drawing/2014/main" id="{9CD9C7D0-5CAB-DD3C-0E0D-AD994E8404F2}"/>
                </a:ext>
              </a:extLst>
            </p:cNvPr>
            <p:cNvSpPr/>
            <p:nvPr/>
          </p:nvSpPr>
          <p:spPr>
            <a:xfrm>
              <a:off x="5811000" y="2776925"/>
              <a:ext cx="17025" cy="15025"/>
            </a:xfrm>
            <a:custGeom>
              <a:avLst/>
              <a:gdLst/>
              <a:ahLst/>
              <a:cxnLst/>
              <a:rect l="l" t="t" r="r" b="b"/>
              <a:pathLst>
                <a:path w="681" h="601" extrusionOk="0">
                  <a:moveTo>
                    <a:pt x="0" y="0"/>
                  </a:moveTo>
                  <a:cubicBezTo>
                    <a:pt x="141" y="129"/>
                    <a:pt x="343" y="320"/>
                    <a:pt x="581" y="509"/>
                  </a:cubicBezTo>
                  <a:lnTo>
                    <a:pt x="581" y="509"/>
                  </a:lnTo>
                  <a:cubicBezTo>
                    <a:pt x="394" y="340"/>
                    <a:pt x="169" y="146"/>
                    <a:pt x="0" y="0"/>
                  </a:cubicBezTo>
                  <a:close/>
                  <a:moveTo>
                    <a:pt x="581" y="509"/>
                  </a:moveTo>
                  <a:lnTo>
                    <a:pt x="581" y="509"/>
                  </a:lnTo>
                  <a:cubicBezTo>
                    <a:pt x="615" y="540"/>
                    <a:pt x="649" y="571"/>
                    <a:pt x="681" y="601"/>
                  </a:cubicBezTo>
                  <a:lnTo>
                    <a:pt x="681" y="587"/>
                  </a:lnTo>
                  <a:cubicBezTo>
                    <a:pt x="647" y="561"/>
                    <a:pt x="613" y="535"/>
                    <a:pt x="581" y="509"/>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10464;p114">
              <a:extLst>
                <a:ext uri="{FF2B5EF4-FFF2-40B4-BE49-F238E27FC236}">
                  <a16:creationId xmlns:a16="http://schemas.microsoft.com/office/drawing/2014/main" id="{BBC1E862-4A87-84AA-49FB-AA085CE03A84}"/>
                </a:ext>
              </a:extLst>
            </p:cNvPr>
            <p:cNvSpPr/>
            <p:nvPr/>
          </p:nvSpPr>
          <p:spPr>
            <a:xfrm>
              <a:off x="5878675" y="2808600"/>
              <a:ext cx="350" cy="25"/>
            </a:xfrm>
            <a:custGeom>
              <a:avLst/>
              <a:gdLst/>
              <a:ahLst/>
              <a:cxnLst/>
              <a:rect l="l" t="t" r="r" b="b"/>
              <a:pathLst>
                <a:path w="14" h="1" extrusionOk="0">
                  <a:moveTo>
                    <a:pt x="14" y="0"/>
                  </a:moveTo>
                  <a:lnTo>
                    <a:pt x="1" y="0"/>
                  </a:lnTo>
                  <a:lnTo>
                    <a:pt x="14" y="0"/>
                  </a:ln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10465;p114">
              <a:extLst>
                <a:ext uri="{FF2B5EF4-FFF2-40B4-BE49-F238E27FC236}">
                  <a16:creationId xmlns:a16="http://schemas.microsoft.com/office/drawing/2014/main" id="{2C598910-B7FE-B659-6188-83A2B87175A0}"/>
                </a:ext>
              </a:extLst>
            </p:cNvPr>
            <p:cNvSpPr/>
            <p:nvPr/>
          </p:nvSpPr>
          <p:spPr>
            <a:xfrm>
              <a:off x="5861675" y="2808600"/>
              <a:ext cx="17350" cy="2350"/>
            </a:xfrm>
            <a:custGeom>
              <a:avLst/>
              <a:gdLst/>
              <a:ahLst/>
              <a:cxnLst/>
              <a:rect l="l" t="t" r="r" b="b"/>
              <a:pathLst>
                <a:path w="694" h="94" extrusionOk="0">
                  <a:moveTo>
                    <a:pt x="681" y="0"/>
                  </a:moveTo>
                  <a:cubicBezTo>
                    <a:pt x="534" y="40"/>
                    <a:pt x="387" y="54"/>
                    <a:pt x="254" y="54"/>
                  </a:cubicBezTo>
                  <a:lnTo>
                    <a:pt x="0" y="54"/>
                  </a:lnTo>
                  <a:cubicBezTo>
                    <a:pt x="80" y="81"/>
                    <a:pt x="174" y="93"/>
                    <a:pt x="267" y="93"/>
                  </a:cubicBezTo>
                  <a:cubicBezTo>
                    <a:pt x="414" y="93"/>
                    <a:pt x="560" y="67"/>
                    <a:pt x="694" y="27"/>
                  </a:cubicBezTo>
                  <a:lnTo>
                    <a:pt x="694" y="0"/>
                  </a:ln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10466;p114">
              <a:extLst>
                <a:ext uri="{FF2B5EF4-FFF2-40B4-BE49-F238E27FC236}">
                  <a16:creationId xmlns:a16="http://schemas.microsoft.com/office/drawing/2014/main" id="{363A2E17-421B-7974-BD25-378308A197B8}"/>
                </a:ext>
              </a:extLst>
            </p:cNvPr>
            <p:cNvSpPr/>
            <p:nvPr/>
          </p:nvSpPr>
          <p:spPr>
            <a:xfrm>
              <a:off x="5859675" y="2809275"/>
              <a:ext cx="4025" cy="675"/>
            </a:xfrm>
            <a:custGeom>
              <a:avLst/>
              <a:gdLst/>
              <a:ahLst/>
              <a:cxnLst/>
              <a:rect l="l" t="t" r="r" b="b"/>
              <a:pathLst>
                <a:path w="161" h="27" extrusionOk="0">
                  <a:moveTo>
                    <a:pt x="0" y="0"/>
                  </a:moveTo>
                  <a:cubicBezTo>
                    <a:pt x="27" y="13"/>
                    <a:pt x="54" y="13"/>
                    <a:pt x="80" y="27"/>
                  </a:cubicBezTo>
                  <a:lnTo>
                    <a:pt x="160" y="27"/>
                  </a:lnTo>
                  <a:cubicBezTo>
                    <a:pt x="107" y="13"/>
                    <a:pt x="54" y="13"/>
                    <a:pt x="0" y="0"/>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10467;p114">
              <a:extLst>
                <a:ext uri="{FF2B5EF4-FFF2-40B4-BE49-F238E27FC236}">
                  <a16:creationId xmlns:a16="http://schemas.microsoft.com/office/drawing/2014/main" id="{B365BC19-E738-9C08-914A-276BA7197952}"/>
                </a:ext>
              </a:extLst>
            </p:cNvPr>
            <p:cNvSpPr/>
            <p:nvPr/>
          </p:nvSpPr>
          <p:spPr>
            <a:xfrm>
              <a:off x="5842325" y="2559525"/>
              <a:ext cx="9375" cy="21050"/>
            </a:xfrm>
            <a:custGeom>
              <a:avLst/>
              <a:gdLst/>
              <a:ahLst/>
              <a:cxnLst/>
              <a:rect l="l" t="t" r="r" b="b"/>
              <a:pathLst>
                <a:path w="375" h="842" extrusionOk="0">
                  <a:moveTo>
                    <a:pt x="374" y="1"/>
                  </a:moveTo>
                  <a:cubicBezTo>
                    <a:pt x="241" y="188"/>
                    <a:pt x="148" y="388"/>
                    <a:pt x="54" y="575"/>
                  </a:cubicBezTo>
                  <a:cubicBezTo>
                    <a:pt x="41" y="655"/>
                    <a:pt x="27" y="735"/>
                    <a:pt x="1" y="842"/>
                  </a:cubicBezTo>
                  <a:cubicBezTo>
                    <a:pt x="81" y="575"/>
                    <a:pt x="201" y="281"/>
                    <a:pt x="374" y="1"/>
                  </a:cubicBezTo>
                  <a:close/>
                </a:path>
              </a:pathLst>
            </a:custGeom>
            <a:solidFill>
              <a:srgbClr val="727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10468;p114">
              <a:extLst>
                <a:ext uri="{FF2B5EF4-FFF2-40B4-BE49-F238E27FC236}">
                  <a16:creationId xmlns:a16="http://schemas.microsoft.com/office/drawing/2014/main" id="{CE57432E-8F09-1751-6911-6DBFBBC51363}"/>
                </a:ext>
              </a:extLst>
            </p:cNvPr>
            <p:cNvSpPr/>
            <p:nvPr/>
          </p:nvSpPr>
          <p:spPr>
            <a:xfrm>
              <a:off x="5806325" y="2601900"/>
              <a:ext cx="72700" cy="206725"/>
            </a:xfrm>
            <a:custGeom>
              <a:avLst/>
              <a:gdLst/>
              <a:ahLst/>
              <a:cxnLst/>
              <a:rect l="l" t="t" r="r" b="b"/>
              <a:pathLst>
                <a:path w="2908" h="8269" extrusionOk="0">
                  <a:moveTo>
                    <a:pt x="1268" y="0"/>
                  </a:moveTo>
                  <a:cubicBezTo>
                    <a:pt x="1201" y="253"/>
                    <a:pt x="1147" y="546"/>
                    <a:pt x="1081" y="854"/>
                  </a:cubicBezTo>
                  <a:lnTo>
                    <a:pt x="1081" y="866"/>
                  </a:lnTo>
                  <a:lnTo>
                    <a:pt x="628" y="3214"/>
                  </a:lnTo>
                  <a:cubicBezTo>
                    <a:pt x="907" y="1773"/>
                    <a:pt x="1201" y="293"/>
                    <a:pt x="1268" y="0"/>
                  </a:cubicBezTo>
                  <a:close/>
                  <a:moveTo>
                    <a:pt x="14" y="6535"/>
                  </a:moveTo>
                  <a:lnTo>
                    <a:pt x="14" y="6535"/>
                  </a:lnTo>
                  <a:cubicBezTo>
                    <a:pt x="0" y="6641"/>
                    <a:pt x="0" y="6721"/>
                    <a:pt x="0" y="6775"/>
                  </a:cubicBezTo>
                  <a:lnTo>
                    <a:pt x="14" y="6788"/>
                  </a:lnTo>
                  <a:cubicBezTo>
                    <a:pt x="0" y="6748"/>
                    <a:pt x="0" y="6668"/>
                    <a:pt x="14" y="6535"/>
                  </a:cubicBezTo>
                  <a:close/>
                  <a:moveTo>
                    <a:pt x="107" y="6921"/>
                  </a:moveTo>
                  <a:lnTo>
                    <a:pt x="121" y="6935"/>
                  </a:lnTo>
                  <a:cubicBezTo>
                    <a:pt x="148" y="6948"/>
                    <a:pt x="160" y="6974"/>
                    <a:pt x="187" y="7001"/>
                  </a:cubicBezTo>
                  <a:cubicBezTo>
                    <a:pt x="160" y="6962"/>
                    <a:pt x="134" y="6935"/>
                    <a:pt x="107" y="6921"/>
                  </a:cubicBezTo>
                  <a:close/>
                  <a:moveTo>
                    <a:pt x="2908" y="8228"/>
                  </a:moveTo>
                  <a:cubicBezTo>
                    <a:pt x="2854" y="8242"/>
                    <a:pt x="2788" y="8255"/>
                    <a:pt x="2721" y="8268"/>
                  </a:cubicBezTo>
                  <a:lnTo>
                    <a:pt x="2908" y="8268"/>
                  </a:lnTo>
                  <a:lnTo>
                    <a:pt x="2908" y="8228"/>
                  </a:lnTo>
                  <a:close/>
                </a:path>
              </a:pathLst>
            </a:custGeom>
            <a:solidFill>
              <a:srgbClr val="0D5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10469;p114">
              <a:extLst>
                <a:ext uri="{FF2B5EF4-FFF2-40B4-BE49-F238E27FC236}">
                  <a16:creationId xmlns:a16="http://schemas.microsoft.com/office/drawing/2014/main" id="{36035C39-8F9A-2F28-A051-AC5243083937}"/>
                </a:ext>
              </a:extLst>
            </p:cNvPr>
            <p:cNvSpPr/>
            <p:nvPr/>
          </p:nvSpPr>
          <p:spPr>
            <a:xfrm>
              <a:off x="5863675" y="2808600"/>
              <a:ext cx="15025" cy="1350"/>
            </a:xfrm>
            <a:custGeom>
              <a:avLst/>
              <a:gdLst/>
              <a:ahLst/>
              <a:cxnLst/>
              <a:rect l="l" t="t" r="r" b="b"/>
              <a:pathLst>
                <a:path w="601" h="54" extrusionOk="0">
                  <a:moveTo>
                    <a:pt x="427" y="0"/>
                  </a:moveTo>
                  <a:cubicBezTo>
                    <a:pt x="294" y="27"/>
                    <a:pt x="147" y="40"/>
                    <a:pt x="0" y="54"/>
                  </a:cubicBezTo>
                  <a:lnTo>
                    <a:pt x="174" y="54"/>
                  </a:lnTo>
                  <a:cubicBezTo>
                    <a:pt x="307" y="54"/>
                    <a:pt x="454" y="40"/>
                    <a:pt x="601" y="0"/>
                  </a:cubicBezTo>
                  <a:close/>
                </a:path>
              </a:pathLst>
            </a:custGeom>
            <a:solidFill>
              <a:srgbClr val="1318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10470;p114">
              <a:extLst>
                <a:ext uri="{FF2B5EF4-FFF2-40B4-BE49-F238E27FC236}">
                  <a16:creationId xmlns:a16="http://schemas.microsoft.com/office/drawing/2014/main" id="{2F42CE72-D523-FCFD-F4A6-CF4F1A2DC25A}"/>
                </a:ext>
              </a:extLst>
            </p:cNvPr>
            <p:cNvSpPr/>
            <p:nvPr/>
          </p:nvSpPr>
          <p:spPr>
            <a:xfrm>
              <a:off x="5806325" y="2538200"/>
              <a:ext cx="72700" cy="271750"/>
            </a:xfrm>
            <a:custGeom>
              <a:avLst/>
              <a:gdLst/>
              <a:ahLst/>
              <a:cxnLst/>
              <a:rect l="l" t="t" r="r" b="b"/>
              <a:pathLst>
                <a:path w="2908" h="10870" extrusionOk="0">
                  <a:moveTo>
                    <a:pt x="2668" y="0"/>
                  </a:moveTo>
                  <a:cubicBezTo>
                    <a:pt x="2641" y="14"/>
                    <a:pt x="2601" y="27"/>
                    <a:pt x="2575" y="41"/>
                  </a:cubicBezTo>
                  <a:cubicBezTo>
                    <a:pt x="2255" y="267"/>
                    <a:pt x="2001" y="548"/>
                    <a:pt x="1814" y="854"/>
                  </a:cubicBezTo>
                  <a:cubicBezTo>
                    <a:pt x="1641" y="1134"/>
                    <a:pt x="1521" y="1428"/>
                    <a:pt x="1441" y="1695"/>
                  </a:cubicBezTo>
                  <a:cubicBezTo>
                    <a:pt x="1401" y="1921"/>
                    <a:pt x="1334" y="2201"/>
                    <a:pt x="1268" y="2548"/>
                  </a:cubicBezTo>
                  <a:cubicBezTo>
                    <a:pt x="1201" y="2841"/>
                    <a:pt x="907" y="4321"/>
                    <a:pt x="628" y="5762"/>
                  </a:cubicBezTo>
                  <a:lnTo>
                    <a:pt x="27" y="8923"/>
                  </a:lnTo>
                  <a:cubicBezTo>
                    <a:pt x="27" y="8976"/>
                    <a:pt x="14" y="9042"/>
                    <a:pt x="14" y="9083"/>
                  </a:cubicBezTo>
                  <a:cubicBezTo>
                    <a:pt x="0" y="9216"/>
                    <a:pt x="0" y="9296"/>
                    <a:pt x="14" y="9336"/>
                  </a:cubicBezTo>
                  <a:cubicBezTo>
                    <a:pt x="41" y="9376"/>
                    <a:pt x="68" y="9416"/>
                    <a:pt x="107" y="9469"/>
                  </a:cubicBezTo>
                  <a:cubicBezTo>
                    <a:pt x="134" y="9483"/>
                    <a:pt x="160" y="9510"/>
                    <a:pt x="187" y="9549"/>
                  </a:cubicBezTo>
                  <a:cubicBezTo>
                    <a:pt x="388" y="9723"/>
                    <a:pt x="667" y="9963"/>
                    <a:pt x="868" y="10150"/>
                  </a:cubicBezTo>
                  <a:cubicBezTo>
                    <a:pt x="1321" y="10456"/>
                    <a:pt x="1814" y="10723"/>
                    <a:pt x="2134" y="10843"/>
                  </a:cubicBezTo>
                  <a:cubicBezTo>
                    <a:pt x="2188" y="10856"/>
                    <a:pt x="2241" y="10856"/>
                    <a:pt x="2294" y="10870"/>
                  </a:cubicBezTo>
                  <a:cubicBezTo>
                    <a:pt x="2441" y="10856"/>
                    <a:pt x="2588" y="10843"/>
                    <a:pt x="2721" y="10816"/>
                  </a:cubicBezTo>
                  <a:cubicBezTo>
                    <a:pt x="2788" y="10803"/>
                    <a:pt x="2854" y="10790"/>
                    <a:pt x="2908" y="10776"/>
                  </a:cubicBezTo>
                  <a:lnTo>
                    <a:pt x="2908" y="10349"/>
                  </a:lnTo>
                  <a:cubicBezTo>
                    <a:pt x="2228" y="10096"/>
                    <a:pt x="1215" y="9602"/>
                    <a:pt x="1081" y="8789"/>
                  </a:cubicBezTo>
                  <a:cubicBezTo>
                    <a:pt x="1067" y="8722"/>
                    <a:pt x="1067" y="8656"/>
                    <a:pt x="1067" y="8576"/>
                  </a:cubicBezTo>
                  <a:cubicBezTo>
                    <a:pt x="1054" y="7602"/>
                    <a:pt x="1401" y="6576"/>
                    <a:pt x="1654" y="5642"/>
                  </a:cubicBezTo>
                  <a:cubicBezTo>
                    <a:pt x="1947" y="4575"/>
                    <a:pt x="2294" y="3508"/>
                    <a:pt x="2614" y="2441"/>
                  </a:cubicBezTo>
                  <a:cubicBezTo>
                    <a:pt x="2655" y="2281"/>
                    <a:pt x="2721" y="2121"/>
                    <a:pt x="2801" y="1988"/>
                  </a:cubicBezTo>
                  <a:lnTo>
                    <a:pt x="2668" y="0"/>
                  </a:lnTo>
                  <a:close/>
                </a:path>
              </a:pathLst>
            </a:custGeom>
            <a:solidFill>
              <a:srgbClr val="742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10471;p114">
              <a:extLst>
                <a:ext uri="{FF2B5EF4-FFF2-40B4-BE49-F238E27FC236}">
                  <a16:creationId xmlns:a16="http://schemas.microsoft.com/office/drawing/2014/main" id="{B542CF04-6AC7-8117-0FB4-A71B5F91F96B}"/>
                </a:ext>
              </a:extLst>
            </p:cNvPr>
            <p:cNvSpPr/>
            <p:nvPr/>
          </p:nvSpPr>
          <p:spPr>
            <a:xfrm>
              <a:off x="6202075" y="2739250"/>
              <a:ext cx="9375" cy="17025"/>
            </a:xfrm>
            <a:custGeom>
              <a:avLst/>
              <a:gdLst/>
              <a:ahLst/>
              <a:cxnLst/>
              <a:rect l="l" t="t" r="r" b="b"/>
              <a:pathLst>
                <a:path w="375" h="681" extrusionOk="0">
                  <a:moveTo>
                    <a:pt x="374" y="1"/>
                  </a:moveTo>
                  <a:cubicBezTo>
                    <a:pt x="281" y="187"/>
                    <a:pt x="161" y="427"/>
                    <a:pt x="1" y="680"/>
                  </a:cubicBezTo>
                  <a:cubicBezTo>
                    <a:pt x="147" y="467"/>
                    <a:pt x="268" y="241"/>
                    <a:pt x="374" y="1"/>
                  </a:cubicBezTo>
                  <a:close/>
                </a:path>
              </a:pathLst>
            </a:custGeom>
            <a:solidFill>
              <a:srgbClr val="137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10472;p114">
              <a:extLst>
                <a:ext uri="{FF2B5EF4-FFF2-40B4-BE49-F238E27FC236}">
                  <a16:creationId xmlns:a16="http://schemas.microsoft.com/office/drawing/2014/main" id="{13DDA97B-4B16-6322-A1CB-443205EE9B3C}"/>
                </a:ext>
              </a:extLst>
            </p:cNvPr>
            <p:cNvSpPr/>
            <p:nvPr/>
          </p:nvSpPr>
          <p:spPr>
            <a:xfrm>
              <a:off x="6127050" y="2544550"/>
              <a:ext cx="87725" cy="276400"/>
            </a:xfrm>
            <a:custGeom>
              <a:avLst/>
              <a:gdLst/>
              <a:ahLst/>
              <a:cxnLst/>
              <a:rect l="l" t="t" r="r" b="b"/>
              <a:pathLst>
                <a:path w="3509" h="11056" extrusionOk="0">
                  <a:moveTo>
                    <a:pt x="1" y="8135"/>
                  </a:moveTo>
                  <a:lnTo>
                    <a:pt x="27" y="10562"/>
                  </a:lnTo>
                  <a:cubicBezTo>
                    <a:pt x="294" y="10549"/>
                    <a:pt x="601" y="10362"/>
                    <a:pt x="815" y="10229"/>
                  </a:cubicBezTo>
                  <a:cubicBezTo>
                    <a:pt x="854" y="10216"/>
                    <a:pt x="881" y="10189"/>
                    <a:pt x="922" y="10175"/>
                  </a:cubicBezTo>
                  <a:cubicBezTo>
                    <a:pt x="881" y="9802"/>
                    <a:pt x="801" y="9428"/>
                    <a:pt x="681" y="9069"/>
                  </a:cubicBezTo>
                  <a:cubicBezTo>
                    <a:pt x="548" y="8708"/>
                    <a:pt x="308" y="8388"/>
                    <a:pt x="1" y="8135"/>
                  </a:cubicBezTo>
                  <a:close/>
                  <a:moveTo>
                    <a:pt x="575" y="0"/>
                  </a:moveTo>
                  <a:lnTo>
                    <a:pt x="54" y="7388"/>
                  </a:lnTo>
                  <a:cubicBezTo>
                    <a:pt x="241" y="7255"/>
                    <a:pt x="454" y="7188"/>
                    <a:pt x="681" y="7188"/>
                  </a:cubicBezTo>
                  <a:cubicBezTo>
                    <a:pt x="1148" y="7188"/>
                    <a:pt x="1654" y="7415"/>
                    <a:pt x="2108" y="7655"/>
                  </a:cubicBezTo>
                  <a:cubicBezTo>
                    <a:pt x="2122" y="7668"/>
                    <a:pt x="2135" y="7695"/>
                    <a:pt x="2122" y="7721"/>
                  </a:cubicBezTo>
                  <a:cubicBezTo>
                    <a:pt x="2108" y="7748"/>
                    <a:pt x="2095" y="7748"/>
                    <a:pt x="2081" y="7748"/>
                  </a:cubicBezTo>
                  <a:lnTo>
                    <a:pt x="2055" y="7748"/>
                  </a:lnTo>
                  <a:cubicBezTo>
                    <a:pt x="1628" y="7522"/>
                    <a:pt x="1121" y="7308"/>
                    <a:pt x="681" y="7308"/>
                  </a:cubicBezTo>
                  <a:cubicBezTo>
                    <a:pt x="521" y="7308"/>
                    <a:pt x="374" y="7335"/>
                    <a:pt x="228" y="7401"/>
                  </a:cubicBezTo>
                  <a:cubicBezTo>
                    <a:pt x="454" y="7415"/>
                    <a:pt x="694" y="7549"/>
                    <a:pt x="948" y="7789"/>
                  </a:cubicBezTo>
                  <a:lnTo>
                    <a:pt x="1014" y="7855"/>
                  </a:lnTo>
                  <a:cubicBezTo>
                    <a:pt x="1242" y="8068"/>
                    <a:pt x="1455" y="8281"/>
                    <a:pt x="1748" y="8308"/>
                  </a:cubicBezTo>
                  <a:cubicBezTo>
                    <a:pt x="1775" y="8308"/>
                    <a:pt x="1788" y="8335"/>
                    <a:pt x="1788" y="8361"/>
                  </a:cubicBezTo>
                  <a:cubicBezTo>
                    <a:pt x="1788" y="8388"/>
                    <a:pt x="1761" y="8415"/>
                    <a:pt x="1735" y="8415"/>
                  </a:cubicBezTo>
                  <a:cubicBezTo>
                    <a:pt x="1414" y="8375"/>
                    <a:pt x="1174" y="8148"/>
                    <a:pt x="948" y="7935"/>
                  </a:cubicBezTo>
                  <a:lnTo>
                    <a:pt x="881" y="7869"/>
                  </a:lnTo>
                  <a:cubicBezTo>
                    <a:pt x="614" y="7629"/>
                    <a:pt x="388" y="7508"/>
                    <a:pt x="175" y="7508"/>
                  </a:cubicBezTo>
                  <a:cubicBezTo>
                    <a:pt x="134" y="7508"/>
                    <a:pt x="81" y="7508"/>
                    <a:pt x="41" y="7522"/>
                  </a:cubicBezTo>
                  <a:lnTo>
                    <a:pt x="1" y="8002"/>
                  </a:lnTo>
                  <a:cubicBezTo>
                    <a:pt x="15" y="8002"/>
                    <a:pt x="15" y="8002"/>
                    <a:pt x="15" y="8015"/>
                  </a:cubicBezTo>
                  <a:cubicBezTo>
                    <a:pt x="361" y="8269"/>
                    <a:pt x="628" y="8628"/>
                    <a:pt x="788" y="9042"/>
                  </a:cubicBezTo>
                  <a:cubicBezTo>
                    <a:pt x="908" y="9416"/>
                    <a:pt x="988" y="9802"/>
                    <a:pt x="1028" y="10189"/>
                  </a:cubicBezTo>
                  <a:cubicBezTo>
                    <a:pt x="1028" y="10216"/>
                    <a:pt x="1014" y="10242"/>
                    <a:pt x="1002" y="10242"/>
                  </a:cubicBezTo>
                  <a:cubicBezTo>
                    <a:pt x="961" y="10269"/>
                    <a:pt x="922" y="10296"/>
                    <a:pt x="868" y="10322"/>
                  </a:cubicBezTo>
                  <a:cubicBezTo>
                    <a:pt x="655" y="10456"/>
                    <a:pt x="321" y="10655"/>
                    <a:pt x="27" y="10669"/>
                  </a:cubicBezTo>
                  <a:lnTo>
                    <a:pt x="27" y="11055"/>
                  </a:lnTo>
                  <a:lnTo>
                    <a:pt x="81" y="11055"/>
                  </a:lnTo>
                  <a:cubicBezTo>
                    <a:pt x="788" y="10975"/>
                    <a:pt x="1348" y="10562"/>
                    <a:pt x="1695" y="10216"/>
                  </a:cubicBezTo>
                  <a:cubicBezTo>
                    <a:pt x="2148" y="9789"/>
                    <a:pt x="2495" y="9256"/>
                    <a:pt x="2828" y="8749"/>
                  </a:cubicBezTo>
                  <a:cubicBezTo>
                    <a:pt x="2881" y="8655"/>
                    <a:pt x="2949" y="8562"/>
                    <a:pt x="3002" y="8468"/>
                  </a:cubicBezTo>
                  <a:cubicBezTo>
                    <a:pt x="3162" y="8215"/>
                    <a:pt x="3282" y="7975"/>
                    <a:pt x="3375" y="7789"/>
                  </a:cubicBezTo>
                  <a:cubicBezTo>
                    <a:pt x="3429" y="7668"/>
                    <a:pt x="3468" y="7549"/>
                    <a:pt x="3509" y="7428"/>
                  </a:cubicBezTo>
                  <a:cubicBezTo>
                    <a:pt x="3429" y="7175"/>
                    <a:pt x="2375" y="3734"/>
                    <a:pt x="1802" y="2120"/>
                  </a:cubicBezTo>
                  <a:cubicBezTo>
                    <a:pt x="1642" y="1693"/>
                    <a:pt x="1494" y="1347"/>
                    <a:pt x="1348" y="1067"/>
                  </a:cubicBezTo>
                  <a:cubicBezTo>
                    <a:pt x="1201" y="827"/>
                    <a:pt x="1068" y="600"/>
                    <a:pt x="934" y="400"/>
                  </a:cubicBezTo>
                  <a:cubicBezTo>
                    <a:pt x="774" y="187"/>
                    <a:pt x="641" y="66"/>
                    <a:pt x="575" y="0"/>
                  </a:cubicBezTo>
                  <a:close/>
                </a:path>
              </a:pathLst>
            </a:custGeom>
            <a:solidFill>
              <a:srgbClr val="A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10473;p114">
              <a:extLst>
                <a:ext uri="{FF2B5EF4-FFF2-40B4-BE49-F238E27FC236}">
                  <a16:creationId xmlns:a16="http://schemas.microsoft.com/office/drawing/2014/main" id="{C10D37B5-8B22-3856-8C35-B13F172881E0}"/>
                </a:ext>
              </a:extLst>
            </p:cNvPr>
            <p:cNvSpPr/>
            <p:nvPr/>
          </p:nvSpPr>
          <p:spPr>
            <a:xfrm>
              <a:off x="5872675" y="2491575"/>
              <a:ext cx="268750" cy="331050"/>
            </a:xfrm>
            <a:custGeom>
              <a:avLst/>
              <a:gdLst/>
              <a:ahLst/>
              <a:cxnLst/>
              <a:rect l="l" t="t" r="r" b="b"/>
              <a:pathLst>
                <a:path w="10750" h="13242" extrusionOk="0">
                  <a:moveTo>
                    <a:pt x="5751" y="1"/>
                  </a:moveTo>
                  <a:cubicBezTo>
                    <a:pt x="4497" y="1"/>
                    <a:pt x="232" y="1682"/>
                    <a:pt x="40" y="1759"/>
                  </a:cubicBezTo>
                  <a:cubicBezTo>
                    <a:pt x="14" y="1759"/>
                    <a:pt x="1" y="1785"/>
                    <a:pt x="1" y="1812"/>
                  </a:cubicBezTo>
                  <a:lnTo>
                    <a:pt x="707" y="12521"/>
                  </a:lnTo>
                  <a:cubicBezTo>
                    <a:pt x="707" y="12548"/>
                    <a:pt x="734" y="12575"/>
                    <a:pt x="774" y="12575"/>
                  </a:cubicBezTo>
                  <a:cubicBezTo>
                    <a:pt x="801" y="12575"/>
                    <a:pt x="814" y="12548"/>
                    <a:pt x="814" y="12521"/>
                  </a:cubicBezTo>
                  <a:lnTo>
                    <a:pt x="120" y="1839"/>
                  </a:lnTo>
                  <a:cubicBezTo>
                    <a:pt x="541" y="1674"/>
                    <a:pt x="4577" y="108"/>
                    <a:pt x="5738" y="108"/>
                  </a:cubicBezTo>
                  <a:cubicBezTo>
                    <a:pt x="5792" y="108"/>
                    <a:pt x="5840" y="112"/>
                    <a:pt x="5882" y="119"/>
                  </a:cubicBezTo>
                  <a:cubicBezTo>
                    <a:pt x="6815" y="279"/>
                    <a:pt x="10270" y="1865"/>
                    <a:pt x="10643" y="2039"/>
                  </a:cubicBezTo>
                  <a:lnTo>
                    <a:pt x="9856" y="13174"/>
                  </a:lnTo>
                  <a:cubicBezTo>
                    <a:pt x="9856" y="13215"/>
                    <a:pt x="9882" y="13242"/>
                    <a:pt x="9909" y="13242"/>
                  </a:cubicBezTo>
                  <a:cubicBezTo>
                    <a:pt x="9936" y="13242"/>
                    <a:pt x="9962" y="13215"/>
                    <a:pt x="9962" y="13188"/>
                  </a:cubicBezTo>
                  <a:lnTo>
                    <a:pt x="10750" y="2013"/>
                  </a:lnTo>
                  <a:cubicBezTo>
                    <a:pt x="10750" y="1986"/>
                    <a:pt x="10736" y="1972"/>
                    <a:pt x="10723" y="1959"/>
                  </a:cubicBezTo>
                  <a:cubicBezTo>
                    <a:pt x="10563" y="1892"/>
                    <a:pt x="6895" y="185"/>
                    <a:pt x="5908" y="12"/>
                  </a:cubicBezTo>
                  <a:cubicBezTo>
                    <a:pt x="5863" y="4"/>
                    <a:pt x="5811" y="1"/>
                    <a:pt x="5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10474;p114">
              <a:extLst>
                <a:ext uri="{FF2B5EF4-FFF2-40B4-BE49-F238E27FC236}">
                  <a16:creationId xmlns:a16="http://schemas.microsoft.com/office/drawing/2014/main" id="{2BA79C74-3939-1134-17D1-A9CC154EF9DE}"/>
                </a:ext>
              </a:extLst>
            </p:cNvPr>
            <p:cNvSpPr/>
            <p:nvPr/>
          </p:nvSpPr>
          <p:spPr>
            <a:xfrm>
              <a:off x="5921350" y="2351725"/>
              <a:ext cx="150725" cy="170250"/>
            </a:xfrm>
            <a:custGeom>
              <a:avLst/>
              <a:gdLst/>
              <a:ahLst/>
              <a:cxnLst/>
              <a:rect l="l" t="t" r="r" b="b"/>
              <a:pathLst>
                <a:path w="6029" h="6810" extrusionOk="0">
                  <a:moveTo>
                    <a:pt x="3782" y="1"/>
                  </a:moveTo>
                  <a:cubicBezTo>
                    <a:pt x="2760" y="1"/>
                    <a:pt x="1550" y="96"/>
                    <a:pt x="1107" y="204"/>
                  </a:cubicBezTo>
                  <a:lnTo>
                    <a:pt x="707" y="2085"/>
                  </a:lnTo>
                  <a:cubicBezTo>
                    <a:pt x="707" y="2085"/>
                    <a:pt x="503" y="1936"/>
                    <a:pt x="329" y="1936"/>
                  </a:cubicBezTo>
                  <a:cubicBezTo>
                    <a:pt x="233" y="1936"/>
                    <a:pt x="146" y="1982"/>
                    <a:pt x="108" y="2125"/>
                  </a:cubicBezTo>
                  <a:cubicBezTo>
                    <a:pt x="1" y="2525"/>
                    <a:pt x="321" y="3072"/>
                    <a:pt x="947" y="3112"/>
                  </a:cubicBezTo>
                  <a:cubicBezTo>
                    <a:pt x="947" y="3112"/>
                    <a:pt x="1121" y="3952"/>
                    <a:pt x="1681" y="4539"/>
                  </a:cubicBezTo>
                  <a:cubicBezTo>
                    <a:pt x="1948" y="4819"/>
                    <a:pt x="2228" y="5085"/>
                    <a:pt x="2521" y="5326"/>
                  </a:cubicBezTo>
                  <a:cubicBezTo>
                    <a:pt x="2521" y="5326"/>
                    <a:pt x="2734" y="6753"/>
                    <a:pt x="3454" y="6806"/>
                  </a:cubicBezTo>
                  <a:cubicBezTo>
                    <a:pt x="3482" y="6808"/>
                    <a:pt x="3510" y="6809"/>
                    <a:pt x="3536" y="6809"/>
                  </a:cubicBezTo>
                  <a:cubicBezTo>
                    <a:pt x="4186" y="6809"/>
                    <a:pt x="4328" y="6184"/>
                    <a:pt x="4468" y="5313"/>
                  </a:cubicBezTo>
                  <a:cubicBezTo>
                    <a:pt x="4468" y="5313"/>
                    <a:pt x="5081" y="4232"/>
                    <a:pt x="5268" y="3659"/>
                  </a:cubicBezTo>
                  <a:cubicBezTo>
                    <a:pt x="5268" y="3659"/>
                    <a:pt x="6029" y="3126"/>
                    <a:pt x="5522" y="2352"/>
                  </a:cubicBezTo>
                  <a:cubicBezTo>
                    <a:pt x="5522" y="2352"/>
                    <a:pt x="5775" y="485"/>
                    <a:pt x="5335" y="178"/>
                  </a:cubicBezTo>
                  <a:cubicBezTo>
                    <a:pt x="5151" y="50"/>
                    <a:pt x="4515" y="1"/>
                    <a:pt x="37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10475;p114">
              <a:extLst>
                <a:ext uri="{FF2B5EF4-FFF2-40B4-BE49-F238E27FC236}">
                  <a16:creationId xmlns:a16="http://schemas.microsoft.com/office/drawing/2014/main" id="{06AAACD3-EB94-963D-4BE6-0A99E917B3FB}"/>
                </a:ext>
              </a:extLst>
            </p:cNvPr>
            <p:cNvSpPr/>
            <p:nvPr/>
          </p:nvSpPr>
          <p:spPr>
            <a:xfrm>
              <a:off x="5952350" y="2476475"/>
              <a:ext cx="108400" cy="80450"/>
            </a:xfrm>
            <a:custGeom>
              <a:avLst/>
              <a:gdLst/>
              <a:ahLst/>
              <a:cxnLst/>
              <a:rect l="l" t="t" r="r" b="b"/>
              <a:pathLst>
                <a:path w="4336" h="3218" extrusionOk="0">
                  <a:moveTo>
                    <a:pt x="3237" y="1"/>
                  </a:moveTo>
                  <a:cubicBezTo>
                    <a:pt x="3100" y="1"/>
                    <a:pt x="3002" y="15"/>
                    <a:pt x="3002" y="15"/>
                  </a:cubicBezTo>
                  <a:lnTo>
                    <a:pt x="1441" y="69"/>
                  </a:lnTo>
                  <a:cubicBezTo>
                    <a:pt x="1441" y="69"/>
                    <a:pt x="1422" y="68"/>
                    <a:pt x="1390" y="68"/>
                  </a:cubicBezTo>
                  <a:cubicBezTo>
                    <a:pt x="1222" y="68"/>
                    <a:pt x="689" y="77"/>
                    <a:pt x="521" y="189"/>
                  </a:cubicBezTo>
                  <a:cubicBezTo>
                    <a:pt x="335" y="323"/>
                    <a:pt x="81" y="1256"/>
                    <a:pt x="81" y="1256"/>
                  </a:cubicBezTo>
                  <a:cubicBezTo>
                    <a:pt x="81" y="1256"/>
                    <a:pt x="1" y="1256"/>
                    <a:pt x="521" y="1963"/>
                  </a:cubicBezTo>
                  <a:cubicBezTo>
                    <a:pt x="1029" y="2654"/>
                    <a:pt x="1615" y="3217"/>
                    <a:pt x="1777" y="3217"/>
                  </a:cubicBezTo>
                  <a:cubicBezTo>
                    <a:pt x="1781" y="3217"/>
                    <a:pt x="1784" y="3217"/>
                    <a:pt x="1788" y="3216"/>
                  </a:cubicBezTo>
                  <a:cubicBezTo>
                    <a:pt x="1948" y="3177"/>
                    <a:pt x="2188" y="1963"/>
                    <a:pt x="2188" y="1963"/>
                  </a:cubicBezTo>
                  <a:cubicBezTo>
                    <a:pt x="2308" y="2389"/>
                    <a:pt x="2455" y="2803"/>
                    <a:pt x="2628" y="3216"/>
                  </a:cubicBezTo>
                  <a:cubicBezTo>
                    <a:pt x="3388" y="2990"/>
                    <a:pt x="4335" y="1256"/>
                    <a:pt x="4335" y="1256"/>
                  </a:cubicBezTo>
                  <a:cubicBezTo>
                    <a:pt x="4335" y="1256"/>
                    <a:pt x="4175" y="349"/>
                    <a:pt x="3855" y="149"/>
                  </a:cubicBezTo>
                  <a:cubicBezTo>
                    <a:pt x="3672" y="27"/>
                    <a:pt x="3420" y="1"/>
                    <a:pt x="3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10476;p114">
              <a:extLst>
                <a:ext uri="{FF2B5EF4-FFF2-40B4-BE49-F238E27FC236}">
                  <a16:creationId xmlns:a16="http://schemas.microsoft.com/office/drawing/2014/main" id="{2491C7C8-6271-D360-24A3-3F0D8340DF7D}"/>
                </a:ext>
              </a:extLst>
            </p:cNvPr>
            <p:cNvSpPr/>
            <p:nvPr/>
          </p:nvSpPr>
          <p:spPr>
            <a:xfrm>
              <a:off x="5877350" y="2680900"/>
              <a:ext cx="7675" cy="73050"/>
            </a:xfrm>
            <a:custGeom>
              <a:avLst/>
              <a:gdLst/>
              <a:ahLst/>
              <a:cxnLst/>
              <a:rect l="l" t="t" r="r" b="b"/>
              <a:pathLst>
                <a:path w="307" h="2922" extrusionOk="0">
                  <a:moveTo>
                    <a:pt x="200" y="0"/>
                  </a:moveTo>
                  <a:lnTo>
                    <a:pt x="1" y="2907"/>
                  </a:lnTo>
                  <a:lnTo>
                    <a:pt x="107" y="2921"/>
                  </a:lnTo>
                  <a:lnTo>
                    <a:pt x="3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10477;p114">
              <a:extLst>
                <a:ext uri="{FF2B5EF4-FFF2-40B4-BE49-F238E27FC236}">
                  <a16:creationId xmlns:a16="http://schemas.microsoft.com/office/drawing/2014/main" id="{5A0F4824-4B34-1222-3634-0C118E72FAE2}"/>
                </a:ext>
              </a:extLst>
            </p:cNvPr>
            <p:cNvSpPr/>
            <p:nvPr/>
          </p:nvSpPr>
          <p:spPr>
            <a:xfrm>
              <a:off x="5919350" y="2354150"/>
              <a:ext cx="141400" cy="139075"/>
            </a:xfrm>
            <a:custGeom>
              <a:avLst/>
              <a:gdLst/>
              <a:ahLst/>
              <a:cxnLst/>
              <a:rect l="l" t="t" r="r" b="b"/>
              <a:pathLst>
                <a:path w="5656" h="5563" extrusionOk="0">
                  <a:moveTo>
                    <a:pt x="787" y="1"/>
                  </a:moveTo>
                  <a:lnTo>
                    <a:pt x="828" y="1814"/>
                  </a:lnTo>
                  <a:cubicBezTo>
                    <a:pt x="1" y="1814"/>
                    <a:pt x="188" y="2175"/>
                    <a:pt x="188" y="2175"/>
                  </a:cubicBezTo>
                  <a:cubicBezTo>
                    <a:pt x="365" y="2952"/>
                    <a:pt x="829" y="3017"/>
                    <a:pt x="979" y="3017"/>
                  </a:cubicBezTo>
                  <a:cubicBezTo>
                    <a:pt x="1010" y="3017"/>
                    <a:pt x="1027" y="3015"/>
                    <a:pt x="1027" y="3015"/>
                  </a:cubicBezTo>
                  <a:cubicBezTo>
                    <a:pt x="1347" y="4175"/>
                    <a:pt x="2188" y="5122"/>
                    <a:pt x="3321" y="5562"/>
                  </a:cubicBezTo>
                  <a:cubicBezTo>
                    <a:pt x="1121" y="3855"/>
                    <a:pt x="2081" y="1268"/>
                    <a:pt x="2081" y="1268"/>
                  </a:cubicBezTo>
                  <a:lnTo>
                    <a:pt x="2081" y="1268"/>
                  </a:lnTo>
                  <a:cubicBezTo>
                    <a:pt x="2323" y="1380"/>
                    <a:pt x="2553" y="1423"/>
                    <a:pt x="2764" y="1423"/>
                  </a:cubicBezTo>
                  <a:cubicBezTo>
                    <a:pt x="3481" y="1423"/>
                    <a:pt x="3975" y="921"/>
                    <a:pt x="3975" y="921"/>
                  </a:cubicBezTo>
                  <a:cubicBezTo>
                    <a:pt x="4044" y="927"/>
                    <a:pt x="4113" y="930"/>
                    <a:pt x="4182" y="930"/>
                  </a:cubicBezTo>
                  <a:cubicBezTo>
                    <a:pt x="4910" y="930"/>
                    <a:pt x="5655" y="641"/>
                    <a:pt x="5655" y="641"/>
                  </a:cubicBezTo>
                  <a:lnTo>
                    <a:pt x="4429" y="201"/>
                  </a:lnTo>
                  <a:lnTo>
                    <a:pt x="2908" y="427"/>
                  </a:lnTo>
                  <a:lnTo>
                    <a:pt x="7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10478;p114">
              <a:extLst>
                <a:ext uri="{FF2B5EF4-FFF2-40B4-BE49-F238E27FC236}">
                  <a16:creationId xmlns:a16="http://schemas.microsoft.com/office/drawing/2014/main" id="{A367535F-E463-6A8A-94C7-042B23B6E5C8}"/>
                </a:ext>
              </a:extLst>
            </p:cNvPr>
            <p:cNvSpPr/>
            <p:nvPr/>
          </p:nvSpPr>
          <p:spPr>
            <a:xfrm>
              <a:off x="5923375" y="2403850"/>
              <a:ext cx="1000" cy="3350"/>
            </a:xfrm>
            <a:custGeom>
              <a:avLst/>
              <a:gdLst/>
              <a:ahLst/>
              <a:cxnLst/>
              <a:rect l="l" t="t" r="r" b="b"/>
              <a:pathLst>
                <a:path w="40" h="134" extrusionOk="0">
                  <a:moveTo>
                    <a:pt x="39" y="0"/>
                  </a:moveTo>
                  <a:lnTo>
                    <a:pt x="27" y="13"/>
                  </a:lnTo>
                  <a:cubicBezTo>
                    <a:pt x="26" y="15"/>
                    <a:pt x="26" y="16"/>
                    <a:pt x="25" y="18"/>
                  </a:cubicBezTo>
                  <a:lnTo>
                    <a:pt x="25" y="18"/>
                  </a:lnTo>
                  <a:cubicBezTo>
                    <a:pt x="29" y="12"/>
                    <a:pt x="34" y="6"/>
                    <a:pt x="39" y="0"/>
                  </a:cubicBezTo>
                  <a:close/>
                  <a:moveTo>
                    <a:pt x="25" y="18"/>
                  </a:moveTo>
                  <a:cubicBezTo>
                    <a:pt x="0" y="55"/>
                    <a:pt x="2" y="99"/>
                    <a:pt x="13" y="134"/>
                  </a:cubicBezTo>
                  <a:lnTo>
                    <a:pt x="13" y="120"/>
                  </a:lnTo>
                  <a:cubicBezTo>
                    <a:pt x="0" y="94"/>
                    <a:pt x="12" y="57"/>
                    <a:pt x="25" y="18"/>
                  </a:cubicBez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10479;p114">
              <a:extLst>
                <a:ext uri="{FF2B5EF4-FFF2-40B4-BE49-F238E27FC236}">
                  <a16:creationId xmlns:a16="http://schemas.microsoft.com/office/drawing/2014/main" id="{3EF84CDE-0796-D00C-A73C-5449C1614301}"/>
                </a:ext>
              </a:extLst>
            </p:cNvPr>
            <p:cNvSpPr/>
            <p:nvPr/>
          </p:nvSpPr>
          <p:spPr>
            <a:xfrm>
              <a:off x="5962025" y="2463500"/>
              <a:ext cx="15025" cy="15050"/>
            </a:xfrm>
            <a:custGeom>
              <a:avLst/>
              <a:gdLst/>
              <a:ahLst/>
              <a:cxnLst/>
              <a:rect l="l" t="t" r="r" b="b"/>
              <a:pathLst>
                <a:path w="601" h="602" extrusionOk="0">
                  <a:moveTo>
                    <a:pt x="1" y="1"/>
                  </a:moveTo>
                  <a:lnTo>
                    <a:pt x="1" y="1"/>
                  </a:lnTo>
                  <a:cubicBezTo>
                    <a:pt x="188" y="255"/>
                    <a:pt x="401" y="442"/>
                    <a:pt x="601" y="602"/>
                  </a:cubicBezTo>
                  <a:cubicBezTo>
                    <a:pt x="401" y="442"/>
                    <a:pt x="214" y="255"/>
                    <a:pt x="54" y="54"/>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10480;p114">
              <a:extLst>
                <a:ext uri="{FF2B5EF4-FFF2-40B4-BE49-F238E27FC236}">
                  <a16:creationId xmlns:a16="http://schemas.microsoft.com/office/drawing/2014/main" id="{5AC1C3C6-6431-3E65-689A-B371B0ADB4D9}"/>
                </a:ext>
              </a:extLst>
            </p:cNvPr>
            <p:cNvSpPr/>
            <p:nvPr/>
          </p:nvSpPr>
          <p:spPr>
            <a:xfrm>
              <a:off x="5961025" y="2462525"/>
              <a:ext cx="1025" cy="1000"/>
            </a:xfrm>
            <a:custGeom>
              <a:avLst/>
              <a:gdLst/>
              <a:ahLst/>
              <a:cxnLst/>
              <a:rect l="l" t="t" r="r" b="b"/>
              <a:pathLst>
                <a:path w="41" h="40" extrusionOk="0">
                  <a:moveTo>
                    <a:pt x="0" y="1"/>
                  </a:moveTo>
                  <a:lnTo>
                    <a:pt x="0" y="1"/>
                  </a:lnTo>
                  <a:lnTo>
                    <a:pt x="41" y="40"/>
                  </a:lnTo>
                  <a:lnTo>
                    <a:pt x="41" y="40"/>
                  </a:ln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10481;p114">
              <a:extLst>
                <a:ext uri="{FF2B5EF4-FFF2-40B4-BE49-F238E27FC236}">
                  <a16:creationId xmlns:a16="http://schemas.microsoft.com/office/drawing/2014/main" id="{92440101-53A1-27A9-653F-1937BF55A4B3}"/>
                </a:ext>
              </a:extLst>
            </p:cNvPr>
            <p:cNvSpPr/>
            <p:nvPr/>
          </p:nvSpPr>
          <p:spPr>
            <a:xfrm>
              <a:off x="5959375" y="2460525"/>
              <a:ext cx="1000" cy="1000"/>
            </a:xfrm>
            <a:custGeom>
              <a:avLst/>
              <a:gdLst/>
              <a:ahLst/>
              <a:cxnLst/>
              <a:rect l="l" t="t" r="r" b="b"/>
              <a:pathLst>
                <a:path w="40" h="40" extrusionOk="0">
                  <a:moveTo>
                    <a:pt x="0" y="1"/>
                  </a:moveTo>
                  <a:lnTo>
                    <a:pt x="40" y="40"/>
                  </a:lnTo>
                  <a:lnTo>
                    <a:pt x="40" y="40"/>
                  </a:lnTo>
                  <a:close/>
                </a:path>
              </a:pathLst>
            </a:custGeom>
            <a:solidFill>
              <a:srgbClr val="6DB9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10482;p114">
              <a:extLst>
                <a:ext uri="{FF2B5EF4-FFF2-40B4-BE49-F238E27FC236}">
                  <a16:creationId xmlns:a16="http://schemas.microsoft.com/office/drawing/2014/main" id="{C29ED26C-E5EB-263D-B8BD-D47B5B5A528F}"/>
                </a:ext>
              </a:extLst>
            </p:cNvPr>
            <p:cNvSpPr/>
            <p:nvPr/>
          </p:nvSpPr>
          <p:spPr>
            <a:xfrm>
              <a:off x="5960350" y="2461500"/>
              <a:ext cx="700" cy="1050"/>
            </a:xfrm>
            <a:custGeom>
              <a:avLst/>
              <a:gdLst/>
              <a:ahLst/>
              <a:cxnLst/>
              <a:rect l="l" t="t" r="r" b="b"/>
              <a:pathLst>
                <a:path w="28" h="42" extrusionOk="0">
                  <a:moveTo>
                    <a:pt x="1" y="1"/>
                  </a:moveTo>
                  <a:lnTo>
                    <a:pt x="1" y="1"/>
                  </a:lnTo>
                  <a:cubicBezTo>
                    <a:pt x="1" y="15"/>
                    <a:pt x="15" y="28"/>
                    <a:pt x="27" y="42"/>
                  </a:cubicBezTo>
                  <a:lnTo>
                    <a:pt x="27" y="42"/>
                  </a:lnTo>
                  <a:cubicBezTo>
                    <a:pt x="15" y="28"/>
                    <a:pt x="1" y="15"/>
                    <a:pt x="1" y="1"/>
                  </a:cubicBezTo>
                  <a:close/>
                </a:path>
              </a:pathLst>
            </a:custGeom>
            <a:solidFill>
              <a:srgbClr val="787E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10483;p114">
              <a:extLst>
                <a:ext uri="{FF2B5EF4-FFF2-40B4-BE49-F238E27FC236}">
                  <a16:creationId xmlns:a16="http://schemas.microsoft.com/office/drawing/2014/main" id="{E2FE4EC6-507C-D8C5-BF0A-2328EAA932F2}"/>
                </a:ext>
              </a:extLst>
            </p:cNvPr>
            <p:cNvSpPr/>
            <p:nvPr/>
          </p:nvSpPr>
          <p:spPr>
            <a:xfrm>
              <a:off x="5924025" y="2385850"/>
              <a:ext cx="54050" cy="79700"/>
            </a:xfrm>
            <a:custGeom>
              <a:avLst/>
              <a:gdLst/>
              <a:ahLst/>
              <a:cxnLst/>
              <a:rect l="l" t="t" r="r" b="b"/>
              <a:pathLst>
                <a:path w="2162" h="3188" extrusionOk="0">
                  <a:moveTo>
                    <a:pt x="161" y="600"/>
                  </a:moveTo>
                  <a:cubicBezTo>
                    <a:pt x="100" y="631"/>
                    <a:pt x="62" y="661"/>
                    <a:pt x="35" y="692"/>
                  </a:cubicBezTo>
                  <a:lnTo>
                    <a:pt x="35" y="692"/>
                  </a:lnTo>
                  <a:cubicBezTo>
                    <a:pt x="65" y="662"/>
                    <a:pt x="107" y="632"/>
                    <a:pt x="161" y="614"/>
                  </a:cubicBezTo>
                  <a:lnTo>
                    <a:pt x="161" y="600"/>
                  </a:lnTo>
                  <a:close/>
                  <a:moveTo>
                    <a:pt x="35" y="692"/>
                  </a:moveTo>
                  <a:lnTo>
                    <a:pt x="35" y="692"/>
                  </a:lnTo>
                  <a:cubicBezTo>
                    <a:pt x="21" y="706"/>
                    <a:pt x="9" y="720"/>
                    <a:pt x="1" y="733"/>
                  </a:cubicBezTo>
                  <a:lnTo>
                    <a:pt x="13" y="720"/>
                  </a:lnTo>
                  <a:cubicBezTo>
                    <a:pt x="20" y="711"/>
                    <a:pt x="27" y="701"/>
                    <a:pt x="35" y="692"/>
                  </a:cubicBezTo>
                  <a:close/>
                  <a:moveTo>
                    <a:pt x="840" y="1747"/>
                  </a:moveTo>
                  <a:cubicBezTo>
                    <a:pt x="961" y="2241"/>
                    <a:pt x="1174" y="2654"/>
                    <a:pt x="1414" y="2988"/>
                  </a:cubicBezTo>
                  <a:lnTo>
                    <a:pt x="1454" y="3027"/>
                  </a:lnTo>
                  <a:cubicBezTo>
                    <a:pt x="1454" y="3041"/>
                    <a:pt x="1468" y="3054"/>
                    <a:pt x="1480" y="3068"/>
                  </a:cubicBezTo>
                  <a:lnTo>
                    <a:pt x="1521" y="3107"/>
                  </a:lnTo>
                  <a:lnTo>
                    <a:pt x="1574" y="3160"/>
                  </a:lnTo>
                  <a:cubicBezTo>
                    <a:pt x="1240" y="2747"/>
                    <a:pt x="987" y="2267"/>
                    <a:pt x="840" y="1747"/>
                  </a:cubicBezTo>
                  <a:close/>
                  <a:moveTo>
                    <a:pt x="1894" y="0"/>
                  </a:moveTo>
                  <a:lnTo>
                    <a:pt x="1894" y="0"/>
                  </a:lnTo>
                  <a:cubicBezTo>
                    <a:pt x="1894" y="1"/>
                    <a:pt x="1281" y="1654"/>
                    <a:pt x="2161" y="3187"/>
                  </a:cubicBezTo>
                  <a:cubicBezTo>
                    <a:pt x="1414" y="1734"/>
                    <a:pt x="1894" y="1"/>
                    <a:pt x="1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10484;p114">
              <a:extLst>
                <a:ext uri="{FF2B5EF4-FFF2-40B4-BE49-F238E27FC236}">
                  <a16:creationId xmlns:a16="http://schemas.microsoft.com/office/drawing/2014/main" id="{6FB74B99-33C2-D45A-9BDB-5436D7E47820}"/>
                </a:ext>
              </a:extLst>
            </p:cNvPr>
            <p:cNvSpPr/>
            <p:nvPr/>
          </p:nvSpPr>
          <p:spPr>
            <a:xfrm>
              <a:off x="5977025" y="2478525"/>
              <a:ext cx="2375" cy="1675"/>
            </a:xfrm>
            <a:custGeom>
              <a:avLst/>
              <a:gdLst/>
              <a:ahLst/>
              <a:cxnLst/>
              <a:rect l="l" t="t" r="r" b="b"/>
              <a:pathLst>
                <a:path w="95" h="67" extrusionOk="0">
                  <a:moveTo>
                    <a:pt x="1" y="1"/>
                  </a:moveTo>
                  <a:cubicBezTo>
                    <a:pt x="27" y="27"/>
                    <a:pt x="54" y="54"/>
                    <a:pt x="94" y="67"/>
                  </a:cubicBezTo>
                  <a:cubicBezTo>
                    <a:pt x="54" y="40"/>
                    <a:pt x="27" y="27"/>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10485;p114">
              <a:extLst>
                <a:ext uri="{FF2B5EF4-FFF2-40B4-BE49-F238E27FC236}">
                  <a16:creationId xmlns:a16="http://schemas.microsoft.com/office/drawing/2014/main" id="{7C0F141B-546B-FF39-2CD6-65FAB000D13F}"/>
                </a:ext>
              </a:extLst>
            </p:cNvPr>
            <p:cNvSpPr/>
            <p:nvPr/>
          </p:nvSpPr>
          <p:spPr>
            <a:xfrm>
              <a:off x="5923350" y="2360825"/>
              <a:ext cx="127400" cy="131075"/>
            </a:xfrm>
            <a:custGeom>
              <a:avLst/>
              <a:gdLst/>
              <a:ahLst/>
              <a:cxnLst/>
              <a:rect l="l" t="t" r="r" b="b"/>
              <a:pathLst>
                <a:path w="5096" h="5243" extrusionOk="0">
                  <a:moveTo>
                    <a:pt x="1294" y="0"/>
                  </a:moveTo>
                  <a:cubicBezTo>
                    <a:pt x="1427" y="214"/>
                    <a:pt x="1374" y="481"/>
                    <a:pt x="1294" y="708"/>
                  </a:cubicBezTo>
                  <a:cubicBezTo>
                    <a:pt x="1201" y="948"/>
                    <a:pt x="1081" y="1174"/>
                    <a:pt x="1094" y="1414"/>
                  </a:cubicBezTo>
                  <a:cubicBezTo>
                    <a:pt x="1107" y="1627"/>
                    <a:pt x="1214" y="1828"/>
                    <a:pt x="1281" y="2041"/>
                  </a:cubicBezTo>
                  <a:cubicBezTo>
                    <a:pt x="1361" y="2321"/>
                    <a:pt x="1201" y="3135"/>
                    <a:pt x="1054" y="3135"/>
                  </a:cubicBezTo>
                  <a:cubicBezTo>
                    <a:pt x="1041" y="3135"/>
                    <a:pt x="1014" y="3121"/>
                    <a:pt x="1001" y="3082"/>
                  </a:cubicBezTo>
                  <a:cubicBezTo>
                    <a:pt x="828" y="2801"/>
                    <a:pt x="934" y="2534"/>
                    <a:pt x="814" y="2081"/>
                  </a:cubicBezTo>
                  <a:cubicBezTo>
                    <a:pt x="694" y="1668"/>
                    <a:pt x="481" y="1588"/>
                    <a:pt x="348" y="1588"/>
                  </a:cubicBezTo>
                  <a:cubicBezTo>
                    <a:pt x="254" y="1588"/>
                    <a:pt x="188" y="1615"/>
                    <a:pt x="188" y="1615"/>
                  </a:cubicBezTo>
                  <a:cubicBezTo>
                    <a:pt x="108" y="1641"/>
                    <a:pt x="54" y="1695"/>
                    <a:pt x="28" y="1734"/>
                  </a:cubicBezTo>
                  <a:cubicBezTo>
                    <a:pt x="14" y="1775"/>
                    <a:pt x="1" y="1814"/>
                    <a:pt x="14" y="1841"/>
                  </a:cubicBezTo>
                  <a:lnTo>
                    <a:pt x="14" y="1881"/>
                  </a:lnTo>
                  <a:cubicBezTo>
                    <a:pt x="14" y="1894"/>
                    <a:pt x="28" y="1908"/>
                    <a:pt x="28" y="1908"/>
                  </a:cubicBezTo>
                  <a:cubicBezTo>
                    <a:pt x="254" y="2668"/>
                    <a:pt x="867" y="2735"/>
                    <a:pt x="867" y="2735"/>
                  </a:cubicBezTo>
                  <a:lnTo>
                    <a:pt x="867" y="2748"/>
                  </a:lnTo>
                  <a:cubicBezTo>
                    <a:pt x="1014" y="3268"/>
                    <a:pt x="1267" y="3748"/>
                    <a:pt x="1601" y="4161"/>
                  </a:cubicBezTo>
                  <a:cubicBezTo>
                    <a:pt x="1761" y="4362"/>
                    <a:pt x="1948" y="4549"/>
                    <a:pt x="2148" y="4709"/>
                  </a:cubicBezTo>
                  <a:cubicBezTo>
                    <a:pt x="2174" y="4735"/>
                    <a:pt x="2201" y="4748"/>
                    <a:pt x="2241" y="4775"/>
                  </a:cubicBezTo>
                  <a:cubicBezTo>
                    <a:pt x="2695" y="5109"/>
                    <a:pt x="3068" y="5242"/>
                    <a:pt x="3068" y="5242"/>
                  </a:cubicBezTo>
                  <a:cubicBezTo>
                    <a:pt x="2668" y="4935"/>
                    <a:pt x="2388" y="4575"/>
                    <a:pt x="2188" y="4188"/>
                  </a:cubicBezTo>
                  <a:cubicBezTo>
                    <a:pt x="1308" y="2655"/>
                    <a:pt x="1921" y="1001"/>
                    <a:pt x="1921" y="1001"/>
                  </a:cubicBezTo>
                  <a:lnTo>
                    <a:pt x="1921" y="1001"/>
                  </a:lnTo>
                  <a:cubicBezTo>
                    <a:pt x="2161" y="1108"/>
                    <a:pt x="2401" y="1161"/>
                    <a:pt x="2601" y="1161"/>
                  </a:cubicBezTo>
                  <a:cubicBezTo>
                    <a:pt x="3321" y="1161"/>
                    <a:pt x="3815" y="654"/>
                    <a:pt x="3815" y="654"/>
                  </a:cubicBezTo>
                  <a:cubicBezTo>
                    <a:pt x="3881" y="667"/>
                    <a:pt x="3948" y="667"/>
                    <a:pt x="4028" y="667"/>
                  </a:cubicBezTo>
                  <a:cubicBezTo>
                    <a:pt x="4415" y="667"/>
                    <a:pt x="4815" y="587"/>
                    <a:pt x="5095" y="507"/>
                  </a:cubicBezTo>
                  <a:cubicBezTo>
                    <a:pt x="5081" y="441"/>
                    <a:pt x="5081" y="388"/>
                    <a:pt x="5081" y="321"/>
                  </a:cubicBezTo>
                  <a:cubicBezTo>
                    <a:pt x="4975" y="334"/>
                    <a:pt x="4868" y="334"/>
                    <a:pt x="4761" y="334"/>
                  </a:cubicBezTo>
                  <a:cubicBezTo>
                    <a:pt x="4388" y="334"/>
                    <a:pt x="4002" y="281"/>
                    <a:pt x="3628" y="241"/>
                  </a:cubicBezTo>
                  <a:cubicBezTo>
                    <a:pt x="3588" y="388"/>
                    <a:pt x="3481" y="507"/>
                    <a:pt x="3348" y="548"/>
                  </a:cubicBezTo>
                  <a:cubicBezTo>
                    <a:pt x="3241" y="574"/>
                    <a:pt x="3148" y="601"/>
                    <a:pt x="3042" y="601"/>
                  </a:cubicBezTo>
                  <a:cubicBezTo>
                    <a:pt x="3001" y="601"/>
                    <a:pt x="2948" y="587"/>
                    <a:pt x="2894" y="587"/>
                  </a:cubicBezTo>
                  <a:cubicBezTo>
                    <a:pt x="2321" y="548"/>
                    <a:pt x="1761" y="347"/>
                    <a:pt x="1294" y="0"/>
                  </a:cubicBezTo>
                  <a:close/>
                </a:path>
              </a:pathLst>
            </a:custGeom>
            <a:solidFill>
              <a:srgbClr val="6EC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10486;p114">
              <a:extLst>
                <a:ext uri="{FF2B5EF4-FFF2-40B4-BE49-F238E27FC236}">
                  <a16:creationId xmlns:a16="http://schemas.microsoft.com/office/drawing/2014/main" id="{E7CFE088-2052-6F6E-DCF8-20091A2471F0}"/>
                </a:ext>
              </a:extLst>
            </p:cNvPr>
            <p:cNvSpPr/>
            <p:nvPr/>
          </p:nvSpPr>
          <p:spPr>
            <a:xfrm>
              <a:off x="5998700" y="2422825"/>
              <a:ext cx="13025" cy="43375"/>
            </a:xfrm>
            <a:custGeom>
              <a:avLst/>
              <a:gdLst/>
              <a:ahLst/>
              <a:cxnLst/>
              <a:rect l="l" t="t" r="r" b="b"/>
              <a:pathLst>
                <a:path w="521" h="1735" extrusionOk="0">
                  <a:moveTo>
                    <a:pt x="440" y="1"/>
                  </a:moveTo>
                  <a:cubicBezTo>
                    <a:pt x="414" y="1"/>
                    <a:pt x="387" y="28"/>
                    <a:pt x="374" y="54"/>
                  </a:cubicBezTo>
                  <a:cubicBezTo>
                    <a:pt x="334" y="348"/>
                    <a:pt x="360" y="641"/>
                    <a:pt x="374" y="922"/>
                  </a:cubicBezTo>
                  <a:cubicBezTo>
                    <a:pt x="387" y="1148"/>
                    <a:pt x="414" y="1375"/>
                    <a:pt x="401" y="1601"/>
                  </a:cubicBezTo>
                  <a:cubicBezTo>
                    <a:pt x="401" y="1615"/>
                    <a:pt x="387" y="1628"/>
                    <a:pt x="387" y="1628"/>
                  </a:cubicBezTo>
                  <a:cubicBezTo>
                    <a:pt x="387" y="1632"/>
                    <a:pt x="384" y="1633"/>
                    <a:pt x="379" y="1633"/>
                  </a:cubicBezTo>
                  <a:cubicBezTo>
                    <a:pt x="366" y="1633"/>
                    <a:pt x="337" y="1621"/>
                    <a:pt x="307" y="1601"/>
                  </a:cubicBezTo>
                  <a:cubicBezTo>
                    <a:pt x="227" y="1562"/>
                    <a:pt x="161" y="1509"/>
                    <a:pt x="94" y="1455"/>
                  </a:cubicBezTo>
                  <a:cubicBezTo>
                    <a:pt x="83" y="1449"/>
                    <a:pt x="71" y="1446"/>
                    <a:pt x="60" y="1446"/>
                  </a:cubicBezTo>
                  <a:cubicBezTo>
                    <a:pt x="45" y="1446"/>
                    <a:pt x="29" y="1452"/>
                    <a:pt x="14" y="1468"/>
                  </a:cubicBezTo>
                  <a:cubicBezTo>
                    <a:pt x="1" y="1482"/>
                    <a:pt x="1" y="1521"/>
                    <a:pt x="28" y="1535"/>
                  </a:cubicBezTo>
                  <a:cubicBezTo>
                    <a:pt x="94" y="1601"/>
                    <a:pt x="174" y="1655"/>
                    <a:pt x="241" y="1695"/>
                  </a:cubicBezTo>
                  <a:cubicBezTo>
                    <a:pt x="294" y="1722"/>
                    <a:pt x="334" y="1735"/>
                    <a:pt x="374" y="1735"/>
                  </a:cubicBezTo>
                  <a:cubicBezTo>
                    <a:pt x="414" y="1735"/>
                    <a:pt x="454" y="1722"/>
                    <a:pt x="481" y="1695"/>
                  </a:cubicBezTo>
                  <a:cubicBezTo>
                    <a:pt x="494" y="1669"/>
                    <a:pt x="508" y="1628"/>
                    <a:pt x="508" y="1601"/>
                  </a:cubicBezTo>
                  <a:cubicBezTo>
                    <a:pt x="520" y="1375"/>
                    <a:pt x="494" y="1148"/>
                    <a:pt x="481" y="922"/>
                  </a:cubicBezTo>
                  <a:cubicBezTo>
                    <a:pt x="467" y="641"/>
                    <a:pt x="440" y="348"/>
                    <a:pt x="481" y="68"/>
                  </a:cubicBezTo>
                  <a:cubicBezTo>
                    <a:pt x="494" y="42"/>
                    <a:pt x="467" y="15"/>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10487;p114">
              <a:extLst>
                <a:ext uri="{FF2B5EF4-FFF2-40B4-BE49-F238E27FC236}">
                  <a16:creationId xmlns:a16="http://schemas.microsoft.com/office/drawing/2014/main" id="{831A13C1-3713-348E-19F8-AE18439769EA}"/>
                </a:ext>
              </a:extLst>
            </p:cNvPr>
            <p:cNvSpPr/>
            <p:nvPr/>
          </p:nvSpPr>
          <p:spPr>
            <a:xfrm>
              <a:off x="6015025" y="2407725"/>
              <a:ext cx="28700" cy="12150"/>
            </a:xfrm>
            <a:custGeom>
              <a:avLst/>
              <a:gdLst/>
              <a:ahLst/>
              <a:cxnLst/>
              <a:rect l="l" t="t" r="r" b="b"/>
              <a:pathLst>
                <a:path w="1148" h="486" extrusionOk="0">
                  <a:moveTo>
                    <a:pt x="538" y="1"/>
                  </a:moveTo>
                  <a:cubicBezTo>
                    <a:pt x="491" y="1"/>
                    <a:pt x="445" y="7"/>
                    <a:pt x="401" y="18"/>
                  </a:cubicBezTo>
                  <a:cubicBezTo>
                    <a:pt x="134" y="85"/>
                    <a:pt x="28" y="325"/>
                    <a:pt x="15" y="325"/>
                  </a:cubicBezTo>
                  <a:cubicBezTo>
                    <a:pt x="1" y="379"/>
                    <a:pt x="15" y="445"/>
                    <a:pt x="68" y="472"/>
                  </a:cubicBezTo>
                  <a:cubicBezTo>
                    <a:pt x="81" y="472"/>
                    <a:pt x="108" y="485"/>
                    <a:pt x="121" y="485"/>
                  </a:cubicBezTo>
                  <a:cubicBezTo>
                    <a:pt x="161" y="485"/>
                    <a:pt x="201" y="459"/>
                    <a:pt x="214" y="418"/>
                  </a:cubicBezTo>
                  <a:cubicBezTo>
                    <a:pt x="214" y="418"/>
                    <a:pt x="294" y="258"/>
                    <a:pt x="454" y="219"/>
                  </a:cubicBezTo>
                  <a:cubicBezTo>
                    <a:pt x="476" y="214"/>
                    <a:pt x="499" y="212"/>
                    <a:pt x="522" y="212"/>
                  </a:cubicBezTo>
                  <a:cubicBezTo>
                    <a:pt x="645" y="212"/>
                    <a:pt x="794" y="271"/>
                    <a:pt x="961" y="405"/>
                  </a:cubicBezTo>
                  <a:cubicBezTo>
                    <a:pt x="983" y="417"/>
                    <a:pt x="1008" y="423"/>
                    <a:pt x="1031" y="423"/>
                  </a:cubicBezTo>
                  <a:cubicBezTo>
                    <a:pt x="1063" y="423"/>
                    <a:pt x="1093" y="410"/>
                    <a:pt x="1108" y="379"/>
                  </a:cubicBezTo>
                  <a:cubicBezTo>
                    <a:pt x="1148" y="338"/>
                    <a:pt x="1148" y="272"/>
                    <a:pt x="1094" y="232"/>
                  </a:cubicBezTo>
                  <a:cubicBezTo>
                    <a:pt x="897" y="76"/>
                    <a:pt x="707" y="1"/>
                    <a:pt x="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10488;p114">
              <a:extLst>
                <a:ext uri="{FF2B5EF4-FFF2-40B4-BE49-F238E27FC236}">
                  <a16:creationId xmlns:a16="http://schemas.microsoft.com/office/drawing/2014/main" id="{E0786973-B199-34CE-6CD4-AB066FC40B7F}"/>
                </a:ext>
              </a:extLst>
            </p:cNvPr>
            <p:cNvSpPr/>
            <p:nvPr/>
          </p:nvSpPr>
          <p:spPr>
            <a:xfrm>
              <a:off x="5967375" y="2410475"/>
              <a:ext cx="33025" cy="12375"/>
            </a:xfrm>
            <a:custGeom>
              <a:avLst/>
              <a:gdLst/>
              <a:ahLst/>
              <a:cxnLst/>
              <a:rect l="l" t="t" r="r" b="b"/>
              <a:pathLst>
                <a:path w="1321" h="495" extrusionOk="0">
                  <a:moveTo>
                    <a:pt x="667" y="1"/>
                  </a:moveTo>
                  <a:cubicBezTo>
                    <a:pt x="454" y="1"/>
                    <a:pt x="241" y="107"/>
                    <a:pt x="40" y="308"/>
                  </a:cubicBezTo>
                  <a:cubicBezTo>
                    <a:pt x="0" y="349"/>
                    <a:pt x="0" y="415"/>
                    <a:pt x="54" y="456"/>
                  </a:cubicBezTo>
                  <a:cubicBezTo>
                    <a:pt x="66" y="482"/>
                    <a:pt x="93" y="495"/>
                    <a:pt x="120" y="495"/>
                  </a:cubicBezTo>
                  <a:cubicBezTo>
                    <a:pt x="146" y="495"/>
                    <a:pt x="173" y="482"/>
                    <a:pt x="200" y="456"/>
                  </a:cubicBezTo>
                  <a:cubicBezTo>
                    <a:pt x="348" y="294"/>
                    <a:pt x="508" y="214"/>
                    <a:pt x="658" y="214"/>
                  </a:cubicBezTo>
                  <a:cubicBezTo>
                    <a:pt x="670" y="214"/>
                    <a:pt x="682" y="214"/>
                    <a:pt x="694" y="215"/>
                  </a:cubicBezTo>
                  <a:cubicBezTo>
                    <a:pt x="934" y="215"/>
                    <a:pt x="1107" y="429"/>
                    <a:pt x="1121" y="429"/>
                  </a:cubicBezTo>
                  <a:cubicBezTo>
                    <a:pt x="1135" y="457"/>
                    <a:pt x="1160" y="471"/>
                    <a:pt x="1189" y="471"/>
                  </a:cubicBezTo>
                  <a:cubicBezTo>
                    <a:pt x="1214" y="471"/>
                    <a:pt x="1242" y="461"/>
                    <a:pt x="1267" y="442"/>
                  </a:cubicBezTo>
                  <a:cubicBezTo>
                    <a:pt x="1307" y="415"/>
                    <a:pt x="1320" y="335"/>
                    <a:pt x="1281" y="295"/>
                  </a:cubicBezTo>
                  <a:cubicBezTo>
                    <a:pt x="1267" y="282"/>
                    <a:pt x="1053" y="15"/>
                    <a:pt x="707" y="2"/>
                  </a:cubicBezTo>
                  <a:cubicBezTo>
                    <a:pt x="694" y="1"/>
                    <a:pt x="680" y="1"/>
                    <a:pt x="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10489;p114">
              <a:extLst>
                <a:ext uri="{FF2B5EF4-FFF2-40B4-BE49-F238E27FC236}">
                  <a16:creationId xmlns:a16="http://schemas.microsoft.com/office/drawing/2014/main" id="{A31A8E2C-32D2-1FA7-73D2-06B247B251F6}"/>
                </a:ext>
              </a:extLst>
            </p:cNvPr>
            <p:cNvSpPr/>
            <p:nvPr/>
          </p:nvSpPr>
          <p:spPr>
            <a:xfrm>
              <a:off x="5979700" y="2478850"/>
              <a:ext cx="54375" cy="44700"/>
            </a:xfrm>
            <a:custGeom>
              <a:avLst/>
              <a:gdLst/>
              <a:ahLst/>
              <a:cxnLst/>
              <a:rect l="l" t="t" r="r" b="b"/>
              <a:pathLst>
                <a:path w="2175" h="1788" extrusionOk="0">
                  <a:moveTo>
                    <a:pt x="2121" y="0"/>
                  </a:moveTo>
                  <a:cubicBezTo>
                    <a:pt x="2095" y="0"/>
                    <a:pt x="2068" y="14"/>
                    <a:pt x="2068" y="54"/>
                  </a:cubicBezTo>
                  <a:cubicBezTo>
                    <a:pt x="2042" y="435"/>
                    <a:pt x="1912" y="1682"/>
                    <a:pt x="1246" y="1682"/>
                  </a:cubicBezTo>
                  <a:cubicBezTo>
                    <a:pt x="1236" y="1682"/>
                    <a:pt x="1225" y="1681"/>
                    <a:pt x="1214" y="1681"/>
                  </a:cubicBezTo>
                  <a:cubicBezTo>
                    <a:pt x="374" y="1641"/>
                    <a:pt x="107" y="160"/>
                    <a:pt x="107" y="148"/>
                  </a:cubicBezTo>
                  <a:cubicBezTo>
                    <a:pt x="107" y="126"/>
                    <a:pt x="89" y="104"/>
                    <a:pt x="61" y="104"/>
                  </a:cubicBezTo>
                  <a:cubicBezTo>
                    <a:pt x="54" y="104"/>
                    <a:pt x="48" y="105"/>
                    <a:pt x="41" y="107"/>
                  </a:cubicBezTo>
                  <a:cubicBezTo>
                    <a:pt x="14" y="107"/>
                    <a:pt x="0" y="134"/>
                    <a:pt x="0" y="160"/>
                  </a:cubicBezTo>
                  <a:cubicBezTo>
                    <a:pt x="14" y="228"/>
                    <a:pt x="281" y="1734"/>
                    <a:pt x="1214" y="1788"/>
                  </a:cubicBezTo>
                  <a:lnTo>
                    <a:pt x="1241" y="1788"/>
                  </a:lnTo>
                  <a:cubicBezTo>
                    <a:pt x="1988" y="1788"/>
                    <a:pt x="2134" y="587"/>
                    <a:pt x="2175" y="54"/>
                  </a:cubicBezTo>
                  <a:cubicBezTo>
                    <a:pt x="2175" y="27"/>
                    <a:pt x="2148" y="0"/>
                    <a:pt x="2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10490;p114">
              <a:extLst>
                <a:ext uri="{FF2B5EF4-FFF2-40B4-BE49-F238E27FC236}">
                  <a16:creationId xmlns:a16="http://schemas.microsoft.com/office/drawing/2014/main" id="{068B241A-9FA3-47D9-E89F-5FE46784ED9B}"/>
                </a:ext>
              </a:extLst>
            </p:cNvPr>
            <p:cNvSpPr/>
            <p:nvPr/>
          </p:nvSpPr>
          <p:spPr>
            <a:xfrm>
              <a:off x="5920700" y="2398825"/>
              <a:ext cx="26025" cy="32375"/>
            </a:xfrm>
            <a:custGeom>
              <a:avLst/>
              <a:gdLst/>
              <a:ahLst/>
              <a:cxnLst/>
              <a:rect l="l" t="t" r="r" b="b"/>
              <a:pathLst>
                <a:path w="1041" h="1295" extrusionOk="0">
                  <a:moveTo>
                    <a:pt x="386" y="1"/>
                  </a:moveTo>
                  <a:cubicBezTo>
                    <a:pt x="306" y="1"/>
                    <a:pt x="226" y="27"/>
                    <a:pt x="160" y="81"/>
                  </a:cubicBezTo>
                  <a:cubicBezTo>
                    <a:pt x="0" y="228"/>
                    <a:pt x="40" y="548"/>
                    <a:pt x="173" y="801"/>
                  </a:cubicBezTo>
                  <a:cubicBezTo>
                    <a:pt x="294" y="1055"/>
                    <a:pt x="534" y="1295"/>
                    <a:pt x="840" y="1295"/>
                  </a:cubicBezTo>
                  <a:cubicBezTo>
                    <a:pt x="893" y="1295"/>
                    <a:pt x="947" y="1281"/>
                    <a:pt x="987" y="1268"/>
                  </a:cubicBezTo>
                  <a:cubicBezTo>
                    <a:pt x="1027" y="1268"/>
                    <a:pt x="1040" y="1242"/>
                    <a:pt x="1027" y="1215"/>
                  </a:cubicBezTo>
                  <a:cubicBezTo>
                    <a:pt x="1027" y="1184"/>
                    <a:pt x="1011" y="1170"/>
                    <a:pt x="987" y="1170"/>
                  </a:cubicBezTo>
                  <a:cubicBezTo>
                    <a:pt x="979" y="1170"/>
                    <a:pt x="970" y="1171"/>
                    <a:pt x="960" y="1174"/>
                  </a:cubicBezTo>
                  <a:cubicBezTo>
                    <a:pt x="925" y="1182"/>
                    <a:pt x="890" y="1186"/>
                    <a:pt x="856" y="1186"/>
                  </a:cubicBezTo>
                  <a:cubicBezTo>
                    <a:pt x="596" y="1186"/>
                    <a:pt x="385" y="972"/>
                    <a:pt x="267" y="748"/>
                  </a:cubicBezTo>
                  <a:cubicBezTo>
                    <a:pt x="146" y="508"/>
                    <a:pt x="134" y="255"/>
                    <a:pt x="226" y="161"/>
                  </a:cubicBezTo>
                  <a:cubicBezTo>
                    <a:pt x="280" y="121"/>
                    <a:pt x="320" y="107"/>
                    <a:pt x="386" y="107"/>
                  </a:cubicBezTo>
                  <a:cubicBezTo>
                    <a:pt x="587" y="134"/>
                    <a:pt x="813" y="401"/>
                    <a:pt x="813" y="401"/>
                  </a:cubicBezTo>
                  <a:cubicBezTo>
                    <a:pt x="829" y="417"/>
                    <a:pt x="845" y="423"/>
                    <a:pt x="860" y="423"/>
                  </a:cubicBezTo>
                  <a:cubicBezTo>
                    <a:pt x="871" y="423"/>
                    <a:pt x="882" y="420"/>
                    <a:pt x="893" y="415"/>
                  </a:cubicBezTo>
                  <a:cubicBezTo>
                    <a:pt x="920" y="388"/>
                    <a:pt x="920" y="361"/>
                    <a:pt x="907" y="335"/>
                  </a:cubicBezTo>
                  <a:cubicBezTo>
                    <a:pt x="893" y="321"/>
                    <a:pt x="640" y="27"/>
                    <a:pt x="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10491;p114">
              <a:extLst>
                <a:ext uri="{FF2B5EF4-FFF2-40B4-BE49-F238E27FC236}">
                  <a16:creationId xmlns:a16="http://schemas.microsoft.com/office/drawing/2014/main" id="{790C24F8-7A27-4964-0D19-97DE8E0C99C4}"/>
                </a:ext>
              </a:extLst>
            </p:cNvPr>
            <p:cNvSpPr/>
            <p:nvPr/>
          </p:nvSpPr>
          <p:spPr>
            <a:xfrm>
              <a:off x="5983700" y="2463625"/>
              <a:ext cx="22375" cy="14575"/>
            </a:xfrm>
            <a:custGeom>
              <a:avLst/>
              <a:gdLst/>
              <a:ahLst/>
              <a:cxnLst/>
              <a:rect l="l" t="t" r="r" b="b"/>
              <a:pathLst>
                <a:path w="895" h="583" extrusionOk="0">
                  <a:moveTo>
                    <a:pt x="60" y="1"/>
                  </a:moveTo>
                  <a:cubicBezTo>
                    <a:pt x="49" y="1"/>
                    <a:pt x="38" y="4"/>
                    <a:pt x="27" y="10"/>
                  </a:cubicBezTo>
                  <a:cubicBezTo>
                    <a:pt x="0" y="37"/>
                    <a:pt x="0" y="63"/>
                    <a:pt x="27" y="90"/>
                  </a:cubicBezTo>
                  <a:cubicBezTo>
                    <a:pt x="227" y="330"/>
                    <a:pt x="507" y="503"/>
                    <a:pt x="814" y="583"/>
                  </a:cubicBezTo>
                  <a:lnTo>
                    <a:pt x="827" y="583"/>
                  </a:lnTo>
                  <a:cubicBezTo>
                    <a:pt x="854" y="583"/>
                    <a:pt x="880" y="570"/>
                    <a:pt x="880" y="543"/>
                  </a:cubicBezTo>
                  <a:cubicBezTo>
                    <a:pt x="894" y="517"/>
                    <a:pt x="868" y="476"/>
                    <a:pt x="841" y="476"/>
                  </a:cubicBezTo>
                  <a:cubicBezTo>
                    <a:pt x="560" y="410"/>
                    <a:pt x="294" y="250"/>
                    <a:pt x="107" y="23"/>
                  </a:cubicBezTo>
                  <a:cubicBezTo>
                    <a:pt x="91" y="7"/>
                    <a:pt x="76" y="1"/>
                    <a:pt x="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10492;p114">
              <a:extLst>
                <a:ext uri="{FF2B5EF4-FFF2-40B4-BE49-F238E27FC236}">
                  <a16:creationId xmlns:a16="http://schemas.microsoft.com/office/drawing/2014/main" id="{3524FF07-1B41-15A6-9115-E0D9DB1E2EBB}"/>
                </a:ext>
              </a:extLst>
            </p:cNvPr>
            <p:cNvSpPr/>
            <p:nvPr/>
          </p:nvSpPr>
          <p:spPr>
            <a:xfrm>
              <a:off x="5981700" y="2431850"/>
              <a:ext cx="5025" cy="11025"/>
            </a:xfrm>
            <a:custGeom>
              <a:avLst/>
              <a:gdLst/>
              <a:ahLst/>
              <a:cxnLst/>
              <a:rect l="l" t="t" r="r" b="b"/>
              <a:pathLst>
                <a:path w="201" h="441" extrusionOk="0">
                  <a:moveTo>
                    <a:pt x="94" y="1"/>
                  </a:moveTo>
                  <a:cubicBezTo>
                    <a:pt x="41" y="1"/>
                    <a:pt x="0" y="93"/>
                    <a:pt x="0" y="214"/>
                  </a:cubicBezTo>
                  <a:cubicBezTo>
                    <a:pt x="0" y="333"/>
                    <a:pt x="41" y="440"/>
                    <a:pt x="94" y="440"/>
                  </a:cubicBezTo>
                  <a:cubicBezTo>
                    <a:pt x="160" y="440"/>
                    <a:pt x="201" y="333"/>
                    <a:pt x="201" y="214"/>
                  </a:cubicBezTo>
                  <a:cubicBezTo>
                    <a:pt x="201" y="93"/>
                    <a:pt x="160"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10493;p114">
              <a:extLst>
                <a:ext uri="{FF2B5EF4-FFF2-40B4-BE49-F238E27FC236}">
                  <a16:creationId xmlns:a16="http://schemas.microsoft.com/office/drawing/2014/main" id="{ACCB1B9E-C2A2-5EE4-6908-A70B8DC0C0DF}"/>
                </a:ext>
              </a:extLst>
            </p:cNvPr>
            <p:cNvSpPr/>
            <p:nvPr/>
          </p:nvSpPr>
          <p:spPr>
            <a:xfrm>
              <a:off x="6023375" y="2431850"/>
              <a:ext cx="5375" cy="11025"/>
            </a:xfrm>
            <a:custGeom>
              <a:avLst/>
              <a:gdLst/>
              <a:ahLst/>
              <a:cxnLst/>
              <a:rect l="l" t="t" r="r" b="b"/>
              <a:pathLst>
                <a:path w="215" h="441" extrusionOk="0">
                  <a:moveTo>
                    <a:pt x="107" y="1"/>
                  </a:moveTo>
                  <a:cubicBezTo>
                    <a:pt x="54" y="1"/>
                    <a:pt x="1" y="93"/>
                    <a:pt x="1" y="214"/>
                  </a:cubicBezTo>
                  <a:cubicBezTo>
                    <a:pt x="1" y="333"/>
                    <a:pt x="54" y="440"/>
                    <a:pt x="107" y="440"/>
                  </a:cubicBezTo>
                  <a:cubicBezTo>
                    <a:pt x="161" y="440"/>
                    <a:pt x="214" y="333"/>
                    <a:pt x="214" y="214"/>
                  </a:cubicBezTo>
                  <a:cubicBezTo>
                    <a:pt x="214" y="93"/>
                    <a:pt x="161" y="1"/>
                    <a:pt x="1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10494;p114">
              <a:extLst>
                <a:ext uri="{FF2B5EF4-FFF2-40B4-BE49-F238E27FC236}">
                  <a16:creationId xmlns:a16="http://schemas.microsoft.com/office/drawing/2014/main" id="{49B30837-6EBF-1002-51AE-849A07B8B0F7}"/>
                </a:ext>
              </a:extLst>
            </p:cNvPr>
            <p:cNvSpPr/>
            <p:nvPr/>
          </p:nvSpPr>
          <p:spPr>
            <a:xfrm>
              <a:off x="5953375" y="2477525"/>
              <a:ext cx="55675" cy="80700"/>
            </a:xfrm>
            <a:custGeom>
              <a:avLst/>
              <a:gdLst/>
              <a:ahLst/>
              <a:cxnLst/>
              <a:rect l="l" t="t" r="r" b="b"/>
              <a:pathLst>
                <a:path w="2227" h="3228" extrusionOk="0">
                  <a:moveTo>
                    <a:pt x="920" y="0"/>
                  </a:moveTo>
                  <a:cubicBezTo>
                    <a:pt x="813" y="14"/>
                    <a:pt x="680" y="27"/>
                    <a:pt x="560" y="53"/>
                  </a:cubicBezTo>
                  <a:cubicBezTo>
                    <a:pt x="294" y="94"/>
                    <a:pt x="40" y="1014"/>
                    <a:pt x="0" y="1200"/>
                  </a:cubicBezTo>
                  <a:lnTo>
                    <a:pt x="0" y="1227"/>
                  </a:lnTo>
                  <a:cubicBezTo>
                    <a:pt x="240" y="2014"/>
                    <a:pt x="1494" y="3227"/>
                    <a:pt x="1747" y="3227"/>
                  </a:cubicBezTo>
                  <a:lnTo>
                    <a:pt x="1761" y="3227"/>
                  </a:lnTo>
                  <a:cubicBezTo>
                    <a:pt x="1947" y="3188"/>
                    <a:pt x="2134" y="2308"/>
                    <a:pt x="2227" y="1787"/>
                  </a:cubicBezTo>
                  <a:cubicBezTo>
                    <a:pt x="2227" y="1760"/>
                    <a:pt x="2214" y="1734"/>
                    <a:pt x="2187" y="1721"/>
                  </a:cubicBezTo>
                  <a:cubicBezTo>
                    <a:pt x="2147" y="1721"/>
                    <a:pt x="2120" y="1734"/>
                    <a:pt x="2120" y="1760"/>
                  </a:cubicBezTo>
                  <a:cubicBezTo>
                    <a:pt x="2001" y="2374"/>
                    <a:pt x="1827" y="3067"/>
                    <a:pt x="1747" y="3121"/>
                  </a:cubicBezTo>
                  <a:cubicBezTo>
                    <a:pt x="1587" y="3108"/>
                    <a:pt x="360" y="2001"/>
                    <a:pt x="107" y="1214"/>
                  </a:cubicBezTo>
                  <a:cubicBezTo>
                    <a:pt x="214" y="787"/>
                    <a:pt x="427" y="187"/>
                    <a:pt x="573" y="160"/>
                  </a:cubicBezTo>
                  <a:cubicBezTo>
                    <a:pt x="694" y="133"/>
                    <a:pt x="827" y="121"/>
                    <a:pt x="934" y="107"/>
                  </a:cubicBezTo>
                  <a:cubicBezTo>
                    <a:pt x="973" y="107"/>
                    <a:pt x="987" y="80"/>
                    <a:pt x="987" y="53"/>
                  </a:cubicBezTo>
                  <a:cubicBezTo>
                    <a:pt x="987" y="14"/>
                    <a:pt x="960" y="0"/>
                    <a:pt x="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10495;p114">
              <a:extLst>
                <a:ext uri="{FF2B5EF4-FFF2-40B4-BE49-F238E27FC236}">
                  <a16:creationId xmlns:a16="http://schemas.microsoft.com/office/drawing/2014/main" id="{29323B7D-31E1-5707-B9AE-456148F3EC90}"/>
                </a:ext>
              </a:extLst>
            </p:cNvPr>
            <p:cNvSpPr/>
            <p:nvPr/>
          </p:nvSpPr>
          <p:spPr>
            <a:xfrm>
              <a:off x="6006375" y="2474425"/>
              <a:ext cx="55700" cy="83800"/>
            </a:xfrm>
            <a:custGeom>
              <a:avLst/>
              <a:gdLst/>
              <a:ahLst/>
              <a:cxnLst/>
              <a:rect l="l" t="t" r="r" b="b"/>
              <a:pathLst>
                <a:path w="2228" h="3352" extrusionOk="0">
                  <a:moveTo>
                    <a:pt x="1166" y="1"/>
                  </a:moveTo>
                  <a:cubicBezTo>
                    <a:pt x="1138" y="1"/>
                    <a:pt x="1120" y="22"/>
                    <a:pt x="1120" y="44"/>
                  </a:cubicBezTo>
                  <a:cubicBezTo>
                    <a:pt x="1120" y="71"/>
                    <a:pt x="1134" y="97"/>
                    <a:pt x="1161" y="111"/>
                  </a:cubicBezTo>
                  <a:cubicBezTo>
                    <a:pt x="1321" y="138"/>
                    <a:pt x="1467" y="177"/>
                    <a:pt x="1614" y="231"/>
                  </a:cubicBezTo>
                  <a:cubicBezTo>
                    <a:pt x="1760" y="298"/>
                    <a:pt x="2001" y="938"/>
                    <a:pt x="2107" y="1338"/>
                  </a:cubicBezTo>
                  <a:cubicBezTo>
                    <a:pt x="1854" y="2125"/>
                    <a:pt x="627" y="3232"/>
                    <a:pt x="480" y="3245"/>
                  </a:cubicBezTo>
                  <a:cubicBezTo>
                    <a:pt x="387" y="3191"/>
                    <a:pt x="213" y="2498"/>
                    <a:pt x="107" y="1884"/>
                  </a:cubicBezTo>
                  <a:cubicBezTo>
                    <a:pt x="94" y="1858"/>
                    <a:pt x="67" y="1845"/>
                    <a:pt x="41" y="1845"/>
                  </a:cubicBezTo>
                  <a:cubicBezTo>
                    <a:pt x="14" y="1845"/>
                    <a:pt x="0" y="1884"/>
                    <a:pt x="0" y="1911"/>
                  </a:cubicBezTo>
                  <a:cubicBezTo>
                    <a:pt x="94" y="2432"/>
                    <a:pt x="281" y="3312"/>
                    <a:pt x="454" y="3351"/>
                  </a:cubicBezTo>
                  <a:lnTo>
                    <a:pt x="467" y="3351"/>
                  </a:lnTo>
                  <a:cubicBezTo>
                    <a:pt x="720" y="3351"/>
                    <a:pt x="1988" y="2138"/>
                    <a:pt x="2228" y="1351"/>
                  </a:cubicBezTo>
                  <a:lnTo>
                    <a:pt x="2228" y="1324"/>
                  </a:lnTo>
                  <a:cubicBezTo>
                    <a:pt x="2174" y="1138"/>
                    <a:pt x="1894" y="231"/>
                    <a:pt x="1654" y="138"/>
                  </a:cubicBezTo>
                  <a:cubicBezTo>
                    <a:pt x="1494" y="85"/>
                    <a:pt x="1348" y="31"/>
                    <a:pt x="1188" y="5"/>
                  </a:cubicBezTo>
                  <a:cubicBezTo>
                    <a:pt x="1180" y="2"/>
                    <a:pt x="1173" y="1"/>
                    <a:pt x="11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10496;p114">
              <a:extLst>
                <a:ext uri="{FF2B5EF4-FFF2-40B4-BE49-F238E27FC236}">
                  <a16:creationId xmlns:a16="http://schemas.microsoft.com/office/drawing/2014/main" id="{F5BE9AE4-0B3B-0A33-44A3-999F0C853D8F}"/>
                </a:ext>
              </a:extLst>
            </p:cNvPr>
            <p:cNvSpPr/>
            <p:nvPr/>
          </p:nvSpPr>
          <p:spPr>
            <a:xfrm>
              <a:off x="5919675" y="2300900"/>
              <a:ext cx="178425" cy="138300"/>
            </a:xfrm>
            <a:custGeom>
              <a:avLst/>
              <a:gdLst/>
              <a:ahLst/>
              <a:cxnLst/>
              <a:rect l="l" t="t" r="r" b="b"/>
              <a:pathLst>
                <a:path w="7137" h="5532" extrusionOk="0">
                  <a:moveTo>
                    <a:pt x="3759" y="1"/>
                  </a:moveTo>
                  <a:cubicBezTo>
                    <a:pt x="3000" y="1"/>
                    <a:pt x="2250" y="201"/>
                    <a:pt x="1654" y="678"/>
                  </a:cubicBezTo>
                  <a:lnTo>
                    <a:pt x="1295" y="957"/>
                  </a:lnTo>
                  <a:cubicBezTo>
                    <a:pt x="1041" y="1104"/>
                    <a:pt x="468" y="1238"/>
                    <a:pt x="267" y="1451"/>
                  </a:cubicBezTo>
                  <a:cubicBezTo>
                    <a:pt x="1" y="1745"/>
                    <a:pt x="335" y="4012"/>
                    <a:pt x="335" y="4012"/>
                  </a:cubicBezTo>
                  <a:cubicBezTo>
                    <a:pt x="335" y="4012"/>
                    <a:pt x="397" y="3983"/>
                    <a:pt x="484" y="3983"/>
                  </a:cubicBezTo>
                  <a:cubicBezTo>
                    <a:pt x="629" y="3983"/>
                    <a:pt x="844" y="4062"/>
                    <a:pt x="961" y="4478"/>
                  </a:cubicBezTo>
                  <a:cubicBezTo>
                    <a:pt x="1081" y="4931"/>
                    <a:pt x="975" y="5198"/>
                    <a:pt x="1148" y="5479"/>
                  </a:cubicBezTo>
                  <a:cubicBezTo>
                    <a:pt x="1167" y="5515"/>
                    <a:pt x="1188" y="5531"/>
                    <a:pt x="1208" y="5531"/>
                  </a:cubicBezTo>
                  <a:cubicBezTo>
                    <a:pt x="1353" y="5531"/>
                    <a:pt x="1498" y="4719"/>
                    <a:pt x="1428" y="4438"/>
                  </a:cubicBezTo>
                  <a:cubicBezTo>
                    <a:pt x="1361" y="4225"/>
                    <a:pt x="1254" y="4024"/>
                    <a:pt x="1241" y="3811"/>
                  </a:cubicBezTo>
                  <a:cubicBezTo>
                    <a:pt x="1228" y="3571"/>
                    <a:pt x="1348" y="3345"/>
                    <a:pt x="1441" y="3105"/>
                  </a:cubicBezTo>
                  <a:cubicBezTo>
                    <a:pt x="1521" y="2878"/>
                    <a:pt x="1574" y="2611"/>
                    <a:pt x="1441" y="2397"/>
                  </a:cubicBezTo>
                  <a:lnTo>
                    <a:pt x="1441" y="2397"/>
                  </a:lnTo>
                  <a:cubicBezTo>
                    <a:pt x="1908" y="2744"/>
                    <a:pt x="2468" y="2945"/>
                    <a:pt x="3041" y="2984"/>
                  </a:cubicBezTo>
                  <a:cubicBezTo>
                    <a:pt x="3082" y="2988"/>
                    <a:pt x="3121" y="2989"/>
                    <a:pt x="3160" y="2989"/>
                  </a:cubicBezTo>
                  <a:cubicBezTo>
                    <a:pt x="3276" y="2989"/>
                    <a:pt x="3386" y="2974"/>
                    <a:pt x="3495" y="2945"/>
                  </a:cubicBezTo>
                  <a:cubicBezTo>
                    <a:pt x="3628" y="2904"/>
                    <a:pt x="3735" y="2785"/>
                    <a:pt x="3775" y="2638"/>
                  </a:cubicBezTo>
                  <a:cubicBezTo>
                    <a:pt x="4162" y="2685"/>
                    <a:pt x="4542" y="2732"/>
                    <a:pt x="4925" y="2732"/>
                  </a:cubicBezTo>
                  <a:cubicBezTo>
                    <a:pt x="5083" y="2732"/>
                    <a:pt x="5242" y="2724"/>
                    <a:pt x="5402" y="2705"/>
                  </a:cubicBezTo>
                  <a:cubicBezTo>
                    <a:pt x="5856" y="2638"/>
                    <a:pt x="6562" y="2518"/>
                    <a:pt x="6789" y="2065"/>
                  </a:cubicBezTo>
                  <a:cubicBezTo>
                    <a:pt x="7136" y="1384"/>
                    <a:pt x="6256" y="678"/>
                    <a:pt x="5735" y="438"/>
                  </a:cubicBezTo>
                  <a:cubicBezTo>
                    <a:pt x="5140" y="165"/>
                    <a:pt x="4445" y="1"/>
                    <a:pt x="37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10497;p114">
              <a:extLst>
                <a:ext uri="{FF2B5EF4-FFF2-40B4-BE49-F238E27FC236}">
                  <a16:creationId xmlns:a16="http://schemas.microsoft.com/office/drawing/2014/main" id="{0EB39D24-3BAC-6F3B-D7F7-59258A5202F3}"/>
                </a:ext>
              </a:extLst>
            </p:cNvPr>
            <p:cNvSpPr/>
            <p:nvPr/>
          </p:nvSpPr>
          <p:spPr>
            <a:xfrm>
              <a:off x="6050375" y="2347325"/>
              <a:ext cx="20025" cy="65525"/>
            </a:xfrm>
            <a:custGeom>
              <a:avLst/>
              <a:gdLst/>
              <a:ahLst/>
              <a:cxnLst/>
              <a:rect l="l" t="t" r="r" b="b"/>
              <a:pathLst>
                <a:path w="801" h="2621" extrusionOk="0">
                  <a:moveTo>
                    <a:pt x="469" y="0"/>
                  </a:moveTo>
                  <a:cubicBezTo>
                    <a:pt x="456" y="0"/>
                    <a:pt x="442" y="2"/>
                    <a:pt x="427" y="7"/>
                  </a:cubicBezTo>
                  <a:cubicBezTo>
                    <a:pt x="308" y="48"/>
                    <a:pt x="228" y="247"/>
                    <a:pt x="174" y="354"/>
                  </a:cubicBezTo>
                  <a:cubicBezTo>
                    <a:pt x="107" y="460"/>
                    <a:pt x="54" y="581"/>
                    <a:pt x="27" y="700"/>
                  </a:cubicBezTo>
                  <a:cubicBezTo>
                    <a:pt x="14" y="727"/>
                    <a:pt x="14" y="754"/>
                    <a:pt x="0" y="781"/>
                  </a:cubicBezTo>
                  <a:cubicBezTo>
                    <a:pt x="0" y="1034"/>
                    <a:pt x="27" y="1301"/>
                    <a:pt x="94" y="1541"/>
                  </a:cubicBezTo>
                  <a:cubicBezTo>
                    <a:pt x="121" y="1648"/>
                    <a:pt x="161" y="1755"/>
                    <a:pt x="187" y="1874"/>
                  </a:cubicBezTo>
                  <a:cubicBezTo>
                    <a:pt x="228" y="2141"/>
                    <a:pt x="228" y="2395"/>
                    <a:pt x="427" y="2621"/>
                  </a:cubicBezTo>
                  <a:cubicBezTo>
                    <a:pt x="427" y="2621"/>
                    <a:pt x="801" y="1287"/>
                    <a:pt x="654" y="341"/>
                  </a:cubicBezTo>
                  <a:cubicBezTo>
                    <a:pt x="630" y="243"/>
                    <a:pt x="606" y="0"/>
                    <a:pt x="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10498;p114">
              <a:extLst>
                <a:ext uri="{FF2B5EF4-FFF2-40B4-BE49-F238E27FC236}">
                  <a16:creationId xmlns:a16="http://schemas.microsoft.com/office/drawing/2014/main" id="{328C0A85-FF1B-1211-76EE-62275EDB39DE}"/>
                </a:ext>
              </a:extLst>
            </p:cNvPr>
            <p:cNvSpPr/>
            <p:nvPr/>
          </p:nvSpPr>
          <p:spPr>
            <a:xfrm>
              <a:off x="5918350" y="2294250"/>
              <a:ext cx="63050" cy="40600"/>
            </a:xfrm>
            <a:custGeom>
              <a:avLst/>
              <a:gdLst/>
              <a:ahLst/>
              <a:cxnLst/>
              <a:rect l="l" t="t" r="r" b="b"/>
              <a:pathLst>
                <a:path w="2522" h="1624" extrusionOk="0">
                  <a:moveTo>
                    <a:pt x="2461" y="1"/>
                  </a:moveTo>
                  <a:cubicBezTo>
                    <a:pt x="2450" y="1"/>
                    <a:pt x="2439" y="4"/>
                    <a:pt x="2428" y="10"/>
                  </a:cubicBezTo>
                  <a:cubicBezTo>
                    <a:pt x="1921" y="357"/>
                    <a:pt x="1508" y="810"/>
                    <a:pt x="1201" y="1344"/>
                  </a:cubicBezTo>
                  <a:cubicBezTo>
                    <a:pt x="1069" y="1304"/>
                    <a:pt x="933" y="1285"/>
                    <a:pt x="798" y="1285"/>
                  </a:cubicBezTo>
                  <a:cubicBezTo>
                    <a:pt x="522" y="1285"/>
                    <a:pt x="251" y="1365"/>
                    <a:pt x="27" y="1517"/>
                  </a:cubicBezTo>
                  <a:cubicBezTo>
                    <a:pt x="0" y="1543"/>
                    <a:pt x="0" y="1570"/>
                    <a:pt x="14" y="1597"/>
                  </a:cubicBezTo>
                  <a:cubicBezTo>
                    <a:pt x="27" y="1610"/>
                    <a:pt x="41" y="1623"/>
                    <a:pt x="54" y="1623"/>
                  </a:cubicBezTo>
                  <a:cubicBezTo>
                    <a:pt x="68" y="1623"/>
                    <a:pt x="80" y="1610"/>
                    <a:pt x="80" y="1610"/>
                  </a:cubicBezTo>
                  <a:cubicBezTo>
                    <a:pt x="294" y="1465"/>
                    <a:pt x="539" y="1391"/>
                    <a:pt x="786" y="1391"/>
                  </a:cubicBezTo>
                  <a:cubicBezTo>
                    <a:pt x="925" y="1391"/>
                    <a:pt x="1066" y="1415"/>
                    <a:pt x="1201" y="1463"/>
                  </a:cubicBezTo>
                  <a:cubicBezTo>
                    <a:pt x="1227" y="1463"/>
                    <a:pt x="1254" y="1463"/>
                    <a:pt x="1268" y="1437"/>
                  </a:cubicBezTo>
                  <a:cubicBezTo>
                    <a:pt x="1561" y="903"/>
                    <a:pt x="1988" y="437"/>
                    <a:pt x="2495" y="90"/>
                  </a:cubicBezTo>
                  <a:cubicBezTo>
                    <a:pt x="2508" y="76"/>
                    <a:pt x="2521" y="50"/>
                    <a:pt x="2508" y="23"/>
                  </a:cubicBezTo>
                  <a:cubicBezTo>
                    <a:pt x="2492" y="7"/>
                    <a:pt x="2477" y="1"/>
                    <a:pt x="24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10499;p114">
              <a:extLst>
                <a:ext uri="{FF2B5EF4-FFF2-40B4-BE49-F238E27FC236}">
                  <a16:creationId xmlns:a16="http://schemas.microsoft.com/office/drawing/2014/main" id="{13C33D3C-8779-E055-9A55-158B64FB5297}"/>
                </a:ext>
              </a:extLst>
            </p:cNvPr>
            <p:cNvSpPr/>
            <p:nvPr/>
          </p:nvSpPr>
          <p:spPr>
            <a:xfrm>
              <a:off x="5959025" y="2315825"/>
              <a:ext cx="111050" cy="39700"/>
            </a:xfrm>
            <a:custGeom>
              <a:avLst/>
              <a:gdLst/>
              <a:ahLst/>
              <a:cxnLst/>
              <a:rect l="l" t="t" r="r" b="b"/>
              <a:pathLst>
                <a:path w="4442" h="1588" extrusionOk="0">
                  <a:moveTo>
                    <a:pt x="4228" y="1"/>
                  </a:moveTo>
                  <a:cubicBezTo>
                    <a:pt x="4202" y="13"/>
                    <a:pt x="4175" y="40"/>
                    <a:pt x="4188" y="67"/>
                  </a:cubicBezTo>
                  <a:cubicBezTo>
                    <a:pt x="4188" y="67"/>
                    <a:pt x="4321" y="481"/>
                    <a:pt x="4122" y="867"/>
                  </a:cubicBezTo>
                  <a:cubicBezTo>
                    <a:pt x="3975" y="1121"/>
                    <a:pt x="3708" y="1320"/>
                    <a:pt x="3334" y="1427"/>
                  </a:cubicBezTo>
                  <a:cubicBezTo>
                    <a:pt x="3201" y="1468"/>
                    <a:pt x="3068" y="1480"/>
                    <a:pt x="2922" y="1480"/>
                  </a:cubicBezTo>
                  <a:cubicBezTo>
                    <a:pt x="1721" y="1480"/>
                    <a:pt x="107" y="347"/>
                    <a:pt x="94" y="333"/>
                  </a:cubicBezTo>
                  <a:lnTo>
                    <a:pt x="68" y="333"/>
                  </a:lnTo>
                  <a:cubicBezTo>
                    <a:pt x="41" y="333"/>
                    <a:pt x="27" y="333"/>
                    <a:pt x="14" y="347"/>
                  </a:cubicBezTo>
                  <a:cubicBezTo>
                    <a:pt x="0" y="374"/>
                    <a:pt x="0" y="413"/>
                    <a:pt x="27" y="427"/>
                  </a:cubicBezTo>
                  <a:cubicBezTo>
                    <a:pt x="107" y="481"/>
                    <a:pt x="1681" y="1587"/>
                    <a:pt x="2908" y="1587"/>
                  </a:cubicBezTo>
                  <a:cubicBezTo>
                    <a:pt x="3068" y="1587"/>
                    <a:pt x="3215" y="1574"/>
                    <a:pt x="3361" y="1534"/>
                  </a:cubicBezTo>
                  <a:cubicBezTo>
                    <a:pt x="3775" y="1414"/>
                    <a:pt x="4055" y="1201"/>
                    <a:pt x="4215" y="907"/>
                  </a:cubicBezTo>
                  <a:cubicBezTo>
                    <a:pt x="4442" y="494"/>
                    <a:pt x="4295" y="54"/>
                    <a:pt x="4295" y="40"/>
                  </a:cubicBezTo>
                  <a:cubicBezTo>
                    <a:pt x="4282" y="13"/>
                    <a:pt x="4268" y="1"/>
                    <a:pt x="4241" y="1"/>
                  </a:cubicBezTo>
                  <a:close/>
                </a:path>
              </a:pathLst>
            </a:custGeom>
            <a:solidFill>
              <a:srgbClr val="8C92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10500;p114">
              <a:extLst>
                <a:ext uri="{FF2B5EF4-FFF2-40B4-BE49-F238E27FC236}">
                  <a16:creationId xmlns:a16="http://schemas.microsoft.com/office/drawing/2014/main" id="{C7E5A916-4694-896E-8897-70733D26B426}"/>
                </a:ext>
              </a:extLst>
            </p:cNvPr>
            <p:cNvSpPr/>
            <p:nvPr/>
          </p:nvSpPr>
          <p:spPr>
            <a:xfrm>
              <a:off x="5964025" y="2305825"/>
              <a:ext cx="78050" cy="25025"/>
            </a:xfrm>
            <a:custGeom>
              <a:avLst/>
              <a:gdLst/>
              <a:ahLst/>
              <a:cxnLst/>
              <a:rect l="l" t="t" r="r" b="b"/>
              <a:pathLst>
                <a:path w="3122" h="1001" extrusionOk="0">
                  <a:moveTo>
                    <a:pt x="3068" y="1"/>
                  </a:moveTo>
                  <a:cubicBezTo>
                    <a:pt x="3042" y="1"/>
                    <a:pt x="3015" y="13"/>
                    <a:pt x="3015" y="40"/>
                  </a:cubicBezTo>
                  <a:cubicBezTo>
                    <a:pt x="2921" y="374"/>
                    <a:pt x="2734" y="614"/>
                    <a:pt x="2441" y="760"/>
                  </a:cubicBezTo>
                  <a:cubicBezTo>
                    <a:pt x="2241" y="854"/>
                    <a:pt x="2001" y="894"/>
                    <a:pt x="1761" y="894"/>
                  </a:cubicBezTo>
                  <a:cubicBezTo>
                    <a:pt x="961" y="894"/>
                    <a:pt x="94" y="493"/>
                    <a:pt x="81" y="493"/>
                  </a:cubicBezTo>
                  <a:cubicBezTo>
                    <a:pt x="81" y="481"/>
                    <a:pt x="67" y="481"/>
                    <a:pt x="54" y="481"/>
                  </a:cubicBezTo>
                  <a:cubicBezTo>
                    <a:pt x="40" y="481"/>
                    <a:pt x="14" y="493"/>
                    <a:pt x="14" y="520"/>
                  </a:cubicBezTo>
                  <a:cubicBezTo>
                    <a:pt x="1" y="547"/>
                    <a:pt x="14" y="573"/>
                    <a:pt x="40" y="587"/>
                  </a:cubicBezTo>
                  <a:cubicBezTo>
                    <a:pt x="81" y="614"/>
                    <a:pt x="947" y="1000"/>
                    <a:pt x="1747" y="1000"/>
                  </a:cubicBezTo>
                  <a:cubicBezTo>
                    <a:pt x="2014" y="1000"/>
                    <a:pt x="2268" y="961"/>
                    <a:pt x="2494" y="854"/>
                  </a:cubicBezTo>
                  <a:cubicBezTo>
                    <a:pt x="2802" y="707"/>
                    <a:pt x="3015" y="440"/>
                    <a:pt x="3108" y="67"/>
                  </a:cubicBezTo>
                  <a:cubicBezTo>
                    <a:pt x="3122" y="27"/>
                    <a:pt x="3108" y="1"/>
                    <a:pt x="3081" y="1"/>
                  </a:cubicBezTo>
                  <a:close/>
                </a:path>
              </a:pathLst>
            </a:custGeom>
            <a:solidFill>
              <a:srgbClr val="8C92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10501;p114">
              <a:extLst>
                <a:ext uri="{FF2B5EF4-FFF2-40B4-BE49-F238E27FC236}">
                  <a16:creationId xmlns:a16="http://schemas.microsoft.com/office/drawing/2014/main" id="{133A8E5E-9728-5B7E-2B13-5F3CEB393A93}"/>
                </a:ext>
              </a:extLst>
            </p:cNvPr>
            <p:cNvSpPr/>
            <p:nvPr/>
          </p:nvSpPr>
          <p:spPr>
            <a:xfrm>
              <a:off x="5981025" y="2480175"/>
              <a:ext cx="49050" cy="26050"/>
            </a:xfrm>
            <a:custGeom>
              <a:avLst/>
              <a:gdLst/>
              <a:ahLst/>
              <a:cxnLst/>
              <a:rect l="l" t="t" r="r" b="b"/>
              <a:pathLst>
                <a:path w="1962" h="1042" extrusionOk="0">
                  <a:moveTo>
                    <a:pt x="1962" y="1"/>
                  </a:moveTo>
                  <a:cubicBezTo>
                    <a:pt x="1961" y="1"/>
                    <a:pt x="1588" y="495"/>
                    <a:pt x="1001" y="534"/>
                  </a:cubicBezTo>
                  <a:cubicBezTo>
                    <a:pt x="986" y="536"/>
                    <a:pt x="970" y="537"/>
                    <a:pt x="953" y="537"/>
                  </a:cubicBezTo>
                  <a:cubicBezTo>
                    <a:pt x="577" y="537"/>
                    <a:pt x="1" y="108"/>
                    <a:pt x="1" y="107"/>
                  </a:cubicBezTo>
                  <a:lnTo>
                    <a:pt x="1" y="107"/>
                  </a:lnTo>
                  <a:cubicBezTo>
                    <a:pt x="1" y="108"/>
                    <a:pt x="487" y="1041"/>
                    <a:pt x="872" y="1041"/>
                  </a:cubicBezTo>
                  <a:cubicBezTo>
                    <a:pt x="875" y="1041"/>
                    <a:pt x="878" y="1041"/>
                    <a:pt x="881" y="1041"/>
                  </a:cubicBezTo>
                  <a:cubicBezTo>
                    <a:pt x="1254" y="1014"/>
                    <a:pt x="1961" y="2"/>
                    <a:pt x="1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10502;p114">
              <a:extLst>
                <a:ext uri="{FF2B5EF4-FFF2-40B4-BE49-F238E27FC236}">
                  <a16:creationId xmlns:a16="http://schemas.microsoft.com/office/drawing/2014/main" id="{50F2BFF9-AA31-2DB2-42CC-58A8C3BE2DAB}"/>
                </a:ext>
              </a:extLst>
            </p:cNvPr>
            <p:cNvSpPr/>
            <p:nvPr/>
          </p:nvSpPr>
          <p:spPr>
            <a:xfrm>
              <a:off x="5957025" y="2604550"/>
              <a:ext cx="103725" cy="104750"/>
            </a:xfrm>
            <a:custGeom>
              <a:avLst/>
              <a:gdLst/>
              <a:ahLst/>
              <a:cxnLst/>
              <a:rect l="l" t="t" r="r" b="b"/>
              <a:pathLst>
                <a:path w="4149" h="4190" extrusionOk="0">
                  <a:moveTo>
                    <a:pt x="2054" y="1548"/>
                  </a:moveTo>
                  <a:cubicBezTo>
                    <a:pt x="2374" y="1548"/>
                    <a:pt x="2628" y="1801"/>
                    <a:pt x="2628" y="2108"/>
                  </a:cubicBezTo>
                  <a:cubicBezTo>
                    <a:pt x="2628" y="2428"/>
                    <a:pt x="2374" y="2681"/>
                    <a:pt x="2054" y="2681"/>
                  </a:cubicBezTo>
                  <a:cubicBezTo>
                    <a:pt x="1748" y="2681"/>
                    <a:pt x="1494" y="2428"/>
                    <a:pt x="1494" y="2121"/>
                  </a:cubicBezTo>
                  <a:cubicBezTo>
                    <a:pt x="1494" y="1801"/>
                    <a:pt x="1748" y="1548"/>
                    <a:pt x="2054" y="1548"/>
                  </a:cubicBezTo>
                  <a:close/>
                  <a:moveTo>
                    <a:pt x="2001" y="1"/>
                  </a:moveTo>
                  <a:cubicBezTo>
                    <a:pt x="1908" y="1"/>
                    <a:pt x="1814" y="67"/>
                    <a:pt x="1787" y="161"/>
                  </a:cubicBezTo>
                  <a:lnTo>
                    <a:pt x="1761" y="267"/>
                  </a:lnTo>
                  <a:cubicBezTo>
                    <a:pt x="1748" y="347"/>
                    <a:pt x="1681" y="401"/>
                    <a:pt x="1615" y="427"/>
                  </a:cubicBezTo>
                  <a:cubicBezTo>
                    <a:pt x="1561" y="440"/>
                    <a:pt x="1508" y="454"/>
                    <a:pt x="1455" y="481"/>
                  </a:cubicBezTo>
                  <a:cubicBezTo>
                    <a:pt x="1432" y="488"/>
                    <a:pt x="1410" y="492"/>
                    <a:pt x="1388" y="492"/>
                  </a:cubicBezTo>
                  <a:cubicBezTo>
                    <a:pt x="1332" y="492"/>
                    <a:pt x="1280" y="470"/>
                    <a:pt x="1241" y="440"/>
                  </a:cubicBezTo>
                  <a:lnTo>
                    <a:pt x="1147" y="360"/>
                  </a:lnTo>
                  <a:cubicBezTo>
                    <a:pt x="1111" y="324"/>
                    <a:pt x="1058" y="303"/>
                    <a:pt x="1005" y="303"/>
                  </a:cubicBezTo>
                  <a:cubicBezTo>
                    <a:pt x="961" y="303"/>
                    <a:pt x="917" y="317"/>
                    <a:pt x="881" y="347"/>
                  </a:cubicBezTo>
                  <a:lnTo>
                    <a:pt x="814" y="401"/>
                  </a:lnTo>
                  <a:cubicBezTo>
                    <a:pt x="721" y="454"/>
                    <a:pt x="694" y="561"/>
                    <a:pt x="734" y="654"/>
                  </a:cubicBezTo>
                  <a:lnTo>
                    <a:pt x="774" y="760"/>
                  </a:lnTo>
                  <a:cubicBezTo>
                    <a:pt x="801" y="828"/>
                    <a:pt x="788" y="920"/>
                    <a:pt x="734" y="974"/>
                  </a:cubicBezTo>
                  <a:cubicBezTo>
                    <a:pt x="694" y="1014"/>
                    <a:pt x="667" y="1054"/>
                    <a:pt x="640" y="1107"/>
                  </a:cubicBezTo>
                  <a:cubicBezTo>
                    <a:pt x="587" y="1174"/>
                    <a:pt x="521" y="1201"/>
                    <a:pt x="441" y="1201"/>
                  </a:cubicBezTo>
                  <a:lnTo>
                    <a:pt x="334" y="1187"/>
                  </a:lnTo>
                  <a:cubicBezTo>
                    <a:pt x="325" y="1186"/>
                    <a:pt x="316" y="1185"/>
                    <a:pt x="306" y="1185"/>
                  </a:cubicBezTo>
                  <a:cubicBezTo>
                    <a:pt x="220" y="1185"/>
                    <a:pt x="131" y="1238"/>
                    <a:pt x="107" y="1334"/>
                  </a:cubicBezTo>
                  <a:lnTo>
                    <a:pt x="68" y="1427"/>
                  </a:lnTo>
                  <a:cubicBezTo>
                    <a:pt x="41" y="1521"/>
                    <a:pt x="68" y="1614"/>
                    <a:pt x="148" y="1681"/>
                  </a:cubicBezTo>
                  <a:lnTo>
                    <a:pt x="254" y="1747"/>
                  </a:lnTo>
                  <a:cubicBezTo>
                    <a:pt x="320" y="1788"/>
                    <a:pt x="347" y="1868"/>
                    <a:pt x="347" y="1948"/>
                  </a:cubicBezTo>
                  <a:cubicBezTo>
                    <a:pt x="334" y="2001"/>
                    <a:pt x="334" y="2055"/>
                    <a:pt x="334" y="2108"/>
                  </a:cubicBezTo>
                  <a:cubicBezTo>
                    <a:pt x="334" y="2188"/>
                    <a:pt x="294" y="2254"/>
                    <a:pt x="228" y="2295"/>
                  </a:cubicBezTo>
                  <a:lnTo>
                    <a:pt x="134" y="2348"/>
                  </a:lnTo>
                  <a:cubicBezTo>
                    <a:pt x="41" y="2401"/>
                    <a:pt x="0" y="2494"/>
                    <a:pt x="27" y="2601"/>
                  </a:cubicBezTo>
                  <a:lnTo>
                    <a:pt x="54" y="2695"/>
                  </a:lnTo>
                  <a:cubicBezTo>
                    <a:pt x="80" y="2787"/>
                    <a:pt x="160" y="2855"/>
                    <a:pt x="267" y="2855"/>
                  </a:cubicBezTo>
                  <a:lnTo>
                    <a:pt x="374" y="2855"/>
                  </a:lnTo>
                  <a:cubicBezTo>
                    <a:pt x="441" y="2855"/>
                    <a:pt x="521" y="2894"/>
                    <a:pt x="560" y="2961"/>
                  </a:cubicBezTo>
                  <a:cubicBezTo>
                    <a:pt x="587" y="3015"/>
                    <a:pt x="614" y="3054"/>
                    <a:pt x="654" y="3108"/>
                  </a:cubicBezTo>
                  <a:cubicBezTo>
                    <a:pt x="694" y="3175"/>
                    <a:pt x="694" y="3255"/>
                    <a:pt x="667" y="3321"/>
                  </a:cubicBezTo>
                  <a:lnTo>
                    <a:pt x="628" y="3415"/>
                  </a:lnTo>
                  <a:cubicBezTo>
                    <a:pt x="574" y="3508"/>
                    <a:pt x="601" y="3614"/>
                    <a:pt x="681" y="3682"/>
                  </a:cubicBezTo>
                  <a:lnTo>
                    <a:pt x="747" y="3735"/>
                  </a:lnTo>
                  <a:cubicBezTo>
                    <a:pt x="789" y="3770"/>
                    <a:pt x="839" y="3786"/>
                    <a:pt x="888" y="3786"/>
                  </a:cubicBezTo>
                  <a:cubicBezTo>
                    <a:pt x="932" y="3786"/>
                    <a:pt x="976" y="3773"/>
                    <a:pt x="1014" y="3748"/>
                  </a:cubicBezTo>
                  <a:lnTo>
                    <a:pt x="1094" y="3694"/>
                  </a:lnTo>
                  <a:cubicBezTo>
                    <a:pt x="1137" y="3669"/>
                    <a:pt x="1186" y="3654"/>
                    <a:pt x="1234" y="3654"/>
                  </a:cubicBezTo>
                  <a:cubicBezTo>
                    <a:pt x="1259" y="3654"/>
                    <a:pt x="1284" y="3658"/>
                    <a:pt x="1307" y="3668"/>
                  </a:cubicBezTo>
                  <a:cubicBezTo>
                    <a:pt x="1361" y="3694"/>
                    <a:pt x="1414" y="3721"/>
                    <a:pt x="1481" y="3748"/>
                  </a:cubicBezTo>
                  <a:cubicBezTo>
                    <a:pt x="1547" y="3774"/>
                    <a:pt x="1601" y="3828"/>
                    <a:pt x="1615" y="3908"/>
                  </a:cubicBezTo>
                  <a:lnTo>
                    <a:pt x="1627" y="4002"/>
                  </a:lnTo>
                  <a:cubicBezTo>
                    <a:pt x="1641" y="4108"/>
                    <a:pt x="1721" y="4174"/>
                    <a:pt x="1828" y="4188"/>
                  </a:cubicBezTo>
                  <a:lnTo>
                    <a:pt x="1921" y="4188"/>
                  </a:lnTo>
                  <a:cubicBezTo>
                    <a:pt x="1930" y="4189"/>
                    <a:pt x="1938" y="4190"/>
                    <a:pt x="1947" y="4190"/>
                  </a:cubicBezTo>
                  <a:cubicBezTo>
                    <a:pt x="2043" y="4190"/>
                    <a:pt x="2124" y="4127"/>
                    <a:pt x="2148" y="4041"/>
                  </a:cubicBezTo>
                  <a:lnTo>
                    <a:pt x="2175" y="3961"/>
                  </a:lnTo>
                  <a:cubicBezTo>
                    <a:pt x="2201" y="3895"/>
                    <a:pt x="2268" y="3828"/>
                    <a:pt x="2348" y="3815"/>
                  </a:cubicBezTo>
                  <a:cubicBezTo>
                    <a:pt x="2401" y="3815"/>
                    <a:pt x="2468" y="3801"/>
                    <a:pt x="2521" y="3788"/>
                  </a:cubicBezTo>
                  <a:cubicBezTo>
                    <a:pt x="2543" y="3781"/>
                    <a:pt x="2564" y="3778"/>
                    <a:pt x="2585" y="3778"/>
                  </a:cubicBezTo>
                  <a:cubicBezTo>
                    <a:pt x="2642" y="3778"/>
                    <a:pt x="2696" y="3803"/>
                    <a:pt x="2735" y="3842"/>
                  </a:cubicBezTo>
                  <a:lnTo>
                    <a:pt x="2801" y="3908"/>
                  </a:lnTo>
                  <a:cubicBezTo>
                    <a:pt x="2840" y="3947"/>
                    <a:pt x="2892" y="3967"/>
                    <a:pt x="2945" y="3967"/>
                  </a:cubicBezTo>
                  <a:cubicBezTo>
                    <a:pt x="2983" y="3967"/>
                    <a:pt x="3021" y="3957"/>
                    <a:pt x="3055" y="3934"/>
                  </a:cubicBezTo>
                  <a:lnTo>
                    <a:pt x="3148" y="3895"/>
                  </a:lnTo>
                  <a:cubicBezTo>
                    <a:pt x="3242" y="3842"/>
                    <a:pt x="3281" y="3735"/>
                    <a:pt x="3254" y="3641"/>
                  </a:cubicBezTo>
                  <a:lnTo>
                    <a:pt x="3228" y="3561"/>
                  </a:lnTo>
                  <a:cubicBezTo>
                    <a:pt x="3201" y="3481"/>
                    <a:pt x="3228" y="3401"/>
                    <a:pt x="3281" y="3348"/>
                  </a:cubicBezTo>
                  <a:cubicBezTo>
                    <a:pt x="3322" y="3294"/>
                    <a:pt x="3375" y="3255"/>
                    <a:pt x="3414" y="3201"/>
                  </a:cubicBezTo>
                  <a:cubicBezTo>
                    <a:pt x="3448" y="3157"/>
                    <a:pt x="3509" y="3131"/>
                    <a:pt x="3575" y="3131"/>
                  </a:cubicBezTo>
                  <a:cubicBezTo>
                    <a:pt x="3588" y="3131"/>
                    <a:pt x="3602" y="3132"/>
                    <a:pt x="3615" y="3134"/>
                  </a:cubicBezTo>
                  <a:lnTo>
                    <a:pt x="3708" y="3148"/>
                  </a:lnTo>
                  <a:cubicBezTo>
                    <a:pt x="3719" y="3150"/>
                    <a:pt x="3731" y="3150"/>
                    <a:pt x="3742" y="3150"/>
                  </a:cubicBezTo>
                  <a:cubicBezTo>
                    <a:pt x="3824" y="3150"/>
                    <a:pt x="3899" y="3110"/>
                    <a:pt x="3935" y="3028"/>
                  </a:cubicBezTo>
                  <a:lnTo>
                    <a:pt x="3988" y="2935"/>
                  </a:lnTo>
                  <a:cubicBezTo>
                    <a:pt x="4028" y="2841"/>
                    <a:pt x="4001" y="2734"/>
                    <a:pt x="3921" y="2681"/>
                  </a:cubicBezTo>
                  <a:lnTo>
                    <a:pt x="3855" y="2627"/>
                  </a:lnTo>
                  <a:cubicBezTo>
                    <a:pt x="3802" y="2574"/>
                    <a:pt x="3761" y="2494"/>
                    <a:pt x="3775" y="2428"/>
                  </a:cubicBezTo>
                  <a:cubicBezTo>
                    <a:pt x="3788" y="2361"/>
                    <a:pt x="3788" y="2295"/>
                    <a:pt x="3802" y="2227"/>
                  </a:cubicBezTo>
                  <a:cubicBezTo>
                    <a:pt x="3802" y="2161"/>
                    <a:pt x="3855" y="2094"/>
                    <a:pt x="3921" y="2055"/>
                  </a:cubicBezTo>
                  <a:lnTo>
                    <a:pt x="4001" y="2028"/>
                  </a:lnTo>
                  <a:cubicBezTo>
                    <a:pt x="4095" y="1987"/>
                    <a:pt x="4148" y="1881"/>
                    <a:pt x="4122" y="1788"/>
                  </a:cubicBezTo>
                  <a:lnTo>
                    <a:pt x="4108" y="1694"/>
                  </a:lnTo>
                  <a:cubicBezTo>
                    <a:pt x="4095" y="1587"/>
                    <a:pt x="4015" y="1521"/>
                    <a:pt x="3908" y="1507"/>
                  </a:cubicBezTo>
                  <a:lnTo>
                    <a:pt x="3815" y="1507"/>
                  </a:lnTo>
                  <a:cubicBezTo>
                    <a:pt x="3734" y="1494"/>
                    <a:pt x="3668" y="1454"/>
                    <a:pt x="3642" y="1374"/>
                  </a:cubicBezTo>
                  <a:cubicBezTo>
                    <a:pt x="3615" y="1320"/>
                    <a:pt x="3588" y="1281"/>
                    <a:pt x="3548" y="1214"/>
                  </a:cubicBezTo>
                  <a:cubicBezTo>
                    <a:pt x="3508" y="1148"/>
                    <a:pt x="3508" y="1068"/>
                    <a:pt x="3548" y="1000"/>
                  </a:cubicBezTo>
                  <a:lnTo>
                    <a:pt x="3601" y="920"/>
                  </a:lnTo>
                  <a:cubicBezTo>
                    <a:pt x="3654" y="840"/>
                    <a:pt x="3642" y="721"/>
                    <a:pt x="3562" y="654"/>
                  </a:cubicBezTo>
                  <a:lnTo>
                    <a:pt x="3494" y="588"/>
                  </a:lnTo>
                  <a:cubicBezTo>
                    <a:pt x="3457" y="542"/>
                    <a:pt x="3406" y="518"/>
                    <a:pt x="3352" y="518"/>
                  </a:cubicBezTo>
                  <a:cubicBezTo>
                    <a:pt x="3311" y="518"/>
                    <a:pt x="3268" y="532"/>
                    <a:pt x="3228" y="561"/>
                  </a:cubicBezTo>
                  <a:lnTo>
                    <a:pt x="3148" y="600"/>
                  </a:lnTo>
                  <a:cubicBezTo>
                    <a:pt x="3115" y="621"/>
                    <a:pt x="3078" y="631"/>
                    <a:pt x="3041" y="631"/>
                  </a:cubicBezTo>
                  <a:cubicBezTo>
                    <a:pt x="3005" y="631"/>
                    <a:pt x="2968" y="621"/>
                    <a:pt x="2934" y="600"/>
                  </a:cubicBezTo>
                  <a:cubicBezTo>
                    <a:pt x="2801" y="520"/>
                    <a:pt x="2655" y="467"/>
                    <a:pt x="2495" y="427"/>
                  </a:cubicBezTo>
                  <a:cubicBezTo>
                    <a:pt x="2415" y="401"/>
                    <a:pt x="2361" y="347"/>
                    <a:pt x="2335" y="267"/>
                  </a:cubicBezTo>
                  <a:lnTo>
                    <a:pt x="2321" y="161"/>
                  </a:lnTo>
                  <a:cubicBezTo>
                    <a:pt x="2294" y="67"/>
                    <a:pt x="2201" y="1"/>
                    <a:pt x="2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10503;p114">
              <a:extLst>
                <a:ext uri="{FF2B5EF4-FFF2-40B4-BE49-F238E27FC236}">
                  <a16:creationId xmlns:a16="http://schemas.microsoft.com/office/drawing/2014/main" id="{53BE3067-816F-30AD-3698-B0C8AA11C4A1}"/>
                </a:ext>
              </a:extLst>
            </p:cNvPr>
            <p:cNvSpPr/>
            <p:nvPr/>
          </p:nvSpPr>
          <p:spPr>
            <a:xfrm>
              <a:off x="5854325" y="2742675"/>
              <a:ext cx="26375" cy="57950"/>
            </a:xfrm>
            <a:custGeom>
              <a:avLst/>
              <a:gdLst/>
              <a:ahLst/>
              <a:cxnLst/>
              <a:rect l="l" t="t" r="r" b="b"/>
              <a:pathLst>
                <a:path w="1055" h="2318" extrusionOk="0">
                  <a:moveTo>
                    <a:pt x="988" y="0"/>
                  </a:moveTo>
                  <a:cubicBezTo>
                    <a:pt x="975" y="0"/>
                    <a:pt x="962" y="3"/>
                    <a:pt x="948" y="10"/>
                  </a:cubicBezTo>
                  <a:cubicBezTo>
                    <a:pt x="868" y="104"/>
                    <a:pt x="774" y="196"/>
                    <a:pt x="681" y="276"/>
                  </a:cubicBezTo>
                  <a:cubicBezTo>
                    <a:pt x="401" y="543"/>
                    <a:pt x="188" y="877"/>
                    <a:pt x="68" y="1237"/>
                  </a:cubicBezTo>
                  <a:cubicBezTo>
                    <a:pt x="1" y="1423"/>
                    <a:pt x="1" y="1610"/>
                    <a:pt x="68" y="1797"/>
                  </a:cubicBezTo>
                  <a:cubicBezTo>
                    <a:pt x="161" y="2024"/>
                    <a:pt x="361" y="2224"/>
                    <a:pt x="588" y="2291"/>
                  </a:cubicBezTo>
                  <a:cubicBezTo>
                    <a:pt x="641" y="2304"/>
                    <a:pt x="694" y="2317"/>
                    <a:pt x="748" y="2317"/>
                  </a:cubicBezTo>
                  <a:cubicBezTo>
                    <a:pt x="842" y="2317"/>
                    <a:pt x="922" y="2291"/>
                    <a:pt x="1002" y="2250"/>
                  </a:cubicBezTo>
                  <a:cubicBezTo>
                    <a:pt x="1014" y="2224"/>
                    <a:pt x="1028" y="2197"/>
                    <a:pt x="1014" y="2170"/>
                  </a:cubicBezTo>
                  <a:cubicBezTo>
                    <a:pt x="1007" y="2155"/>
                    <a:pt x="990" y="2148"/>
                    <a:pt x="972" y="2148"/>
                  </a:cubicBezTo>
                  <a:cubicBezTo>
                    <a:pt x="959" y="2148"/>
                    <a:pt x="946" y="2152"/>
                    <a:pt x="934" y="2157"/>
                  </a:cubicBezTo>
                  <a:cubicBezTo>
                    <a:pt x="878" y="2190"/>
                    <a:pt x="817" y="2207"/>
                    <a:pt x="751" y="2207"/>
                  </a:cubicBezTo>
                  <a:cubicBezTo>
                    <a:pt x="707" y="2207"/>
                    <a:pt x="662" y="2200"/>
                    <a:pt x="614" y="2184"/>
                  </a:cubicBezTo>
                  <a:cubicBezTo>
                    <a:pt x="428" y="2131"/>
                    <a:pt x="241" y="1944"/>
                    <a:pt x="175" y="1757"/>
                  </a:cubicBezTo>
                  <a:cubicBezTo>
                    <a:pt x="121" y="1597"/>
                    <a:pt x="121" y="1437"/>
                    <a:pt x="175" y="1277"/>
                  </a:cubicBezTo>
                  <a:cubicBezTo>
                    <a:pt x="281" y="930"/>
                    <a:pt x="481" y="610"/>
                    <a:pt x="748" y="356"/>
                  </a:cubicBezTo>
                  <a:cubicBezTo>
                    <a:pt x="854" y="276"/>
                    <a:pt x="948" y="184"/>
                    <a:pt x="1028" y="90"/>
                  </a:cubicBezTo>
                  <a:cubicBezTo>
                    <a:pt x="1055" y="63"/>
                    <a:pt x="1055" y="36"/>
                    <a:pt x="1028" y="10"/>
                  </a:cubicBezTo>
                  <a:cubicBezTo>
                    <a:pt x="1015" y="3"/>
                    <a:pt x="1002" y="0"/>
                    <a:pt x="9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10504;p114">
              <a:extLst>
                <a:ext uri="{FF2B5EF4-FFF2-40B4-BE49-F238E27FC236}">
                  <a16:creationId xmlns:a16="http://schemas.microsoft.com/office/drawing/2014/main" id="{90B5EF94-3AE5-1EF0-7CB1-0E1A8EF12512}"/>
                </a:ext>
              </a:extLst>
            </p:cNvPr>
            <p:cNvSpPr/>
            <p:nvPr/>
          </p:nvSpPr>
          <p:spPr>
            <a:xfrm>
              <a:off x="5843000" y="2728675"/>
              <a:ext cx="37050" cy="30600"/>
            </a:xfrm>
            <a:custGeom>
              <a:avLst/>
              <a:gdLst/>
              <a:ahLst/>
              <a:cxnLst/>
              <a:rect l="l" t="t" r="r" b="b"/>
              <a:pathLst>
                <a:path w="1482" h="1224" extrusionOk="0">
                  <a:moveTo>
                    <a:pt x="1312" y="0"/>
                  </a:moveTo>
                  <a:cubicBezTo>
                    <a:pt x="954" y="0"/>
                    <a:pt x="681" y="262"/>
                    <a:pt x="560" y="383"/>
                  </a:cubicBezTo>
                  <a:cubicBezTo>
                    <a:pt x="441" y="516"/>
                    <a:pt x="334" y="676"/>
                    <a:pt x="240" y="824"/>
                  </a:cubicBezTo>
                  <a:cubicBezTo>
                    <a:pt x="160" y="930"/>
                    <a:pt x="94" y="1037"/>
                    <a:pt x="14" y="1130"/>
                  </a:cubicBezTo>
                  <a:cubicBezTo>
                    <a:pt x="0" y="1157"/>
                    <a:pt x="0" y="1197"/>
                    <a:pt x="27" y="1210"/>
                  </a:cubicBezTo>
                  <a:cubicBezTo>
                    <a:pt x="41" y="1224"/>
                    <a:pt x="54" y="1224"/>
                    <a:pt x="54" y="1224"/>
                  </a:cubicBezTo>
                  <a:cubicBezTo>
                    <a:pt x="80" y="1224"/>
                    <a:pt x="94" y="1210"/>
                    <a:pt x="107" y="1197"/>
                  </a:cubicBezTo>
                  <a:cubicBezTo>
                    <a:pt x="187" y="1103"/>
                    <a:pt x="254" y="984"/>
                    <a:pt x="320" y="890"/>
                  </a:cubicBezTo>
                  <a:cubicBezTo>
                    <a:pt x="427" y="744"/>
                    <a:pt x="521" y="584"/>
                    <a:pt x="641" y="450"/>
                  </a:cubicBezTo>
                  <a:cubicBezTo>
                    <a:pt x="850" y="228"/>
                    <a:pt x="1091" y="109"/>
                    <a:pt x="1318" y="109"/>
                  </a:cubicBezTo>
                  <a:cubicBezTo>
                    <a:pt x="1350" y="109"/>
                    <a:pt x="1382" y="111"/>
                    <a:pt x="1414" y="116"/>
                  </a:cubicBezTo>
                  <a:cubicBezTo>
                    <a:pt x="1441" y="116"/>
                    <a:pt x="1467" y="103"/>
                    <a:pt x="1467" y="63"/>
                  </a:cubicBezTo>
                  <a:cubicBezTo>
                    <a:pt x="1481" y="36"/>
                    <a:pt x="1455" y="10"/>
                    <a:pt x="1428" y="10"/>
                  </a:cubicBezTo>
                  <a:cubicBezTo>
                    <a:pt x="1388" y="3"/>
                    <a:pt x="1350" y="0"/>
                    <a:pt x="13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10505;p114">
              <a:extLst>
                <a:ext uri="{FF2B5EF4-FFF2-40B4-BE49-F238E27FC236}">
                  <a16:creationId xmlns:a16="http://schemas.microsoft.com/office/drawing/2014/main" id="{88A4906E-1D57-BBEF-30B3-CB1B490864E0}"/>
                </a:ext>
              </a:extLst>
            </p:cNvPr>
            <p:cNvSpPr/>
            <p:nvPr/>
          </p:nvSpPr>
          <p:spPr>
            <a:xfrm>
              <a:off x="5803000" y="2535400"/>
              <a:ext cx="76375" cy="275550"/>
            </a:xfrm>
            <a:custGeom>
              <a:avLst/>
              <a:gdLst/>
              <a:ahLst/>
              <a:cxnLst/>
              <a:rect l="l" t="t" r="r" b="b"/>
              <a:pathLst>
                <a:path w="3055" h="11022" extrusionOk="0">
                  <a:moveTo>
                    <a:pt x="2848" y="1"/>
                  </a:moveTo>
                  <a:cubicBezTo>
                    <a:pt x="2841" y="1"/>
                    <a:pt x="2834" y="2"/>
                    <a:pt x="2827" y="6"/>
                  </a:cubicBezTo>
                  <a:cubicBezTo>
                    <a:pt x="2788" y="32"/>
                    <a:pt x="1828" y="619"/>
                    <a:pt x="1588" y="1499"/>
                  </a:cubicBezTo>
                  <a:cubicBezTo>
                    <a:pt x="1387" y="2246"/>
                    <a:pt x="67" y="9181"/>
                    <a:pt x="53" y="9248"/>
                  </a:cubicBezTo>
                  <a:cubicBezTo>
                    <a:pt x="0" y="9394"/>
                    <a:pt x="80" y="9554"/>
                    <a:pt x="293" y="9714"/>
                  </a:cubicBezTo>
                  <a:lnTo>
                    <a:pt x="1081" y="10368"/>
                  </a:lnTo>
                  <a:cubicBezTo>
                    <a:pt x="1280" y="10555"/>
                    <a:pt x="1520" y="10715"/>
                    <a:pt x="1760" y="10848"/>
                  </a:cubicBezTo>
                  <a:cubicBezTo>
                    <a:pt x="2027" y="10968"/>
                    <a:pt x="2308" y="11021"/>
                    <a:pt x="2601" y="11021"/>
                  </a:cubicBezTo>
                  <a:cubicBezTo>
                    <a:pt x="2734" y="11021"/>
                    <a:pt x="2868" y="11009"/>
                    <a:pt x="3001" y="10982"/>
                  </a:cubicBezTo>
                  <a:cubicBezTo>
                    <a:pt x="3041" y="10982"/>
                    <a:pt x="3055" y="10955"/>
                    <a:pt x="3055" y="10928"/>
                  </a:cubicBezTo>
                  <a:cubicBezTo>
                    <a:pt x="3041" y="10888"/>
                    <a:pt x="3014" y="10875"/>
                    <a:pt x="2987" y="10875"/>
                  </a:cubicBezTo>
                  <a:cubicBezTo>
                    <a:pt x="2854" y="10902"/>
                    <a:pt x="2720" y="10915"/>
                    <a:pt x="2587" y="10915"/>
                  </a:cubicBezTo>
                  <a:cubicBezTo>
                    <a:pt x="2319" y="10915"/>
                    <a:pt x="2055" y="10861"/>
                    <a:pt x="1814" y="10755"/>
                  </a:cubicBezTo>
                  <a:cubicBezTo>
                    <a:pt x="1574" y="10621"/>
                    <a:pt x="1348" y="10475"/>
                    <a:pt x="1147" y="10288"/>
                  </a:cubicBezTo>
                  <a:lnTo>
                    <a:pt x="361" y="9634"/>
                  </a:lnTo>
                  <a:cubicBezTo>
                    <a:pt x="187" y="9501"/>
                    <a:pt x="121" y="9381"/>
                    <a:pt x="160" y="9275"/>
                  </a:cubicBezTo>
                  <a:cubicBezTo>
                    <a:pt x="174" y="9208"/>
                    <a:pt x="1481" y="2273"/>
                    <a:pt x="1694" y="1526"/>
                  </a:cubicBezTo>
                  <a:cubicBezTo>
                    <a:pt x="1920" y="686"/>
                    <a:pt x="2868" y="112"/>
                    <a:pt x="2881" y="100"/>
                  </a:cubicBezTo>
                  <a:cubicBezTo>
                    <a:pt x="2907" y="86"/>
                    <a:pt x="2907" y="59"/>
                    <a:pt x="2895" y="32"/>
                  </a:cubicBezTo>
                  <a:cubicBezTo>
                    <a:pt x="2884" y="13"/>
                    <a:pt x="2867"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10506;p114">
              <a:extLst>
                <a:ext uri="{FF2B5EF4-FFF2-40B4-BE49-F238E27FC236}">
                  <a16:creationId xmlns:a16="http://schemas.microsoft.com/office/drawing/2014/main" id="{6C9CEEF1-BB67-0083-4B3E-6FC202C0438C}"/>
                </a:ext>
              </a:extLst>
            </p:cNvPr>
            <p:cNvSpPr/>
            <p:nvPr/>
          </p:nvSpPr>
          <p:spPr>
            <a:xfrm>
              <a:off x="6125050" y="2744525"/>
              <a:ext cx="27725" cy="66775"/>
            </a:xfrm>
            <a:custGeom>
              <a:avLst/>
              <a:gdLst/>
              <a:ahLst/>
              <a:cxnLst/>
              <a:rect l="l" t="t" r="r" b="b"/>
              <a:pathLst>
                <a:path w="1109" h="2671" extrusionOk="0">
                  <a:moveTo>
                    <a:pt x="62" y="1"/>
                  </a:moveTo>
                  <a:cubicBezTo>
                    <a:pt x="48" y="1"/>
                    <a:pt x="36" y="8"/>
                    <a:pt x="27" y="16"/>
                  </a:cubicBezTo>
                  <a:cubicBezTo>
                    <a:pt x="1" y="42"/>
                    <a:pt x="15" y="83"/>
                    <a:pt x="27" y="96"/>
                  </a:cubicBezTo>
                  <a:cubicBezTo>
                    <a:pt x="361" y="350"/>
                    <a:pt x="614" y="683"/>
                    <a:pt x="761" y="1070"/>
                  </a:cubicBezTo>
                  <a:cubicBezTo>
                    <a:pt x="881" y="1429"/>
                    <a:pt x="961" y="1803"/>
                    <a:pt x="1002" y="2176"/>
                  </a:cubicBezTo>
                  <a:cubicBezTo>
                    <a:pt x="961" y="2190"/>
                    <a:pt x="934" y="2217"/>
                    <a:pt x="895" y="2230"/>
                  </a:cubicBezTo>
                  <a:cubicBezTo>
                    <a:pt x="668" y="2363"/>
                    <a:pt x="348" y="2563"/>
                    <a:pt x="68" y="2563"/>
                  </a:cubicBezTo>
                  <a:cubicBezTo>
                    <a:pt x="41" y="2563"/>
                    <a:pt x="15" y="2590"/>
                    <a:pt x="15" y="2617"/>
                  </a:cubicBezTo>
                  <a:cubicBezTo>
                    <a:pt x="15" y="2644"/>
                    <a:pt x="41" y="2670"/>
                    <a:pt x="68" y="2670"/>
                  </a:cubicBezTo>
                  <a:cubicBezTo>
                    <a:pt x="374" y="2670"/>
                    <a:pt x="721" y="2470"/>
                    <a:pt x="948" y="2323"/>
                  </a:cubicBezTo>
                  <a:cubicBezTo>
                    <a:pt x="1002" y="2297"/>
                    <a:pt x="1041" y="2270"/>
                    <a:pt x="1082" y="2243"/>
                  </a:cubicBezTo>
                  <a:cubicBezTo>
                    <a:pt x="1094" y="2243"/>
                    <a:pt x="1108" y="2217"/>
                    <a:pt x="1108" y="2190"/>
                  </a:cubicBezTo>
                  <a:cubicBezTo>
                    <a:pt x="1068" y="1803"/>
                    <a:pt x="988" y="1417"/>
                    <a:pt x="868" y="1043"/>
                  </a:cubicBezTo>
                  <a:cubicBezTo>
                    <a:pt x="708" y="629"/>
                    <a:pt x="441" y="270"/>
                    <a:pt x="95" y="16"/>
                  </a:cubicBezTo>
                  <a:cubicBezTo>
                    <a:pt x="84" y="5"/>
                    <a:pt x="72" y="1"/>
                    <a:pt x="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10507;p114">
              <a:extLst>
                <a:ext uri="{FF2B5EF4-FFF2-40B4-BE49-F238E27FC236}">
                  <a16:creationId xmlns:a16="http://schemas.microsoft.com/office/drawing/2014/main" id="{E5D24027-29EC-BDC1-C197-FA7DC08479B7}"/>
                </a:ext>
              </a:extLst>
            </p:cNvPr>
            <p:cNvSpPr/>
            <p:nvPr/>
          </p:nvSpPr>
          <p:spPr>
            <a:xfrm>
              <a:off x="6126400" y="2729475"/>
              <a:ext cx="45350" cy="25450"/>
            </a:xfrm>
            <a:custGeom>
              <a:avLst/>
              <a:gdLst/>
              <a:ahLst/>
              <a:cxnLst/>
              <a:rect l="l" t="t" r="r" b="b"/>
              <a:pathLst>
                <a:path w="1814" h="1018" extrusionOk="0">
                  <a:moveTo>
                    <a:pt x="193" y="0"/>
                  </a:moveTo>
                  <a:cubicBezTo>
                    <a:pt x="141" y="0"/>
                    <a:pt x="90" y="6"/>
                    <a:pt x="41" y="18"/>
                  </a:cubicBezTo>
                  <a:cubicBezTo>
                    <a:pt x="14" y="31"/>
                    <a:pt x="0" y="58"/>
                    <a:pt x="0" y="84"/>
                  </a:cubicBezTo>
                  <a:cubicBezTo>
                    <a:pt x="12" y="106"/>
                    <a:pt x="32" y="128"/>
                    <a:pt x="53" y="128"/>
                  </a:cubicBezTo>
                  <a:cubicBezTo>
                    <a:pt x="58" y="128"/>
                    <a:pt x="63" y="127"/>
                    <a:pt x="67" y="125"/>
                  </a:cubicBezTo>
                  <a:cubicBezTo>
                    <a:pt x="111" y="113"/>
                    <a:pt x="155" y="107"/>
                    <a:pt x="201" y="107"/>
                  </a:cubicBezTo>
                  <a:cubicBezTo>
                    <a:pt x="410" y="107"/>
                    <a:pt x="645" y="231"/>
                    <a:pt x="907" y="472"/>
                  </a:cubicBezTo>
                  <a:lnTo>
                    <a:pt x="974" y="538"/>
                  </a:lnTo>
                  <a:cubicBezTo>
                    <a:pt x="1200" y="751"/>
                    <a:pt x="1440" y="978"/>
                    <a:pt x="1761" y="1018"/>
                  </a:cubicBezTo>
                  <a:cubicBezTo>
                    <a:pt x="1787" y="1018"/>
                    <a:pt x="1814" y="991"/>
                    <a:pt x="1814" y="964"/>
                  </a:cubicBezTo>
                  <a:cubicBezTo>
                    <a:pt x="1814" y="938"/>
                    <a:pt x="1801" y="911"/>
                    <a:pt x="1774" y="911"/>
                  </a:cubicBezTo>
                  <a:cubicBezTo>
                    <a:pt x="1481" y="884"/>
                    <a:pt x="1268" y="671"/>
                    <a:pt x="1040" y="458"/>
                  </a:cubicBezTo>
                  <a:lnTo>
                    <a:pt x="974" y="392"/>
                  </a:lnTo>
                  <a:cubicBezTo>
                    <a:pt x="689" y="128"/>
                    <a:pt x="431" y="0"/>
                    <a:pt x="1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10508;p114">
              <a:extLst>
                <a:ext uri="{FF2B5EF4-FFF2-40B4-BE49-F238E27FC236}">
                  <a16:creationId xmlns:a16="http://schemas.microsoft.com/office/drawing/2014/main" id="{91CD1397-4D3E-F7B6-35D6-03C3464D0C49}"/>
                </a:ext>
              </a:extLst>
            </p:cNvPr>
            <p:cNvSpPr/>
            <p:nvPr/>
          </p:nvSpPr>
          <p:spPr>
            <a:xfrm>
              <a:off x="6128075" y="2540400"/>
              <a:ext cx="89375" cy="283225"/>
            </a:xfrm>
            <a:custGeom>
              <a:avLst/>
              <a:gdLst/>
              <a:ahLst/>
              <a:cxnLst/>
              <a:rect l="l" t="t" r="r" b="b"/>
              <a:pathLst>
                <a:path w="3575" h="11329" extrusionOk="0">
                  <a:moveTo>
                    <a:pt x="491" y="1"/>
                  </a:moveTo>
                  <a:cubicBezTo>
                    <a:pt x="474" y="1"/>
                    <a:pt x="450" y="13"/>
                    <a:pt x="440" y="33"/>
                  </a:cubicBezTo>
                  <a:cubicBezTo>
                    <a:pt x="427" y="46"/>
                    <a:pt x="427" y="86"/>
                    <a:pt x="454" y="99"/>
                  </a:cubicBezTo>
                  <a:cubicBezTo>
                    <a:pt x="454" y="99"/>
                    <a:pt x="1133" y="566"/>
                    <a:pt x="1761" y="2286"/>
                  </a:cubicBezTo>
                  <a:cubicBezTo>
                    <a:pt x="2334" y="3900"/>
                    <a:pt x="3388" y="7341"/>
                    <a:pt x="3468" y="7594"/>
                  </a:cubicBezTo>
                  <a:cubicBezTo>
                    <a:pt x="3334" y="8074"/>
                    <a:pt x="3041" y="8515"/>
                    <a:pt x="2787" y="8915"/>
                  </a:cubicBezTo>
                  <a:cubicBezTo>
                    <a:pt x="2454" y="9422"/>
                    <a:pt x="2107" y="9955"/>
                    <a:pt x="1654" y="10382"/>
                  </a:cubicBezTo>
                  <a:cubicBezTo>
                    <a:pt x="1307" y="10728"/>
                    <a:pt x="747" y="11141"/>
                    <a:pt x="40" y="11221"/>
                  </a:cubicBezTo>
                  <a:cubicBezTo>
                    <a:pt x="13" y="11221"/>
                    <a:pt x="0" y="11248"/>
                    <a:pt x="0" y="11275"/>
                  </a:cubicBezTo>
                  <a:cubicBezTo>
                    <a:pt x="0" y="11301"/>
                    <a:pt x="27" y="11328"/>
                    <a:pt x="54" y="11328"/>
                  </a:cubicBezTo>
                  <a:cubicBezTo>
                    <a:pt x="787" y="11248"/>
                    <a:pt x="1373" y="10809"/>
                    <a:pt x="1734" y="10462"/>
                  </a:cubicBezTo>
                  <a:cubicBezTo>
                    <a:pt x="2187" y="10021"/>
                    <a:pt x="2534" y="9488"/>
                    <a:pt x="2881" y="8968"/>
                  </a:cubicBezTo>
                  <a:cubicBezTo>
                    <a:pt x="3148" y="8568"/>
                    <a:pt x="3441" y="8115"/>
                    <a:pt x="3574" y="7608"/>
                  </a:cubicBezTo>
                  <a:lnTo>
                    <a:pt x="3574" y="7567"/>
                  </a:lnTo>
                  <a:cubicBezTo>
                    <a:pt x="3561" y="7541"/>
                    <a:pt x="2467" y="3913"/>
                    <a:pt x="1854" y="2247"/>
                  </a:cubicBezTo>
                  <a:cubicBezTo>
                    <a:pt x="1227" y="486"/>
                    <a:pt x="547" y="33"/>
                    <a:pt x="507" y="6"/>
                  </a:cubicBezTo>
                  <a:cubicBezTo>
                    <a:pt x="503" y="2"/>
                    <a:pt x="498" y="1"/>
                    <a:pt x="4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10509;p114">
              <a:extLst>
                <a:ext uri="{FF2B5EF4-FFF2-40B4-BE49-F238E27FC236}">
                  <a16:creationId xmlns:a16="http://schemas.microsoft.com/office/drawing/2014/main" id="{C6DA22B2-5528-A16D-ACF7-5E03A53A8ECE}"/>
                </a:ext>
              </a:extLst>
            </p:cNvPr>
            <p:cNvSpPr/>
            <p:nvPr/>
          </p:nvSpPr>
          <p:spPr>
            <a:xfrm>
              <a:off x="6126400" y="2724350"/>
              <a:ext cx="54025" cy="13925"/>
            </a:xfrm>
            <a:custGeom>
              <a:avLst/>
              <a:gdLst/>
              <a:ahLst/>
              <a:cxnLst/>
              <a:rect l="l" t="t" r="r" b="b"/>
              <a:pathLst>
                <a:path w="2161" h="557" extrusionOk="0">
                  <a:moveTo>
                    <a:pt x="715" y="1"/>
                  </a:moveTo>
                  <a:cubicBezTo>
                    <a:pt x="464" y="1"/>
                    <a:pt x="228" y="68"/>
                    <a:pt x="27" y="236"/>
                  </a:cubicBezTo>
                  <a:cubicBezTo>
                    <a:pt x="0" y="263"/>
                    <a:pt x="0" y="289"/>
                    <a:pt x="14" y="316"/>
                  </a:cubicBezTo>
                  <a:cubicBezTo>
                    <a:pt x="20" y="329"/>
                    <a:pt x="34" y="336"/>
                    <a:pt x="49" y="336"/>
                  </a:cubicBezTo>
                  <a:cubicBezTo>
                    <a:pt x="64" y="336"/>
                    <a:pt x="81" y="329"/>
                    <a:pt x="94" y="316"/>
                  </a:cubicBezTo>
                  <a:cubicBezTo>
                    <a:pt x="272" y="166"/>
                    <a:pt x="484" y="106"/>
                    <a:pt x="712" y="106"/>
                  </a:cubicBezTo>
                  <a:cubicBezTo>
                    <a:pt x="1151" y="106"/>
                    <a:pt x="1651" y="328"/>
                    <a:pt x="2081" y="556"/>
                  </a:cubicBezTo>
                  <a:lnTo>
                    <a:pt x="2107" y="556"/>
                  </a:lnTo>
                  <a:cubicBezTo>
                    <a:pt x="2121" y="556"/>
                    <a:pt x="2134" y="556"/>
                    <a:pt x="2148" y="529"/>
                  </a:cubicBezTo>
                  <a:cubicBezTo>
                    <a:pt x="2161" y="503"/>
                    <a:pt x="2148" y="476"/>
                    <a:pt x="2134" y="463"/>
                  </a:cubicBezTo>
                  <a:cubicBezTo>
                    <a:pt x="1693" y="229"/>
                    <a:pt x="1178" y="1"/>
                    <a:pt x="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10510;p114">
              <a:extLst>
                <a:ext uri="{FF2B5EF4-FFF2-40B4-BE49-F238E27FC236}">
                  <a16:creationId xmlns:a16="http://schemas.microsoft.com/office/drawing/2014/main" id="{0F6DCF66-4EF5-12A5-FE2B-E71FFF9542FE}"/>
                </a:ext>
              </a:extLst>
            </p:cNvPr>
            <p:cNvSpPr/>
            <p:nvPr/>
          </p:nvSpPr>
          <p:spPr>
            <a:xfrm>
              <a:off x="5879000" y="2682575"/>
              <a:ext cx="247750" cy="142375"/>
            </a:xfrm>
            <a:custGeom>
              <a:avLst/>
              <a:gdLst/>
              <a:ahLst/>
              <a:cxnLst/>
              <a:rect l="l" t="t" r="r" b="b"/>
              <a:pathLst>
                <a:path w="9910" h="5695" extrusionOk="0">
                  <a:moveTo>
                    <a:pt x="1" y="0"/>
                  </a:moveTo>
                  <a:lnTo>
                    <a:pt x="1" y="5694"/>
                  </a:lnTo>
                  <a:lnTo>
                    <a:pt x="9910" y="5694"/>
                  </a:lnTo>
                  <a:lnTo>
                    <a:pt x="99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10511;p114">
              <a:extLst>
                <a:ext uri="{FF2B5EF4-FFF2-40B4-BE49-F238E27FC236}">
                  <a16:creationId xmlns:a16="http://schemas.microsoft.com/office/drawing/2014/main" id="{430400A2-95E4-DC01-E604-D8C34C7D3472}"/>
                </a:ext>
              </a:extLst>
            </p:cNvPr>
            <p:cNvSpPr/>
            <p:nvPr/>
          </p:nvSpPr>
          <p:spPr>
            <a:xfrm>
              <a:off x="5878025" y="2824925"/>
              <a:ext cx="249725" cy="7350"/>
            </a:xfrm>
            <a:custGeom>
              <a:avLst/>
              <a:gdLst/>
              <a:ahLst/>
              <a:cxnLst/>
              <a:rect l="l" t="t" r="r" b="b"/>
              <a:pathLst>
                <a:path w="9989" h="294" extrusionOk="0">
                  <a:moveTo>
                    <a:pt x="0" y="0"/>
                  </a:moveTo>
                  <a:lnTo>
                    <a:pt x="0" y="294"/>
                  </a:lnTo>
                  <a:lnTo>
                    <a:pt x="9988" y="294"/>
                  </a:lnTo>
                  <a:lnTo>
                    <a:pt x="99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0512;p114">
              <a:extLst>
                <a:ext uri="{FF2B5EF4-FFF2-40B4-BE49-F238E27FC236}">
                  <a16:creationId xmlns:a16="http://schemas.microsoft.com/office/drawing/2014/main" id="{7150BC20-2F90-61DB-B123-89573DA05537}"/>
                </a:ext>
              </a:extLst>
            </p:cNvPr>
            <p:cNvSpPr/>
            <p:nvPr/>
          </p:nvSpPr>
          <p:spPr>
            <a:xfrm>
              <a:off x="5878025" y="2682575"/>
              <a:ext cx="249725" cy="142375"/>
            </a:xfrm>
            <a:custGeom>
              <a:avLst/>
              <a:gdLst/>
              <a:ahLst/>
              <a:cxnLst/>
              <a:rect l="l" t="t" r="r" b="b"/>
              <a:pathLst>
                <a:path w="9989" h="5695" extrusionOk="0">
                  <a:moveTo>
                    <a:pt x="9949" y="0"/>
                  </a:moveTo>
                  <a:lnTo>
                    <a:pt x="0" y="5694"/>
                  </a:lnTo>
                  <a:lnTo>
                    <a:pt x="9988" y="5694"/>
                  </a:lnTo>
                  <a:lnTo>
                    <a:pt x="99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0513;p114">
              <a:extLst>
                <a:ext uri="{FF2B5EF4-FFF2-40B4-BE49-F238E27FC236}">
                  <a16:creationId xmlns:a16="http://schemas.microsoft.com/office/drawing/2014/main" id="{EE034873-5187-5809-6000-4384D3C4F62C}"/>
                </a:ext>
              </a:extLst>
            </p:cNvPr>
            <p:cNvSpPr/>
            <p:nvPr/>
          </p:nvSpPr>
          <p:spPr>
            <a:xfrm>
              <a:off x="5878025" y="2682575"/>
              <a:ext cx="249725" cy="142375"/>
            </a:xfrm>
            <a:custGeom>
              <a:avLst/>
              <a:gdLst/>
              <a:ahLst/>
              <a:cxnLst/>
              <a:rect l="l" t="t" r="r" b="b"/>
              <a:pathLst>
                <a:path w="9989" h="5695" extrusionOk="0">
                  <a:moveTo>
                    <a:pt x="9949" y="0"/>
                  </a:moveTo>
                  <a:lnTo>
                    <a:pt x="40" y="5668"/>
                  </a:lnTo>
                  <a:lnTo>
                    <a:pt x="0" y="5694"/>
                  </a:lnTo>
                  <a:lnTo>
                    <a:pt x="9988" y="5694"/>
                  </a:lnTo>
                  <a:lnTo>
                    <a:pt x="9988" y="5148"/>
                  </a:lnTo>
                  <a:lnTo>
                    <a:pt x="9988" y="5041"/>
                  </a:lnTo>
                  <a:lnTo>
                    <a:pt x="9962" y="2001"/>
                  </a:lnTo>
                  <a:lnTo>
                    <a:pt x="9962" y="1907"/>
                  </a:lnTo>
                  <a:lnTo>
                    <a:pt x="9949" y="1133"/>
                  </a:lnTo>
                  <a:lnTo>
                    <a:pt x="99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0514;p114">
              <a:extLst>
                <a:ext uri="{FF2B5EF4-FFF2-40B4-BE49-F238E27FC236}">
                  <a16:creationId xmlns:a16="http://schemas.microsoft.com/office/drawing/2014/main" id="{7992B076-01A9-AC46-5B96-592959304862}"/>
                </a:ext>
              </a:extLst>
            </p:cNvPr>
            <p:cNvSpPr/>
            <p:nvPr/>
          </p:nvSpPr>
          <p:spPr>
            <a:xfrm>
              <a:off x="5983025" y="2730325"/>
              <a:ext cx="46375" cy="42200"/>
            </a:xfrm>
            <a:custGeom>
              <a:avLst/>
              <a:gdLst/>
              <a:ahLst/>
              <a:cxnLst/>
              <a:rect l="l" t="t" r="r" b="b"/>
              <a:pathLst>
                <a:path w="1855" h="1688" extrusionOk="0">
                  <a:moveTo>
                    <a:pt x="928" y="0"/>
                  </a:moveTo>
                  <a:cubicBezTo>
                    <a:pt x="711" y="0"/>
                    <a:pt x="495" y="84"/>
                    <a:pt x="335" y="251"/>
                  </a:cubicBezTo>
                  <a:cubicBezTo>
                    <a:pt x="1" y="584"/>
                    <a:pt x="1" y="1117"/>
                    <a:pt x="335" y="1437"/>
                  </a:cubicBezTo>
                  <a:cubicBezTo>
                    <a:pt x="495" y="1604"/>
                    <a:pt x="711" y="1688"/>
                    <a:pt x="928" y="1688"/>
                  </a:cubicBezTo>
                  <a:cubicBezTo>
                    <a:pt x="1144" y="1688"/>
                    <a:pt x="1361" y="1604"/>
                    <a:pt x="1521" y="1437"/>
                  </a:cubicBezTo>
                  <a:cubicBezTo>
                    <a:pt x="1855" y="1117"/>
                    <a:pt x="1855" y="584"/>
                    <a:pt x="1521" y="251"/>
                  </a:cubicBezTo>
                  <a:cubicBezTo>
                    <a:pt x="1361" y="84"/>
                    <a:pt x="1144" y="0"/>
                    <a:pt x="9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10515;p114">
              <a:extLst>
                <a:ext uri="{FF2B5EF4-FFF2-40B4-BE49-F238E27FC236}">
                  <a16:creationId xmlns:a16="http://schemas.microsoft.com/office/drawing/2014/main" id="{139B4AD2-092E-2543-75C7-A6A796A5752F}"/>
                </a:ext>
              </a:extLst>
            </p:cNvPr>
            <p:cNvSpPr/>
            <p:nvPr/>
          </p:nvSpPr>
          <p:spPr>
            <a:xfrm>
              <a:off x="5877675" y="2681250"/>
              <a:ext cx="250425" cy="145025"/>
            </a:xfrm>
            <a:custGeom>
              <a:avLst/>
              <a:gdLst/>
              <a:ahLst/>
              <a:cxnLst/>
              <a:rect l="l" t="t" r="r" b="b"/>
              <a:pathLst>
                <a:path w="10017" h="5801" extrusionOk="0">
                  <a:moveTo>
                    <a:pt x="9910" y="107"/>
                  </a:moveTo>
                  <a:lnTo>
                    <a:pt x="9910" y="5694"/>
                  </a:lnTo>
                  <a:lnTo>
                    <a:pt x="107" y="5694"/>
                  </a:lnTo>
                  <a:lnTo>
                    <a:pt x="107" y="107"/>
                  </a:lnTo>
                  <a:close/>
                  <a:moveTo>
                    <a:pt x="54" y="0"/>
                  </a:moveTo>
                  <a:cubicBezTo>
                    <a:pt x="27" y="0"/>
                    <a:pt x="0" y="27"/>
                    <a:pt x="0" y="53"/>
                  </a:cubicBezTo>
                  <a:lnTo>
                    <a:pt x="0" y="5747"/>
                  </a:lnTo>
                  <a:cubicBezTo>
                    <a:pt x="0" y="5774"/>
                    <a:pt x="27" y="5801"/>
                    <a:pt x="54" y="5801"/>
                  </a:cubicBezTo>
                  <a:lnTo>
                    <a:pt x="9963" y="5801"/>
                  </a:lnTo>
                  <a:cubicBezTo>
                    <a:pt x="9990" y="5801"/>
                    <a:pt x="10016" y="5774"/>
                    <a:pt x="10016" y="5747"/>
                  </a:cubicBezTo>
                  <a:lnTo>
                    <a:pt x="10016" y="53"/>
                  </a:lnTo>
                  <a:cubicBezTo>
                    <a:pt x="10016" y="27"/>
                    <a:pt x="9990" y="0"/>
                    <a:pt x="99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10516;p114">
              <a:extLst>
                <a:ext uri="{FF2B5EF4-FFF2-40B4-BE49-F238E27FC236}">
                  <a16:creationId xmlns:a16="http://schemas.microsoft.com/office/drawing/2014/main" id="{46A96BFA-2108-4769-2D2E-01592B5F34A9}"/>
                </a:ext>
              </a:extLst>
            </p:cNvPr>
            <p:cNvSpPr/>
            <p:nvPr/>
          </p:nvSpPr>
          <p:spPr>
            <a:xfrm>
              <a:off x="5939675" y="2392175"/>
              <a:ext cx="121075" cy="102025"/>
            </a:xfrm>
            <a:custGeom>
              <a:avLst/>
              <a:gdLst/>
              <a:ahLst/>
              <a:cxnLst/>
              <a:rect l="l" t="t" r="r" b="b"/>
              <a:pathLst>
                <a:path w="4843" h="4081" extrusionOk="0">
                  <a:moveTo>
                    <a:pt x="54" y="0"/>
                  </a:moveTo>
                  <a:cubicBezTo>
                    <a:pt x="15" y="0"/>
                    <a:pt x="1" y="27"/>
                    <a:pt x="1" y="67"/>
                  </a:cubicBezTo>
                  <a:cubicBezTo>
                    <a:pt x="15" y="147"/>
                    <a:pt x="228" y="2068"/>
                    <a:pt x="508" y="2427"/>
                  </a:cubicBezTo>
                  <a:cubicBezTo>
                    <a:pt x="534" y="2454"/>
                    <a:pt x="548" y="2494"/>
                    <a:pt x="588" y="2534"/>
                  </a:cubicBezTo>
                  <a:cubicBezTo>
                    <a:pt x="934" y="3001"/>
                    <a:pt x="1748" y="4081"/>
                    <a:pt x="2655" y="4081"/>
                  </a:cubicBezTo>
                  <a:lnTo>
                    <a:pt x="2682" y="4081"/>
                  </a:lnTo>
                  <a:cubicBezTo>
                    <a:pt x="3708" y="4068"/>
                    <a:pt x="4336" y="2721"/>
                    <a:pt x="4482" y="2254"/>
                  </a:cubicBezTo>
                  <a:cubicBezTo>
                    <a:pt x="4682" y="1574"/>
                    <a:pt x="4802" y="880"/>
                    <a:pt x="4829" y="174"/>
                  </a:cubicBezTo>
                  <a:cubicBezTo>
                    <a:pt x="4842" y="147"/>
                    <a:pt x="4816" y="121"/>
                    <a:pt x="4789" y="121"/>
                  </a:cubicBezTo>
                  <a:cubicBezTo>
                    <a:pt x="4749" y="121"/>
                    <a:pt x="4736" y="147"/>
                    <a:pt x="4722" y="174"/>
                  </a:cubicBezTo>
                  <a:cubicBezTo>
                    <a:pt x="4695" y="867"/>
                    <a:pt x="4576" y="1561"/>
                    <a:pt x="4375" y="2228"/>
                  </a:cubicBezTo>
                  <a:cubicBezTo>
                    <a:pt x="4242" y="2681"/>
                    <a:pt x="3642" y="3961"/>
                    <a:pt x="2668" y="3974"/>
                  </a:cubicBezTo>
                  <a:cubicBezTo>
                    <a:pt x="2658" y="3975"/>
                    <a:pt x="2647" y="3975"/>
                    <a:pt x="2637" y="3975"/>
                  </a:cubicBezTo>
                  <a:cubicBezTo>
                    <a:pt x="1795" y="3975"/>
                    <a:pt x="1010" y="2916"/>
                    <a:pt x="668" y="2468"/>
                  </a:cubicBezTo>
                  <a:cubicBezTo>
                    <a:pt x="641" y="2427"/>
                    <a:pt x="614" y="2401"/>
                    <a:pt x="588" y="2361"/>
                  </a:cubicBezTo>
                  <a:cubicBezTo>
                    <a:pt x="335" y="2027"/>
                    <a:pt x="108" y="67"/>
                    <a:pt x="108" y="53"/>
                  </a:cubicBezTo>
                  <a:cubicBezTo>
                    <a:pt x="108" y="27"/>
                    <a:pt x="81" y="0"/>
                    <a:pt x="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0517;p114">
              <a:extLst>
                <a:ext uri="{FF2B5EF4-FFF2-40B4-BE49-F238E27FC236}">
                  <a16:creationId xmlns:a16="http://schemas.microsoft.com/office/drawing/2014/main" id="{52CBC589-79C8-2AA1-7EBB-72E8311637BD}"/>
                </a:ext>
              </a:extLst>
            </p:cNvPr>
            <p:cNvSpPr/>
            <p:nvPr/>
          </p:nvSpPr>
          <p:spPr>
            <a:xfrm>
              <a:off x="6051400" y="2409050"/>
              <a:ext cx="21000" cy="35500"/>
            </a:xfrm>
            <a:custGeom>
              <a:avLst/>
              <a:gdLst/>
              <a:ahLst/>
              <a:cxnLst/>
              <a:rect l="l" t="t" r="r" b="b"/>
              <a:pathLst>
                <a:path w="840" h="1420" extrusionOk="0">
                  <a:moveTo>
                    <a:pt x="315" y="0"/>
                  </a:moveTo>
                  <a:cubicBezTo>
                    <a:pt x="308" y="0"/>
                    <a:pt x="301" y="2"/>
                    <a:pt x="293" y="6"/>
                  </a:cubicBezTo>
                  <a:cubicBezTo>
                    <a:pt x="267" y="19"/>
                    <a:pt x="253" y="45"/>
                    <a:pt x="267" y="72"/>
                  </a:cubicBezTo>
                  <a:cubicBezTo>
                    <a:pt x="694" y="952"/>
                    <a:pt x="66" y="1299"/>
                    <a:pt x="40" y="1313"/>
                  </a:cubicBezTo>
                  <a:cubicBezTo>
                    <a:pt x="13" y="1325"/>
                    <a:pt x="0" y="1352"/>
                    <a:pt x="13" y="1379"/>
                  </a:cubicBezTo>
                  <a:cubicBezTo>
                    <a:pt x="27" y="1406"/>
                    <a:pt x="40" y="1419"/>
                    <a:pt x="53" y="1419"/>
                  </a:cubicBezTo>
                  <a:cubicBezTo>
                    <a:pt x="66" y="1419"/>
                    <a:pt x="80" y="1406"/>
                    <a:pt x="80" y="1406"/>
                  </a:cubicBezTo>
                  <a:cubicBezTo>
                    <a:pt x="93" y="1406"/>
                    <a:pt x="840" y="1005"/>
                    <a:pt x="360" y="32"/>
                  </a:cubicBezTo>
                  <a:cubicBezTo>
                    <a:pt x="350" y="13"/>
                    <a:pt x="333" y="0"/>
                    <a:pt x="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21574;p134">
            <a:extLst>
              <a:ext uri="{FF2B5EF4-FFF2-40B4-BE49-F238E27FC236}">
                <a16:creationId xmlns:a16="http://schemas.microsoft.com/office/drawing/2014/main" id="{68541967-61DE-A227-99FB-21650EB20E22}"/>
              </a:ext>
            </a:extLst>
          </p:cNvPr>
          <p:cNvGrpSpPr/>
          <p:nvPr/>
        </p:nvGrpSpPr>
        <p:grpSpPr>
          <a:xfrm>
            <a:off x="258862" y="781275"/>
            <a:ext cx="238444" cy="277504"/>
            <a:chOff x="1333682" y="3344330"/>
            <a:chExt cx="271213" cy="383088"/>
          </a:xfrm>
        </p:grpSpPr>
        <p:sp>
          <p:nvSpPr>
            <p:cNvPr id="339" name="Google Shape;21575;p134">
              <a:extLst>
                <a:ext uri="{FF2B5EF4-FFF2-40B4-BE49-F238E27FC236}">
                  <a16:creationId xmlns:a16="http://schemas.microsoft.com/office/drawing/2014/main" id="{45259076-907B-F844-32A7-1CBCF4578055}"/>
                </a:ext>
              </a:extLst>
            </p:cNvPr>
            <p:cNvSpPr/>
            <p:nvPr/>
          </p:nvSpPr>
          <p:spPr>
            <a:xfrm>
              <a:off x="1334065" y="3377332"/>
              <a:ext cx="270831" cy="350086"/>
            </a:xfrm>
            <a:custGeom>
              <a:avLst/>
              <a:gdLst/>
              <a:ahLst/>
              <a:cxnLst/>
              <a:rect l="l" t="t" r="r" b="b"/>
              <a:pathLst>
                <a:path w="8502" h="10990" extrusionOk="0">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21576;p134">
              <a:extLst>
                <a:ext uri="{FF2B5EF4-FFF2-40B4-BE49-F238E27FC236}">
                  <a16:creationId xmlns:a16="http://schemas.microsoft.com/office/drawing/2014/main" id="{3822FBA5-E6D1-BA95-E7F5-0CFEE2CF9CF7}"/>
                </a:ext>
              </a:extLst>
            </p:cNvPr>
            <p:cNvSpPr/>
            <p:nvPr/>
          </p:nvSpPr>
          <p:spPr>
            <a:xfrm>
              <a:off x="1333682" y="3344330"/>
              <a:ext cx="189697" cy="292461"/>
            </a:xfrm>
            <a:custGeom>
              <a:avLst/>
              <a:gdLst/>
              <a:ahLst/>
              <a:cxnLst/>
              <a:rect l="l" t="t" r="r" b="b"/>
              <a:pathLst>
                <a:path w="5955" h="9181" extrusionOk="0">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21577;p134">
              <a:extLst>
                <a:ext uri="{FF2B5EF4-FFF2-40B4-BE49-F238E27FC236}">
                  <a16:creationId xmlns:a16="http://schemas.microsoft.com/office/drawing/2014/main" id="{4021B8F0-ED18-0857-1ACB-66E58636201C}"/>
                </a:ext>
              </a:extLst>
            </p:cNvPr>
            <p:cNvSpPr/>
            <p:nvPr/>
          </p:nvSpPr>
          <p:spPr>
            <a:xfrm>
              <a:off x="1444060" y="3469488"/>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21578;p134">
              <a:extLst>
                <a:ext uri="{FF2B5EF4-FFF2-40B4-BE49-F238E27FC236}">
                  <a16:creationId xmlns:a16="http://schemas.microsoft.com/office/drawing/2014/main" id="{9DAF5706-6318-7255-873F-B6AABEB893E3}"/>
                </a:ext>
              </a:extLst>
            </p:cNvPr>
            <p:cNvSpPr/>
            <p:nvPr/>
          </p:nvSpPr>
          <p:spPr>
            <a:xfrm>
              <a:off x="1444060" y="3493762"/>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21579;p134">
              <a:extLst>
                <a:ext uri="{FF2B5EF4-FFF2-40B4-BE49-F238E27FC236}">
                  <a16:creationId xmlns:a16="http://schemas.microsoft.com/office/drawing/2014/main" id="{7D6DD4F4-0ACF-44CE-CD9E-26CD6D2B1891}"/>
                </a:ext>
              </a:extLst>
            </p:cNvPr>
            <p:cNvSpPr/>
            <p:nvPr/>
          </p:nvSpPr>
          <p:spPr>
            <a:xfrm>
              <a:off x="1444060" y="3541927"/>
              <a:ext cx="100917" cy="11404"/>
            </a:xfrm>
            <a:custGeom>
              <a:avLst/>
              <a:gdLst/>
              <a:ahLst/>
              <a:cxnLst/>
              <a:rect l="l" t="t" r="r" b="b"/>
              <a:pathLst>
                <a:path w="3168" h="358" extrusionOk="0">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21580;p134">
              <a:extLst>
                <a:ext uri="{FF2B5EF4-FFF2-40B4-BE49-F238E27FC236}">
                  <a16:creationId xmlns:a16="http://schemas.microsoft.com/office/drawing/2014/main" id="{F7797C00-D8AC-8F0D-7D6E-BFC5FF8DDE39}"/>
                </a:ext>
              </a:extLst>
            </p:cNvPr>
            <p:cNvSpPr/>
            <p:nvPr/>
          </p:nvSpPr>
          <p:spPr>
            <a:xfrm>
              <a:off x="1444060" y="3565818"/>
              <a:ext cx="100917" cy="11404"/>
            </a:xfrm>
            <a:custGeom>
              <a:avLst/>
              <a:gdLst/>
              <a:ahLst/>
              <a:cxnLst/>
              <a:rect l="l" t="t" r="r" b="b"/>
              <a:pathLst>
                <a:path w="3168" h="358" extrusionOk="0">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21581;p134">
              <a:extLst>
                <a:ext uri="{FF2B5EF4-FFF2-40B4-BE49-F238E27FC236}">
                  <a16:creationId xmlns:a16="http://schemas.microsoft.com/office/drawing/2014/main" id="{565CF946-539C-5E23-AF5C-6D751D700E02}"/>
                </a:ext>
              </a:extLst>
            </p:cNvPr>
            <p:cNvSpPr/>
            <p:nvPr/>
          </p:nvSpPr>
          <p:spPr>
            <a:xfrm>
              <a:off x="1444060" y="3614747"/>
              <a:ext cx="100917" cy="11404"/>
            </a:xfrm>
            <a:custGeom>
              <a:avLst/>
              <a:gdLst/>
              <a:ahLst/>
              <a:cxnLst/>
              <a:rect l="l" t="t" r="r" b="b"/>
              <a:pathLst>
                <a:path w="3168" h="358" extrusionOk="0">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21582;p134">
              <a:extLst>
                <a:ext uri="{FF2B5EF4-FFF2-40B4-BE49-F238E27FC236}">
                  <a16:creationId xmlns:a16="http://schemas.microsoft.com/office/drawing/2014/main" id="{10B665D4-343F-6819-E159-6C12B8483AC4}"/>
                </a:ext>
              </a:extLst>
            </p:cNvPr>
            <p:cNvSpPr/>
            <p:nvPr/>
          </p:nvSpPr>
          <p:spPr>
            <a:xfrm>
              <a:off x="1444060" y="3638256"/>
              <a:ext cx="100917" cy="11404"/>
            </a:xfrm>
            <a:custGeom>
              <a:avLst/>
              <a:gdLst/>
              <a:ahLst/>
              <a:cxnLst/>
              <a:rect l="l" t="t" r="r" b="b"/>
              <a:pathLst>
                <a:path w="3168" h="358" extrusionOk="0">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21583;p134">
              <a:extLst>
                <a:ext uri="{FF2B5EF4-FFF2-40B4-BE49-F238E27FC236}">
                  <a16:creationId xmlns:a16="http://schemas.microsoft.com/office/drawing/2014/main" id="{4222BD11-A89B-892C-D645-FFC7CD25FE69}"/>
                </a:ext>
              </a:extLst>
            </p:cNvPr>
            <p:cNvSpPr/>
            <p:nvPr/>
          </p:nvSpPr>
          <p:spPr>
            <a:xfrm>
              <a:off x="1371622" y="3459454"/>
              <a:ext cx="70208" cy="57084"/>
            </a:xfrm>
            <a:custGeom>
              <a:avLst/>
              <a:gdLst/>
              <a:ahLst/>
              <a:cxnLst/>
              <a:rect l="l" t="t" r="r" b="b"/>
              <a:pathLst>
                <a:path w="2204" h="1792" extrusionOk="0">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21584;p134">
              <a:extLst>
                <a:ext uri="{FF2B5EF4-FFF2-40B4-BE49-F238E27FC236}">
                  <a16:creationId xmlns:a16="http://schemas.microsoft.com/office/drawing/2014/main" id="{174B60D6-06FC-213F-0E5C-5191295FADB5}"/>
                </a:ext>
              </a:extLst>
            </p:cNvPr>
            <p:cNvSpPr/>
            <p:nvPr/>
          </p:nvSpPr>
          <p:spPr>
            <a:xfrm>
              <a:off x="1371622" y="3532434"/>
              <a:ext cx="70208" cy="56543"/>
            </a:xfrm>
            <a:custGeom>
              <a:avLst/>
              <a:gdLst/>
              <a:ahLst/>
              <a:cxnLst/>
              <a:rect l="l" t="t" r="r" b="b"/>
              <a:pathLst>
                <a:path w="2204" h="1775" extrusionOk="0">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21585;p134">
              <a:extLst>
                <a:ext uri="{FF2B5EF4-FFF2-40B4-BE49-F238E27FC236}">
                  <a16:creationId xmlns:a16="http://schemas.microsoft.com/office/drawing/2014/main" id="{02D426C6-1125-6033-E4BF-D4C7C7134188}"/>
                </a:ext>
              </a:extLst>
            </p:cNvPr>
            <p:cNvSpPr/>
            <p:nvPr/>
          </p:nvSpPr>
          <p:spPr>
            <a:xfrm>
              <a:off x="1371622" y="3605254"/>
              <a:ext cx="70208" cy="55810"/>
            </a:xfrm>
            <a:custGeom>
              <a:avLst/>
              <a:gdLst/>
              <a:ahLst/>
              <a:cxnLst/>
              <a:rect l="l" t="t" r="r" b="b"/>
              <a:pathLst>
                <a:path w="2204" h="1752" extrusionOk="0">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21728;p134">
            <a:extLst>
              <a:ext uri="{FF2B5EF4-FFF2-40B4-BE49-F238E27FC236}">
                <a16:creationId xmlns:a16="http://schemas.microsoft.com/office/drawing/2014/main" id="{ECF913C9-2C9F-D526-5847-66A4771F82A6}"/>
              </a:ext>
            </a:extLst>
          </p:cNvPr>
          <p:cNvGrpSpPr/>
          <p:nvPr/>
        </p:nvGrpSpPr>
        <p:grpSpPr>
          <a:xfrm>
            <a:off x="5720680" y="851846"/>
            <a:ext cx="190423" cy="205317"/>
            <a:chOff x="852385" y="1510916"/>
            <a:chExt cx="353145" cy="351998"/>
          </a:xfrm>
        </p:grpSpPr>
        <p:sp>
          <p:nvSpPr>
            <p:cNvPr id="363" name="Google Shape;21729;p134">
              <a:extLst>
                <a:ext uri="{FF2B5EF4-FFF2-40B4-BE49-F238E27FC236}">
                  <a16:creationId xmlns:a16="http://schemas.microsoft.com/office/drawing/2014/main" id="{9090A287-56C3-7740-5974-F70ADADD7899}"/>
                </a:ext>
              </a:extLst>
            </p:cNvPr>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21730;p134">
              <a:extLst>
                <a:ext uri="{FF2B5EF4-FFF2-40B4-BE49-F238E27FC236}">
                  <a16:creationId xmlns:a16="http://schemas.microsoft.com/office/drawing/2014/main" id="{B9EFE797-644C-6800-0852-7A5964E0E9FD}"/>
                </a:ext>
              </a:extLst>
            </p:cNvPr>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rgbClr val="657E93"/>
            </a:solidFill>
            <a:ln>
              <a:solidFill>
                <a:srgbClr val="0EAD6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21731;p134">
              <a:extLst>
                <a:ext uri="{FF2B5EF4-FFF2-40B4-BE49-F238E27FC236}">
                  <a16:creationId xmlns:a16="http://schemas.microsoft.com/office/drawing/2014/main" id="{E16E95DC-4639-B49F-36C6-A0B65E541B0F}"/>
                </a:ext>
              </a:extLst>
            </p:cNvPr>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rgbClr val="657E93"/>
            </a:solidFill>
            <a:ln>
              <a:solidFill>
                <a:srgbClr val="0EAD69"/>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384" name="Google Shape;1898;p66">
            <a:extLst>
              <a:ext uri="{FF2B5EF4-FFF2-40B4-BE49-F238E27FC236}">
                <a16:creationId xmlns:a16="http://schemas.microsoft.com/office/drawing/2014/main" id="{E1B69203-2DF8-F9FE-30CA-E4F1232DF981}"/>
              </a:ext>
            </a:extLst>
          </p:cNvPr>
          <p:cNvCxnSpPr>
            <a:cxnSpLocks/>
          </p:cNvCxnSpPr>
          <p:nvPr/>
        </p:nvCxnSpPr>
        <p:spPr>
          <a:xfrm rot="10800000" flipV="1">
            <a:off x="5292294" y="2349748"/>
            <a:ext cx="611201" cy="444003"/>
          </a:xfrm>
          <a:prstGeom prst="bentConnector3">
            <a:avLst>
              <a:gd name="adj1" fmla="val 50000"/>
            </a:avLst>
          </a:prstGeom>
          <a:noFill/>
          <a:ln w="9525" cap="flat" cmpd="sng">
            <a:solidFill>
              <a:schemeClr val="accent6"/>
            </a:solidFill>
            <a:prstDash val="solid"/>
            <a:round/>
            <a:headEnd type="oval" w="med" len="med"/>
            <a:tailEnd type="none" w="med" len="med"/>
          </a:ln>
        </p:spPr>
      </p:cxnSp>
    </p:spTree>
    <p:extLst>
      <p:ext uri="{BB962C8B-B14F-4D97-AF65-F5344CB8AC3E}">
        <p14:creationId xmlns:p14="http://schemas.microsoft.com/office/powerpoint/2010/main" val="2845552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AD69"/>
        </a:solidFill>
        <a:effectLst/>
      </p:bgPr>
    </p:bg>
    <p:spTree>
      <p:nvGrpSpPr>
        <p:cNvPr id="1" name="Shape 1124"/>
        <p:cNvGrpSpPr/>
        <p:nvPr/>
      </p:nvGrpSpPr>
      <p:grpSpPr>
        <a:xfrm>
          <a:off x="0" y="0"/>
          <a:ext cx="0" cy="0"/>
          <a:chOff x="0" y="0"/>
          <a:chExt cx="0" cy="0"/>
        </a:xfrm>
      </p:grpSpPr>
      <p:sp>
        <p:nvSpPr>
          <p:cNvPr id="1125" name="Google Shape;1125;p60"/>
          <p:cNvSpPr txBox="1">
            <a:spLocks noGrp="1"/>
          </p:cNvSpPr>
          <p:nvPr>
            <p:ph type="title"/>
          </p:nvPr>
        </p:nvSpPr>
        <p:spPr>
          <a:xfrm>
            <a:off x="720000" y="2186055"/>
            <a:ext cx="3065060" cy="1012800"/>
          </a:xfrm>
          <a:prstGeom prst="rect">
            <a:avLst/>
          </a:prstGeom>
        </p:spPr>
        <p:txBody>
          <a:bodyPr spcFirstLastPara="1" wrap="square" lIns="91425" tIns="91425" rIns="91425" bIns="91425" anchor="ctr" anchorCtr="0">
            <a:noAutofit/>
          </a:bodyPr>
          <a:lstStyle/>
          <a:p>
            <a:pPr lvl="0"/>
            <a:r>
              <a:rPr lang="en-IN" sz="4000" dirty="0">
                <a:solidFill>
                  <a:schemeClr val="tx1"/>
                </a:solidFill>
                <a:latin typeface="Calibri" panose="020F0502020204030204" pitchFamily="34" charset="0"/>
                <a:ea typeface="Calibri" panose="020F0502020204030204" pitchFamily="34" charset="0"/>
                <a:cs typeface="Calibri" panose="020F0502020204030204" pitchFamily="34" charset="0"/>
              </a:rPr>
              <a:t>Landing Page Development</a:t>
            </a:r>
            <a:endParaRPr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26" name="Google Shape;1126;p60"/>
          <p:cNvSpPr txBox="1">
            <a:spLocks noGrp="1"/>
          </p:cNvSpPr>
          <p:nvPr>
            <p:ph type="title" idx="2"/>
          </p:nvPr>
        </p:nvSpPr>
        <p:spPr>
          <a:xfrm>
            <a:off x="720000" y="1053210"/>
            <a:ext cx="1463524" cy="101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rgbClr val="EE4266"/>
                </a:solidFill>
              </a:rPr>
              <a:t>04</a:t>
            </a:r>
            <a:endParaRPr dirty="0">
              <a:solidFill>
                <a:srgbClr val="EE4266"/>
              </a:solidFill>
            </a:endParaRPr>
          </a:p>
        </p:txBody>
      </p:sp>
      <p:sp>
        <p:nvSpPr>
          <p:cNvPr id="1127" name="Google Shape;1127;p60"/>
          <p:cNvSpPr txBox="1">
            <a:spLocks noGrp="1"/>
          </p:cNvSpPr>
          <p:nvPr>
            <p:ph type="subTitle" idx="1"/>
          </p:nvPr>
        </p:nvSpPr>
        <p:spPr>
          <a:xfrm>
            <a:off x="720000" y="3318900"/>
            <a:ext cx="2425222" cy="836699"/>
          </a:xfrm>
          <a:prstGeom prst="rect">
            <a:avLst/>
          </a:prstGeom>
        </p:spPr>
        <p:txBody>
          <a:bodyPr spcFirstLastPara="1" wrap="square" lIns="91425" tIns="91425" rIns="91425" bIns="91425" anchor="ctr" anchorCtr="0">
            <a:noAutofit/>
          </a:bodyPr>
          <a:lstStyle/>
          <a:p>
            <a:pPr marL="0" lvl="0" indent="0">
              <a:buClr>
                <a:srgbClr val="FFEED3"/>
              </a:buClr>
              <a:buSzPts val="1100"/>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Designing a conversion-focused landing page using WordPress</a:t>
            </a:r>
            <a:endParaRPr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128" name="Google Shape;1128;p60"/>
          <p:cNvSpPr/>
          <p:nvPr/>
        </p:nvSpPr>
        <p:spPr>
          <a:xfrm>
            <a:off x="4133149" y="1053210"/>
            <a:ext cx="4113219" cy="3326497"/>
          </a:xfrm>
          <a:custGeom>
            <a:avLst/>
            <a:gdLst/>
            <a:ahLst/>
            <a:cxnLst/>
            <a:rect l="l" t="t" r="r" b="b"/>
            <a:pathLst>
              <a:path w="51023" h="41264" extrusionOk="0">
                <a:moveTo>
                  <a:pt x="27735" y="0"/>
                </a:moveTo>
                <a:cubicBezTo>
                  <a:pt x="24974" y="0"/>
                  <a:pt x="21550" y="546"/>
                  <a:pt x="18156" y="2507"/>
                </a:cubicBezTo>
                <a:cubicBezTo>
                  <a:pt x="10494" y="6918"/>
                  <a:pt x="6629" y="15684"/>
                  <a:pt x="3309" y="22709"/>
                </a:cubicBezTo>
                <a:cubicBezTo>
                  <a:pt x="1" y="29735"/>
                  <a:pt x="1900" y="36874"/>
                  <a:pt x="7743" y="40137"/>
                </a:cubicBezTo>
                <a:cubicBezTo>
                  <a:pt x="9215" y="40954"/>
                  <a:pt x="10569" y="41263"/>
                  <a:pt x="11900" y="41263"/>
                </a:cubicBezTo>
                <a:cubicBezTo>
                  <a:pt x="15862" y="41263"/>
                  <a:pt x="19630" y="38531"/>
                  <a:pt x="25773" y="38352"/>
                </a:cubicBezTo>
                <a:cubicBezTo>
                  <a:pt x="26656" y="38327"/>
                  <a:pt x="27472" y="38319"/>
                  <a:pt x="28231" y="38319"/>
                </a:cubicBezTo>
                <a:cubicBezTo>
                  <a:pt x="28841" y="38319"/>
                  <a:pt x="29415" y="38324"/>
                  <a:pt x="29957" y="38330"/>
                </a:cubicBezTo>
                <a:cubicBezTo>
                  <a:pt x="30364" y="38331"/>
                  <a:pt x="30754" y="38333"/>
                  <a:pt x="31130" y="38333"/>
                </a:cubicBezTo>
                <a:cubicBezTo>
                  <a:pt x="35427" y="38333"/>
                  <a:pt x="37947" y="38085"/>
                  <a:pt x="42985" y="34657"/>
                </a:cubicBezTo>
                <a:cubicBezTo>
                  <a:pt x="49794" y="30031"/>
                  <a:pt x="51022" y="19082"/>
                  <a:pt x="45656" y="11000"/>
                </a:cubicBezTo>
                <a:cubicBezTo>
                  <a:pt x="40290" y="2905"/>
                  <a:pt x="33618" y="859"/>
                  <a:pt x="33618" y="859"/>
                </a:cubicBezTo>
                <a:cubicBezTo>
                  <a:pt x="33618" y="859"/>
                  <a:pt x="31199" y="0"/>
                  <a:pt x="27735"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FFFFFF"/>
              </a:solidFill>
              <a:highlight>
                <a:srgbClr val="FFFFFF"/>
              </a:highlight>
            </a:endParaRPr>
          </a:p>
        </p:txBody>
      </p:sp>
      <p:sp>
        <p:nvSpPr>
          <p:cNvPr id="1129" name="Google Shape;1129;p60"/>
          <p:cNvSpPr/>
          <p:nvPr/>
        </p:nvSpPr>
        <p:spPr>
          <a:xfrm>
            <a:off x="8097510" y="3520986"/>
            <a:ext cx="70619" cy="1077903"/>
          </a:xfrm>
          <a:custGeom>
            <a:avLst/>
            <a:gdLst/>
            <a:ahLst/>
            <a:cxnLst/>
            <a:rect l="l" t="t" r="r" b="b"/>
            <a:pathLst>
              <a:path w="876" h="13371" extrusionOk="0">
                <a:moveTo>
                  <a:pt x="0" y="1"/>
                </a:moveTo>
                <a:lnTo>
                  <a:pt x="216" y="13370"/>
                </a:lnTo>
                <a:lnTo>
                  <a:pt x="659" y="13370"/>
                </a:lnTo>
                <a:lnTo>
                  <a:pt x="8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0"/>
          <p:cNvSpPr/>
          <p:nvPr/>
        </p:nvSpPr>
        <p:spPr>
          <a:xfrm>
            <a:off x="8093802" y="3517358"/>
            <a:ext cx="78035" cy="1086045"/>
          </a:xfrm>
          <a:custGeom>
            <a:avLst/>
            <a:gdLst/>
            <a:ahLst/>
            <a:cxnLst/>
            <a:rect l="l" t="t" r="r" b="b"/>
            <a:pathLst>
              <a:path w="968" h="13472" extrusionOk="0">
                <a:moveTo>
                  <a:pt x="865" y="102"/>
                </a:moveTo>
                <a:lnTo>
                  <a:pt x="649" y="13370"/>
                </a:lnTo>
                <a:lnTo>
                  <a:pt x="319" y="13370"/>
                </a:lnTo>
                <a:lnTo>
                  <a:pt x="103" y="102"/>
                </a:lnTo>
                <a:close/>
                <a:moveTo>
                  <a:pt x="46" y="0"/>
                </a:moveTo>
                <a:cubicBezTo>
                  <a:pt x="35" y="0"/>
                  <a:pt x="23" y="0"/>
                  <a:pt x="12" y="11"/>
                </a:cubicBezTo>
                <a:cubicBezTo>
                  <a:pt x="1" y="23"/>
                  <a:pt x="1" y="34"/>
                  <a:pt x="1" y="46"/>
                </a:cubicBezTo>
                <a:lnTo>
                  <a:pt x="217" y="13415"/>
                </a:lnTo>
                <a:cubicBezTo>
                  <a:pt x="217" y="13449"/>
                  <a:pt x="240" y="13472"/>
                  <a:pt x="262" y="13472"/>
                </a:cubicBezTo>
                <a:lnTo>
                  <a:pt x="705" y="13472"/>
                </a:lnTo>
                <a:cubicBezTo>
                  <a:pt x="728" y="13472"/>
                  <a:pt x="751" y="13449"/>
                  <a:pt x="751" y="13415"/>
                </a:cubicBezTo>
                <a:lnTo>
                  <a:pt x="967" y="46"/>
                </a:lnTo>
                <a:cubicBezTo>
                  <a:pt x="967" y="34"/>
                  <a:pt x="967" y="23"/>
                  <a:pt x="955" y="11"/>
                </a:cubicBezTo>
                <a:cubicBezTo>
                  <a:pt x="945" y="0"/>
                  <a:pt x="933" y="0"/>
                  <a:pt x="9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0"/>
          <p:cNvSpPr/>
          <p:nvPr/>
        </p:nvSpPr>
        <p:spPr>
          <a:xfrm>
            <a:off x="8135077" y="3520986"/>
            <a:ext cx="33052" cy="1077903"/>
          </a:xfrm>
          <a:custGeom>
            <a:avLst/>
            <a:gdLst/>
            <a:ahLst/>
            <a:cxnLst/>
            <a:rect l="l" t="t" r="r" b="b"/>
            <a:pathLst>
              <a:path w="410" h="13371" extrusionOk="0">
                <a:moveTo>
                  <a:pt x="23" y="1"/>
                </a:moveTo>
                <a:lnTo>
                  <a:pt x="1" y="13370"/>
                </a:lnTo>
                <a:lnTo>
                  <a:pt x="193" y="13370"/>
                </a:lnTo>
                <a:lnTo>
                  <a:pt x="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0"/>
          <p:cNvSpPr/>
          <p:nvPr/>
        </p:nvSpPr>
        <p:spPr>
          <a:xfrm>
            <a:off x="8130482" y="3517358"/>
            <a:ext cx="41355" cy="1086045"/>
          </a:xfrm>
          <a:custGeom>
            <a:avLst/>
            <a:gdLst/>
            <a:ahLst/>
            <a:cxnLst/>
            <a:rect l="l" t="t" r="r" b="b"/>
            <a:pathLst>
              <a:path w="513" h="13472" extrusionOk="0">
                <a:moveTo>
                  <a:pt x="410" y="102"/>
                </a:moveTo>
                <a:lnTo>
                  <a:pt x="194" y="13370"/>
                </a:lnTo>
                <a:lnTo>
                  <a:pt x="103" y="13370"/>
                </a:lnTo>
                <a:lnTo>
                  <a:pt x="126" y="102"/>
                </a:lnTo>
                <a:close/>
                <a:moveTo>
                  <a:pt x="80" y="0"/>
                </a:moveTo>
                <a:cubicBezTo>
                  <a:pt x="46" y="0"/>
                  <a:pt x="23" y="23"/>
                  <a:pt x="23" y="46"/>
                </a:cubicBezTo>
                <a:lnTo>
                  <a:pt x="0" y="13415"/>
                </a:lnTo>
                <a:cubicBezTo>
                  <a:pt x="0" y="13438"/>
                  <a:pt x="12" y="13449"/>
                  <a:pt x="23" y="13449"/>
                </a:cubicBezTo>
                <a:cubicBezTo>
                  <a:pt x="23" y="13461"/>
                  <a:pt x="46" y="13472"/>
                  <a:pt x="58" y="13472"/>
                </a:cubicBezTo>
                <a:lnTo>
                  <a:pt x="250" y="13472"/>
                </a:lnTo>
                <a:cubicBezTo>
                  <a:pt x="273" y="13472"/>
                  <a:pt x="296" y="13449"/>
                  <a:pt x="296" y="13415"/>
                </a:cubicBezTo>
                <a:lnTo>
                  <a:pt x="512" y="46"/>
                </a:lnTo>
                <a:cubicBezTo>
                  <a:pt x="512" y="34"/>
                  <a:pt x="512" y="23"/>
                  <a:pt x="500" y="11"/>
                </a:cubicBezTo>
                <a:cubicBezTo>
                  <a:pt x="490" y="0"/>
                  <a:pt x="478" y="0"/>
                  <a:pt x="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0"/>
          <p:cNvSpPr/>
          <p:nvPr/>
        </p:nvSpPr>
        <p:spPr>
          <a:xfrm>
            <a:off x="7946276" y="3421104"/>
            <a:ext cx="312544" cy="74327"/>
          </a:xfrm>
          <a:custGeom>
            <a:avLst/>
            <a:gdLst/>
            <a:ahLst/>
            <a:cxnLst/>
            <a:rect l="l" t="t" r="r" b="b"/>
            <a:pathLst>
              <a:path w="3877" h="922" extrusionOk="0">
                <a:moveTo>
                  <a:pt x="1" y="0"/>
                </a:moveTo>
                <a:lnTo>
                  <a:pt x="1" y="921"/>
                </a:lnTo>
                <a:lnTo>
                  <a:pt x="3877" y="921"/>
                </a:lnTo>
                <a:lnTo>
                  <a:pt x="38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0"/>
          <p:cNvSpPr/>
          <p:nvPr/>
        </p:nvSpPr>
        <p:spPr>
          <a:xfrm>
            <a:off x="7942649" y="3416509"/>
            <a:ext cx="319880" cy="82550"/>
          </a:xfrm>
          <a:custGeom>
            <a:avLst/>
            <a:gdLst/>
            <a:ahLst/>
            <a:cxnLst/>
            <a:rect l="l" t="t" r="r" b="b"/>
            <a:pathLst>
              <a:path w="3968" h="1024" extrusionOk="0">
                <a:moveTo>
                  <a:pt x="3865" y="103"/>
                </a:moveTo>
                <a:lnTo>
                  <a:pt x="3865" y="921"/>
                </a:lnTo>
                <a:lnTo>
                  <a:pt x="102" y="921"/>
                </a:lnTo>
                <a:lnTo>
                  <a:pt x="102" y="103"/>
                </a:lnTo>
                <a:close/>
                <a:moveTo>
                  <a:pt x="46" y="1"/>
                </a:moveTo>
                <a:cubicBezTo>
                  <a:pt x="23" y="1"/>
                  <a:pt x="0" y="24"/>
                  <a:pt x="0" y="57"/>
                </a:cubicBezTo>
                <a:lnTo>
                  <a:pt x="0" y="978"/>
                </a:lnTo>
                <a:cubicBezTo>
                  <a:pt x="0" y="1001"/>
                  <a:pt x="23" y="1024"/>
                  <a:pt x="46" y="1024"/>
                </a:cubicBezTo>
                <a:lnTo>
                  <a:pt x="3922" y="1024"/>
                </a:lnTo>
                <a:cubicBezTo>
                  <a:pt x="3945" y="1024"/>
                  <a:pt x="3967" y="1001"/>
                  <a:pt x="3967" y="978"/>
                </a:cubicBezTo>
                <a:lnTo>
                  <a:pt x="3967" y="57"/>
                </a:lnTo>
                <a:cubicBezTo>
                  <a:pt x="3967" y="24"/>
                  <a:pt x="3945" y="1"/>
                  <a:pt x="39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 name="Google Shape;1135;p60"/>
          <p:cNvGrpSpPr/>
          <p:nvPr/>
        </p:nvGrpSpPr>
        <p:grpSpPr>
          <a:xfrm>
            <a:off x="4562704" y="1425963"/>
            <a:ext cx="3720947" cy="3177441"/>
            <a:chOff x="4562704" y="1425963"/>
            <a:chExt cx="3720947" cy="3177441"/>
          </a:xfrm>
        </p:grpSpPr>
        <p:sp>
          <p:nvSpPr>
            <p:cNvPr id="1136" name="Google Shape;1136;p60"/>
            <p:cNvSpPr/>
            <p:nvPr/>
          </p:nvSpPr>
          <p:spPr>
            <a:xfrm>
              <a:off x="4610347" y="3122344"/>
              <a:ext cx="333665" cy="657415"/>
            </a:xfrm>
            <a:custGeom>
              <a:avLst/>
              <a:gdLst/>
              <a:ahLst/>
              <a:cxnLst/>
              <a:rect l="l" t="t" r="r" b="b"/>
              <a:pathLst>
                <a:path w="4139" h="8155" extrusionOk="0">
                  <a:moveTo>
                    <a:pt x="352" y="0"/>
                  </a:moveTo>
                  <a:cubicBezTo>
                    <a:pt x="353" y="0"/>
                    <a:pt x="546" y="364"/>
                    <a:pt x="375" y="694"/>
                  </a:cubicBezTo>
                  <a:cubicBezTo>
                    <a:pt x="216" y="1023"/>
                    <a:pt x="1" y="1364"/>
                    <a:pt x="125" y="1535"/>
                  </a:cubicBezTo>
                  <a:cubicBezTo>
                    <a:pt x="251" y="1694"/>
                    <a:pt x="625" y="1910"/>
                    <a:pt x="592" y="2263"/>
                  </a:cubicBezTo>
                  <a:cubicBezTo>
                    <a:pt x="546" y="2615"/>
                    <a:pt x="46" y="3331"/>
                    <a:pt x="352" y="3729"/>
                  </a:cubicBezTo>
                  <a:cubicBezTo>
                    <a:pt x="671" y="4115"/>
                    <a:pt x="1194" y="4105"/>
                    <a:pt x="1216" y="4537"/>
                  </a:cubicBezTo>
                  <a:cubicBezTo>
                    <a:pt x="1239" y="4979"/>
                    <a:pt x="705" y="5332"/>
                    <a:pt x="853" y="5730"/>
                  </a:cubicBezTo>
                  <a:cubicBezTo>
                    <a:pt x="1001" y="6128"/>
                    <a:pt x="1865" y="6207"/>
                    <a:pt x="1865" y="6480"/>
                  </a:cubicBezTo>
                  <a:cubicBezTo>
                    <a:pt x="1865" y="6753"/>
                    <a:pt x="1535" y="7049"/>
                    <a:pt x="1808" y="7333"/>
                  </a:cubicBezTo>
                  <a:cubicBezTo>
                    <a:pt x="2027" y="7581"/>
                    <a:pt x="2988" y="8155"/>
                    <a:pt x="3401" y="8155"/>
                  </a:cubicBezTo>
                  <a:cubicBezTo>
                    <a:pt x="3481" y="8155"/>
                    <a:pt x="3541" y="8133"/>
                    <a:pt x="3570" y="8083"/>
                  </a:cubicBezTo>
                  <a:cubicBezTo>
                    <a:pt x="3752" y="7765"/>
                    <a:pt x="4139" y="6901"/>
                    <a:pt x="3889" y="5673"/>
                  </a:cubicBezTo>
                  <a:cubicBezTo>
                    <a:pt x="3843" y="5457"/>
                    <a:pt x="3547" y="5411"/>
                    <a:pt x="3513" y="5128"/>
                  </a:cubicBezTo>
                  <a:cubicBezTo>
                    <a:pt x="3467" y="4832"/>
                    <a:pt x="3593" y="4309"/>
                    <a:pt x="3388" y="4014"/>
                  </a:cubicBezTo>
                  <a:cubicBezTo>
                    <a:pt x="3172" y="3718"/>
                    <a:pt x="2502" y="3615"/>
                    <a:pt x="2467" y="3388"/>
                  </a:cubicBezTo>
                  <a:cubicBezTo>
                    <a:pt x="2422" y="3160"/>
                    <a:pt x="2717" y="2592"/>
                    <a:pt x="2422" y="2240"/>
                  </a:cubicBezTo>
                  <a:cubicBezTo>
                    <a:pt x="2126" y="1887"/>
                    <a:pt x="1444" y="1717"/>
                    <a:pt x="1444" y="1490"/>
                  </a:cubicBezTo>
                  <a:cubicBezTo>
                    <a:pt x="1444" y="1251"/>
                    <a:pt x="1648" y="967"/>
                    <a:pt x="1365" y="649"/>
                  </a:cubicBezTo>
                  <a:cubicBezTo>
                    <a:pt x="1069" y="341"/>
                    <a:pt x="353" y="0"/>
                    <a:pt x="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0"/>
            <p:cNvSpPr/>
            <p:nvPr/>
          </p:nvSpPr>
          <p:spPr>
            <a:xfrm>
              <a:off x="4714824" y="3317191"/>
              <a:ext cx="221852" cy="1203743"/>
            </a:xfrm>
            <a:custGeom>
              <a:avLst/>
              <a:gdLst/>
              <a:ahLst/>
              <a:cxnLst/>
              <a:rect l="l" t="t" r="r" b="b"/>
              <a:pathLst>
                <a:path w="2752" h="14932" extrusionOk="0">
                  <a:moveTo>
                    <a:pt x="65" y="1"/>
                  </a:moveTo>
                  <a:cubicBezTo>
                    <a:pt x="58" y="1"/>
                    <a:pt x="52" y="2"/>
                    <a:pt x="46" y="5"/>
                  </a:cubicBezTo>
                  <a:cubicBezTo>
                    <a:pt x="23" y="16"/>
                    <a:pt x="1" y="39"/>
                    <a:pt x="11" y="61"/>
                  </a:cubicBezTo>
                  <a:cubicBezTo>
                    <a:pt x="284" y="880"/>
                    <a:pt x="671" y="1847"/>
                    <a:pt x="1012" y="2711"/>
                  </a:cubicBezTo>
                  <a:cubicBezTo>
                    <a:pt x="1217" y="3234"/>
                    <a:pt x="1398" y="3688"/>
                    <a:pt x="1524" y="4018"/>
                  </a:cubicBezTo>
                  <a:cubicBezTo>
                    <a:pt x="1592" y="4211"/>
                    <a:pt x="1660" y="4393"/>
                    <a:pt x="1717" y="4563"/>
                  </a:cubicBezTo>
                  <a:cubicBezTo>
                    <a:pt x="2001" y="5336"/>
                    <a:pt x="2251" y="6008"/>
                    <a:pt x="2388" y="6849"/>
                  </a:cubicBezTo>
                  <a:cubicBezTo>
                    <a:pt x="2547" y="7883"/>
                    <a:pt x="2649" y="14818"/>
                    <a:pt x="2649" y="14886"/>
                  </a:cubicBezTo>
                  <a:cubicBezTo>
                    <a:pt x="2649" y="14909"/>
                    <a:pt x="2672" y="14931"/>
                    <a:pt x="2694" y="14931"/>
                  </a:cubicBezTo>
                  <a:cubicBezTo>
                    <a:pt x="2729" y="14931"/>
                    <a:pt x="2752" y="14909"/>
                    <a:pt x="2752" y="14886"/>
                  </a:cubicBezTo>
                  <a:cubicBezTo>
                    <a:pt x="2740" y="14602"/>
                    <a:pt x="2649" y="7872"/>
                    <a:pt x="2490" y="6837"/>
                  </a:cubicBezTo>
                  <a:cubicBezTo>
                    <a:pt x="2353" y="5973"/>
                    <a:pt x="2103" y="5303"/>
                    <a:pt x="1819" y="4530"/>
                  </a:cubicBezTo>
                  <a:cubicBezTo>
                    <a:pt x="1751" y="4359"/>
                    <a:pt x="1683" y="4177"/>
                    <a:pt x="1615" y="3984"/>
                  </a:cubicBezTo>
                  <a:cubicBezTo>
                    <a:pt x="1501" y="3654"/>
                    <a:pt x="1319" y="3199"/>
                    <a:pt x="1103" y="2676"/>
                  </a:cubicBezTo>
                  <a:cubicBezTo>
                    <a:pt x="762" y="1812"/>
                    <a:pt x="375" y="846"/>
                    <a:pt x="102" y="39"/>
                  </a:cubicBezTo>
                  <a:cubicBezTo>
                    <a:pt x="102" y="13"/>
                    <a:pt x="84" y="1"/>
                    <a:pt x="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0"/>
            <p:cNvSpPr/>
            <p:nvPr/>
          </p:nvSpPr>
          <p:spPr>
            <a:xfrm>
              <a:off x="4643319" y="3129035"/>
              <a:ext cx="68765" cy="155587"/>
            </a:xfrm>
            <a:custGeom>
              <a:avLst/>
              <a:gdLst/>
              <a:ahLst/>
              <a:cxnLst/>
              <a:rect l="l" t="t" r="r" b="b"/>
              <a:pathLst>
                <a:path w="853" h="1930" extrusionOk="0">
                  <a:moveTo>
                    <a:pt x="60" y="1"/>
                  </a:moveTo>
                  <a:cubicBezTo>
                    <a:pt x="43" y="1"/>
                    <a:pt x="25" y="6"/>
                    <a:pt x="12" y="20"/>
                  </a:cubicBezTo>
                  <a:cubicBezTo>
                    <a:pt x="1" y="43"/>
                    <a:pt x="1" y="65"/>
                    <a:pt x="24" y="88"/>
                  </a:cubicBezTo>
                  <a:cubicBezTo>
                    <a:pt x="24" y="88"/>
                    <a:pt x="375" y="395"/>
                    <a:pt x="671" y="1622"/>
                  </a:cubicBezTo>
                  <a:cubicBezTo>
                    <a:pt x="694" y="1713"/>
                    <a:pt x="717" y="1793"/>
                    <a:pt x="739" y="1884"/>
                  </a:cubicBezTo>
                  <a:cubicBezTo>
                    <a:pt x="751" y="1907"/>
                    <a:pt x="774" y="1930"/>
                    <a:pt x="797" y="1930"/>
                  </a:cubicBezTo>
                  <a:lnTo>
                    <a:pt x="807" y="1918"/>
                  </a:lnTo>
                  <a:cubicBezTo>
                    <a:pt x="830" y="1918"/>
                    <a:pt x="853" y="1884"/>
                    <a:pt x="842" y="1862"/>
                  </a:cubicBezTo>
                  <a:cubicBezTo>
                    <a:pt x="819" y="1771"/>
                    <a:pt x="797" y="1680"/>
                    <a:pt x="774" y="1600"/>
                  </a:cubicBezTo>
                  <a:cubicBezTo>
                    <a:pt x="456" y="326"/>
                    <a:pt x="103" y="20"/>
                    <a:pt x="92" y="8"/>
                  </a:cubicBezTo>
                  <a:cubicBezTo>
                    <a:pt x="82" y="4"/>
                    <a:pt x="71" y="1"/>
                    <a:pt x="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60"/>
            <p:cNvSpPr/>
            <p:nvPr/>
          </p:nvSpPr>
          <p:spPr>
            <a:xfrm>
              <a:off x="4920957" y="3314772"/>
              <a:ext cx="267722" cy="525449"/>
            </a:xfrm>
            <a:custGeom>
              <a:avLst/>
              <a:gdLst/>
              <a:ahLst/>
              <a:cxnLst/>
              <a:rect l="l" t="t" r="r" b="b"/>
              <a:pathLst>
                <a:path w="3321" h="6518" extrusionOk="0">
                  <a:moveTo>
                    <a:pt x="3037" y="0"/>
                  </a:moveTo>
                  <a:cubicBezTo>
                    <a:pt x="3037" y="0"/>
                    <a:pt x="2468" y="262"/>
                    <a:pt x="2229" y="512"/>
                  </a:cubicBezTo>
                  <a:cubicBezTo>
                    <a:pt x="1991" y="763"/>
                    <a:pt x="2161" y="990"/>
                    <a:pt x="2161" y="1183"/>
                  </a:cubicBezTo>
                  <a:cubicBezTo>
                    <a:pt x="2161" y="1365"/>
                    <a:pt x="1615" y="1501"/>
                    <a:pt x="1377" y="1786"/>
                  </a:cubicBezTo>
                  <a:cubicBezTo>
                    <a:pt x="1138" y="2070"/>
                    <a:pt x="1377" y="2513"/>
                    <a:pt x="1342" y="2706"/>
                  </a:cubicBezTo>
                  <a:cubicBezTo>
                    <a:pt x="1309" y="2888"/>
                    <a:pt x="774" y="2968"/>
                    <a:pt x="604" y="3206"/>
                  </a:cubicBezTo>
                  <a:cubicBezTo>
                    <a:pt x="445" y="3446"/>
                    <a:pt x="536" y="3855"/>
                    <a:pt x="513" y="4093"/>
                  </a:cubicBezTo>
                  <a:cubicBezTo>
                    <a:pt x="478" y="4332"/>
                    <a:pt x="240" y="4366"/>
                    <a:pt x="206" y="4525"/>
                  </a:cubicBezTo>
                  <a:cubicBezTo>
                    <a:pt x="1" y="5515"/>
                    <a:pt x="308" y="6208"/>
                    <a:pt x="456" y="6458"/>
                  </a:cubicBezTo>
                  <a:cubicBezTo>
                    <a:pt x="480" y="6499"/>
                    <a:pt x="530" y="6517"/>
                    <a:pt x="597" y="6517"/>
                  </a:cubicBezTo>
                  <a:cubicBezTo>
                    <a:pt x="933" y="6517"/>
                    <a:pt x="1697" y="6066"/>
                    <a:pt x="1877" y="5867"/>
                  </a:cubicBezTo>
                  <a:cubicBezTo>
                    <a:pt x="2093" y="5639"/>
                    <a:pt x="1820" y="5401"/>
                    <a:pt x="1820" y="5184"/>
                  </a:cubicBezTo>
                  <a:cubicBezTo>
                    <a:pt x="1820" y="4969"/>
                    <a:pt x="2514" y="4901"/>
                    <a:pt x="2628" y="4582"/>
                  </a:cubicBezTo>
                  <a:cubicBezTo>
                    <a:pt x="2752" y="4264"/>
                    <a:pt x="2332" y="3979"/>
                    <a:pt x="2343" y="3627"/>
                  </a:cubicBezTo>
                  <a:cubicBezTo>
                    <a:pt x="2366" y="3275"/>
                    <a:pt x="2787" y="3286"/>
                    <a:pt x="3037" y="2979"/>
                  </a:cubicBezTo>
                  <a:cubicBezTo>
                    <a:pt x="3287" y="2661"/>
                    <a:pt x="2889" y="2081"/>
                    <a:pt x="2843" y="1808"/>
                  </a:cubicBezTo>
                  <a:cubicBezTo>
                    <a:pt x="2809" y="1524"/>
                    <a:pt x="3116" y="1354"/>
                    <a:pt x="3219" y="1217"/>
                  </a:cubicBezTo>
                  <a:cubicBezTo>
                    <a:pt x="3321" y="1081"/>
                    <a:pt x="3150" y="819"/>
                    <a:pt x="3014" y="546"/>
                  </a:cubicBezTo>
                  <a:cubicBezTo>
                    <a:pt x="2934" y="376"/>
                    <a:pt x="2946" y="171"/>
                    <a:pt x="30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60"/>
            <p:cNvSpPr/>
            <p:nvPr/>
          </p:nvSpPr>
          <p:spPr>
            <a:xfrm>
              <a:off x="4926519" y="3469311"/>
              <a:ext cx="178804" cy="965445"/>
            </a:xfrm>
            <a:custGeom>
              <a:avLst/>
              <a:gdLst/>
              <a:ahLst/>
              <a:cxnLst/>
              <a:rect l="l" t="t" r="r" b="b"/>
              <a:pathLst>
                <a:path w="2218" h="11976" extrusionOk="0">
                  <a:moveTo>
                    <a:pt x="2160" y="1"/>
                  </a:moveTo>
                  <a:cubicBezTo>
                    <a:pt x="2138" y="1"/>
                    <a:pt x="2124" y="14"/>
                    <a:pt x="2115" y="39"/>
                  </a:cubicBezTo>
                  <a:cubicBezTo>
                    <a:pt x="1887" y="710"/>
                    <a:pt x="1558" y="1539"/>
                    <a:pt x="1285" y="2222"/>
                  </a:cubicBezTo>
                  <a:cubicBezTo>
                    <a:pt x="1126" y="2608"/>
                    <a:pt x="1001" y="2949"/>
                    <a:pt x="910" y="3199"/>
                  </a:cubicBezTo>
                  <a:cubicBezTo>
                    <a:pt x="853" y="3336"/>
                    <a:pt x="808" y="3472"/>
                    <a:pt x="751" y="3609"/>
                  </a:cubicBezTo>
                  <a:cubicBezTo>
                    <a:pt x="523" y="4234"/>
                    <a:pt x="319" y="4780"/>
                    <a:pt x="205" y="5485"/>
                  </a:cubicBezTo>
                  <a:cubicBezTo>
                    <a:pt x="80" y="6314"/>
                    <a:pt x="0" y="11692"/>
                    <a:pt x="0" y="11919"/>
                  </a:cubicBezTo>
                  <a:cubicBezTo>
                    <a:pt x="0" y="11953"/>
                    <a:pt x="23" y="11976"/>
                    <a:pt x="46" y="11976"/>
                  </a:cubicBezTo>
                  <a:cubicBezTo>
                    <a:pt x="80" y="11976"/>
                    <a:pt x="103" y="11953"/>
                    <a:pt x="103" y="11919"/>
                  </a:cubicBezTo>
                  <a:cubicBezTo>
                    <a:pt x="103" y="11862"/>
                    <a:pt x="171" y="6314"/>
                    <a:pt x="308" y="5496"/>
                  </a:cubicBezTo>
                  <a:cubicBezTo>
                    <a:pt x="421" y="4814"/>
                    <a:pt x="614" y="4268"/>
                    <a:pt x="853" y="3643"/>
                  </a:cubicBezTo>
                  <a:cubicBezTo>
                    <a:pt x="899" y="3507"/>
                    <a:pt x="944" y="3370"/>
                    <a:pt x="1001" y="3234"/>
                  </a:cubicBezTo>
                  <a:cubicBezTo>
                    <a:pt x="1092" y="2984"/>
                    <a:pt x="1228" y="2643"/>
                    <a:pt x="1376" y="2256"/>
                  </a:cubicBezTo>
                  <a:cubicBezTo>
                    <a:pt x="1649" y="1585"/>
                    <a:pt x="1990" y="744"/>
                    <a:pt x="2206" y="62"/>
                  </a:cubicBezTo>
                  <a:cubicBezTo>
                    <a:pt x="2217" y="39"/>
                    <a:pt x="2206" y="16"/>
                    <a:pt x="2183" y="5"/>
                  </a:cubicBezTo>
                  <a:cubicBezTo>
                    <a:pt x="2174" y="2"/>
                    <a:pt x="2167" y="1"/>
                    <a:pt x="21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0"/>
            <p:cNvSpPr/>
            <p:nvPr/>
          </p:nvSpPr>
          <p:spPr>
            <a:xfrm>
              <a:off x="5106129" y="3318723"/>
              <a:ext cx="56914" cy="126243"/>
            </a:xfrm>
            <a:custGeom>
              <a:avLst/>
              <a:gdLst/>
              <a:ahLst/>
              <a:cxnLst/>
              <a:rect l="l" t="t" r="r" b="b"/>
              <a:pathLst>
                <a:path w="706" h="1566" extrusionOk="0">
                  <a:moveTo>
                    <a:pt x="647" y="1"/>
                  </a:moveTo>
                  <a:cubicBezTo>
                    <a:pt x="635" y="1"/>
                    <a:pt x="624" y="4"/>
                    <a:pt x="614" y="9"/>
                  </a:cubicBezTo>
                  <a:cubicBezTo>
                    <a:pt x="603" y="20"/>
                    <a:pt x="319" y="270"/>
                    <a:pt x="69" y="1293"/>
                  </a:cubicBezTo>
                  <a:cubicBezTo>
                    <a:pt x="46" y="1361"/>
                    <a:pt x="35" y="1429"/>
                    <a:pt x="12" y="1498"/>
                  </a:cubicBezTo>
                  <a:cubicBezTo>
                    <a:pt x="0" y="1520"/>
                    <a:pt x="23" y="1555"/>
                    <a:pt x="46" y="1555"/>
                  </a:cubicBezTo>
                  <a:lnTo>
                    <a:pt x="58" y="1566"/>
                  </a:lnTo>
                  <a:cubicBezTo>
                    <a:pt x="80" y="1566"/>
                    <a:pt x="103" y="1543"/>
                    <a:pt x="114" y="1520"/>
                  </a:cubicBezTo>
                  <a:cubicBezTo>
                    <a:pt x="126" y="1452"/>
                    <a:pt x="149" y="1384"/>
                    <a:pt x="160" y="1316"/>
                  </a:cubicBezTo>
                  <a:cubicBezTo>
                    <a:pt x="410" y="338"/>
                    <a:pt x="683" y="88"/>
                    <a:pt x="683" y="88"/>
                  </a:cubicBezTo>
                  <a:cubicBezTo>
                    <a:pt x="705" y="77"/>
                    <a:pt x="705" y="42"/>
                    <a:pt x="694" y="20"/>
                  </a:cubicBezTo>
                  <a:cubicBezTo>
                    <a:pt x="681" y="6"/>
                    <a:pt x="664" y="1"/>
                    <a:pt x="6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0"/>
            <p:cNvSpPr/>
            <p:nvPr/>
          </p:nvSpPr>
          <p:spPr>
            <a:xfrm>
              <a:off x="4682739" y="3696001"/>
              <a:ext cx="222820" cy="439352"/>
            </a:xfrm>
            <a:custGeom>
              <a:avLst/>
              <a:gdLst/>
              <a:ahLst/>
              <a:cxnLst/>
              <a:rect l="l" t="t" r="r" b="b"/>
              <a:pathLst>
                <a:path w="2764" h="5450" extrusionOk="0">
                  <a:moveTo>
                    <a:pt x="239" y="1"/>
                  </a:moveTo>
                  <a:lnTo>
                    <a:pt x="239" y="1"/>
                  </a:lnTo>
                  <a:cubicBezTo>
                    <a:pt x="308" y="149"/>
                    <a:pt x="318" y="319"/>
                    <a:pt x="250" y="467"/>
                  </a:cubicBezTo>
                  <a:cubicBezTo>
                    <a:pt x="137" y="683"/>
                    <a:pt x="0" y="910"/>
                    <a:pt x="80" y="1024"/>
                  </a:cubicBezTo>
                  <a:cubicBezTo>
                    <a:pt x="171" y="1138"/>
                    <a:pt x="421" y="1274"/>
                    <a:pt x="387" y="1513"/>
                  </a:cubicBezTo>
                  <a:cubicBezTo>
                    <a:pt x="364" y="1751"/>
                    <a:pt x="35" y="2218"/>
                    <a:pt x="239" y="2491"/>
                  </a:cubicBezTo>
                  <a:cubicBezTo>
                    <a:pt x="444" y="2752"/>
                    <a:pt x="796" y="2741"/>
                    <a:pt x="808" y="3037"/>
                  </a:cubicBezTo>
                  <a:cubicBezTo>
                    <a:pt x="831" y="3320"/>
                    <a:pt x="478" y="3560"/>
                    <a:pt x="569" y="3832"/>
                  </a:cubicBezTo>
                  <a:cubicBezTo>
                    <a:pt x="671" y="4093"/>
                    <a:pt x="1240" y="4151"/>
                    <a:pt x="1240" y="4333"/>
                  </a:cubicBezTo>
                  <a:cubicBezTo>
                    <a:pt x="1240" y="4514"/>
                    <a:pt x="1023" y="4707"/>
                    <a:pt x="1205" y="4901"/>
                  </a:cubicBezTo>
                  <a:cubicBezTo>
                    <a:pt x="1357" y="5072"/>
                    <a:pt x="1994" y="5449"/>
                    <a:pt x="2272" y="5449"/>
                  </a:cubicBezTo>
                  <a:cubicBezTo>
                    <a:pt x="2326" y="5449"/>
                    <a:pt x="2367" y="5435"/>
                    <a:pt x="2388" y="5401"/>
                  </a:cubicBezTo>
                  <a:cubicBezTo>
                    <a:pt x="2513" y="5197"/>
                    <a:pt x="2763" y="4616"/>
                    <a:pt x="2604" y="3787"/>
                  </a:cubicBezTo>
                  <a:cubicBezTo>
                    <a:pt x="2569" y="3650"/>
                    <a:pt x="2377" y="3616"/>
                    <a:pt x="2342" y="3423"/>
                  </a:cubicBezTo>
                  <a:cubicBezTo>
                    <a:pt x="2319" y="3229"/>
                    <a:pt x="2399" y="2877"/>
                    <a:pt x="2263" y="2684"/>
                  </a:cubicBezTo>
                  <a:cubicBezTo>
                    <a:pt x="2127" y="2491"/>
                    <a:pt x="1683" y="2423"/>
                    <a:pt x="1649" y="2264"/>
                  </a:cubicBezTo>
                  <a:cubicBezTo>
                    <a:pt x="1626" y="2104"/>
                    <a:pt x="1819" y="1729"/>
                    <a:pt x="1626" y="1501"/>
                  </a:cubicBezTo>
                  <a:cubicBezTo>
                    <a:pt x="1422" y="1263"/>
                    <a:pt x="967" y="1149"/>
                    <a:pt x="967" y="990"/>
                  </a:cubicBezTo>
                  <a:cubicBezTo>
                    <a:pt x="967" y="842"/>
                    <a:pt x="1103" y="637"/>
                    <a:pt x="910" y="433"/>
                  </a:cubicBezTo>
                  <a:cubicBezTo>
                    <a:pt x="717" y="228"/>
                    <a:pt x="239" y="1"/>
                    <a:pt x="2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60"/>
            <p:cNvSpPr/>
            <p:nvPr/>
          </p:nvSpPr>
          <p:spPr>
            <a:xfrm>
              <a:off x="4751504" y="3824904"/>
              <a:ext cx="150347" cy="639196"/>
            </a:xfrm>
            <a:custGeom>
              <a:avLst/>
              <a:gdLst/>
              <a:ahLst/>
              <a:cxnLst/>
              <a:rect l="l" t="t" r="r" b="b"/>
              <a:pathLst>
                <a:path w="1865" h="7929" extrusionOk="0">
                  <a:moveTo>
                    <a:pt x="59" y="0"/>
                  </a:moveTo>
                  <a:cubicBezTo>
                    <a:pt x="52" y="0"/>
                    <a:pt x="43" y="2"/>
                    <a:pt x="34" y="5"/>
                  </a:cubicBezTo>
                  <a:cubicBezTo>
                    <a:pt x="11" y="5"/>
                    <a:pt x="0" y="39"/>
                    <a:pt x="11" y="62"/>
                  </a:cubicBezTo>
                  <a:cubicBezTo>
                    <a:pt x="193" y="619"/>
                    <a:pt x="455" y="1267"/>
                    <a:pt x="682" y="1847"/>
                  </a:cubicBezTo>
                  <a:cubicBezTo>
                    <a:pt x="819" y="2199"/>
                    <a:pt x="932" y="2494"/>
                    <a:pt x="1012" y="2711"/>
                  </a:cubicBezTo>
                  <a:cubicBezTo>
                    <a:pt x="1057" y="2825"/>
                    <a:pt x="1103" y="2938"/>
                    <a:pt x="1137" y="3052"/>
                  </a:cubicBezTo>
                  <a:cubicBezTo>
                    <a:pt x="1330" y="3575"/>
                    <a:pt x="1501" y="4030"/>
                    <a:pt x="1592" y="4598"/>
                  </a:cubicBezTo>
                  <a:cubicBezTo>
                    <a:pt x="1706" y="5280"/>
                    <a:pt x="1762" y="7860"/>
                    <a:pt x="1762" y="7883"/>
                  </a:cubicBezTo>
                  <a:cubicBezTo>
                    <a:pt x="1762" y="7906"/>
                    <a:pt x="1785" y="7929"/>
                    <a:pt x="1819" y="7929"/>
                  </a:cubicBezTo>
                  <a:cubicBezTo>
                    <a:pt x="1842" y="7929"/>
                    <a:pt x="1865" y="7906"/>
                    <a:pt x="1865" y="7883"/>
                  </a:cubicBezTo>
                  <a:cubicBezTo>
                    <a:pt x="1865" y="7769"/>
                    <a:pt x="1807" y="5268"/>
                    <a:pt x="1694" y="4586"/>
                  </a:cubicBezTo>
                  <a:cubicBezTo>
                    <a:pt x="1603" y="4007"/>
                    <a:pt x="1433" y="3552"/>
                    <a:pt x="1239" y="3017"/>
                  </a:cubicBezTo>
                  <a:cubicBezTo>
                    <a:pt x="1194" y="2904"/>
                    <a:pt x="1148" y="2790"/>
                    <a:pt x="1114" y="2676"/>
                  </a:cubicBezTo>
                  <a:cubicBezTo>
                    <a:pt x="1034" y="2461"/>
                    <a:pt x="910" y="2153"/>
                    <a:pt x="773" y="1812"/>
                  </a:cubicBezTo>
                  <a:cubicBezTo>
                    <a:pt x="546" y="1233"/>
                    <a:pt x="284" y="584"/>
                    <a:pt x="102" y="28"/>
                  </a:cubicBezTo>
                  <a:cubicBezTo>
                    <a:pt x="94" y="11"/>
                    <a:pt x="80" y="0"/>
                    <a:pt x="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60"/>
            <p:cNvSpPr/>
            <p:nvPr/>
          </p:nvSpPr>
          <p:spPr>
            <a:xfrm>
              <a:off x="4702893" y="3699145"/>
              <a:ext cx="48691" cy="106089"/>
            </a:xfrm>
            <a:custGeom>
              <a:avLst/>
              <a:gdLst/>
              <a:ahLst/>
              <a:cxnLst/>
              <a:rect l="l" t="t" r="r" b="b"/>
              <a:pathLst>
                <a:path w="604" h="1316" extrusionOk="0">
                  <a:moveTo>
                    <a:pt x="60" y="0"/>
                  </a:moveTo>
                  <a:cubicBezTo>
                    <a:pt x="45" y="0"/>
                    <a:pt x="30" y="6"/>
                    <a:pt x="23" y="19"/>
                  </a:cubicBezTo>
                  <a:cubicBezTo>
                    <a:pt x="0" y="42"/>
                    <a:pt x="0" y="64"/>
                    <a:pt x="23" y="87"/>
                  </a:cubicBezTo>
                  <a:cubicBezTo>
                    <a:pt x="23" y="87"/>
                    <a:pt x="250" y="292"/>
                    <a:pt x="455" y="1110"/>
                  </a:cubicBezTo>
                  <a:cubicBezTo>
                    <a:pt x="467" y="1167"/>
                    <a:pt x="490" y="1224"/>
                    <a:pt x="500" y="1280"/>
                  </a:cubicBezTo>
                  <a:cubicBezTo>
                    <a:pt x="512" y="1303"/>
                    <a:pt x="535" y="1315"/>
                    <a:pt x="546" y="1315"/>
                  </a:cubicBezTo>
                  <a:lnTo>
                    <a:pt x="569" y="1315"/>
                  </a:lnTo>
                  <a:cubicBezTo>
                    <a:pt x="591" y="1303"/>
                    <a:pt x="603" y="1280"/>
                    <a:pt x="603" y="1258"/>
                  </a:cubicBezTo>
                  <a:cubicBezTo>
                    <a:pt x="581" y="1190"/>
                    <a:pt x="569" y="1133"/>
                    <a:pt x="558" y="1088"/>
                  </a:cubicBezTo>
                  <a:cubicBezTo>
                    <a:pt x="341" y="224"/>
                    <a:pt x="103" y="19"/>
                    <a:pt x="91" y="7"/>
                  </a:cubicBezTo>
                  <a:cubicBezTo>
                    <a:pt x="82" y="3"/>
                    <a:pt x="71" y="0"/>
                    <a:pt x="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60"/>
            <p:cNvSpPr/>
            <p:nvPr/>
          </p:nvSpPr>
          <p:spPr>
            <a:xfrm>
              <a:off x="4997944" y="3668511"/>
              <a:ext cx="285135" cy="390418"/>
            </a:xfrm>
            <a:custGeom>
              <a:avLst/>
              <a:gdLst/>
              <a:ahLst/>
              <a:cxnLst/>
              <a:rect l="l" t="t" r="r" b="b"/>
              <a:pathLst>
                <a:path w="3537" h="4843" extrusionOk="0">
                  <a:moveTo>
                    <a:pt x="3514" y="1"/>
                  </a:moveTo>
                  <a:lnTo>
                    <a:pt x="3514" y="1"/>
                  </a:lnTo>
                  <a:cubicBezTo>
                    <a:pt x="3514" y="1"/>
                    <a:pt x="3002" y="103"/>
                    <a:pt x="2764" y="263"/>
                  </a:cubicBezTo>
                  <a:cubicBezTo>
                    <a:pt x="2525" y="422"/>
                    <a:pt x="2616" y="649"/>
                    <a:pt x="2582" y="796"/>
                  </a:cubicBezTo>
                  <a:cubicBezTo>
                    <a:pt x="2547" y="945"/>
                    <a:pt x="2070" y="945"/>
                    <a:pt x="1832" y="1138"/>
                  </a:cubicBezTo>
                  <a:cubicBezTo>
                    <a:pt x="1582" y="1319"/>
                    <a:pt x="1695" y="1729"/>
                    <a:pt x="1627" y="1877"/>
                  </a:cubicBezTo>
                  <a:cubicBezTo>
                    <a:pt x="1570" y="2013"/>
                    <a:pt x="1115" y="1979"/>
                    <a:pt x="933" y="2138"/>
                  </a:cubicBezTo>
                  <a:cubicBezTo>
                    <a:pt x="751" y="2297"/>
                    <a:pt x="751" y="2661"/>
                    <a:pt x="683" y="2843"/>
                  </a:cubicBezTo>
                  <a:cubicBezTo>
                    <a:pt x="615" y="3025"/>
                    <a:pt x="410" y="3014"/>
                    <a:pt x="354" y="3138"/>
                  </a:cubicBezTo>
                  <a:cubicBezTo>
                    <a:pt x="1" y="3901"/>
                    <a:pt x="115" y="4525"/>
                    <a:pt x="195" y="4753"/>
                  </a:cubicBezTo>
                  <a:cubicBezTo>
                    <a:pt x="216" y="4817"/>
                    <a:pt x="302" y="4843"/>
                    <a:pt x="421" y="4843"/>
                  </a:cubicBezTo>
                  <a:cubicBezTo>
                    <a:pt x="741" y="4843"/>
                    <a:pt x="1299" y="4656"/>
                    <a:pt x="1456" y="4548"/>
                  </a:cubicBezTo>
                  <a:cubicBezTo>
                    <a:pt x="1683" y="4401"/>
                    <a:pt x="1502" y="4162"/>
                    <a:pt x="1547" y="3980"/>
                  </a:cubicBezTo>
                  <a:cubicBezTo>
                    <a:pt x="1593" y="3798"/>
                    <a:pt x="2161" y="3878"/>
                    <a:pt x="2320" y="3639"/>
                  </a:cubicBezTo>
                  <a:cubicBezTo>
                    <a:pt x="2468" y="3411"/>
                    <a:pt x="2184" y="3105"/>
                    <a:pt x="2264" y="2820"/>
                  </a:cubicBezTo>
                  <a:cubicBezTo>
                    <a:pt x="2343" y="2524"/>
                    <a:pt x="2684" y="2627"/>
                    <a:pt x="2946" y="2411"/>
                  </a:cubicBezTo>
                  <a:cubicBezTo>
                    <a:pt x="3219" y="2206"/>
                    <a:pt x="2991" y="1660"/>
                    <a:pt x="3025" y="1422"/>
                  </a:cubicBezTo>
                  <a:cubicBezTo>
                    <a:pt x="3048" y="1195"/>
                    <a:pt x="3321" y="1115"/>
                    <a:pt x="3434" y="1024"/>
                  </a:cubicBezTo>
                  <a:cubicBezTo>
                    <a:pt x="3537" y="933"/>
                    <a:pt x="3457" y="683"/>
                    <a:pt x="3401" y="444"/>
                  </a:cubicBezTo>
                  <a:cubicBezTo>
                    <a:pt x="3366" y="285"/>
                    <a:pt x="3411" y="114"/>
                    <a:pt x="35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60"/>
            <p:cNvSpPr/>
            <p:nvPr/>
          </p:nvSpPr>
          <p:spPr>
            <a:xfrm>
              <a:off x="4972308" y="3780888"/>
              <a:ext cx="231043" cy="600743"/>
            </a:xfrm>
            <a:custGeom>
              <a:avLst/>
              <a:gdLst/>
              <a:ahLst/>
              <a:cxnLst/>
              <a:rect l="l" t="t" r="r" b="b"/>
              <a:pathLst>
                <a:path w="2866" h="7452" extrusionOk="0">
                  <a:moveTo>
                    <a:pt x="2823" y="1"/>
                  </a:moveTo>
                  <a:cubicBezTo>
                    <a:pt x="2803" y="1"/>
                    <a:pt x="2783" y="12"/>
                    <a:pt x="2775" y="28"/>
                  </a:cubicBezTo>
                  <a:cubicBezTo>
                    <a:pt x="2468" y="517"/>
                    <a:pt x="2070" y="1085"/>
                    <a:pt x="1718" y="1597"/>
                  </a:cubicBezTo>
                  <a:cubicBezTo>
                    <a:pt x="1501" y="1904"/>
                    <a:pt x="1308" y="2165"/>
                    <a:pt x="1183" y="2358"/>
                  </a:cubicBezTo>
                  <a:cubicBezTo>
                    <a:pt x="1069" y="2552"/>
                    <a:pt x="945" y="2711"/>
                    <a:pt x="819" y="2870"/>
                  </a:cubicBezTo>
                  <a:cubicBezTo>
                    <a:pt x="535" y="3245"/>
                    <a:pt x="263" y="3598"/>
                    <a:pt x="172" y="4098"/>
                  </a:cubicBezTo>
                  <a:cubicBezTo>
                    <a:pt x="69" y="4791"/>
                    <a:pt x="1" y="7292"/>
                    <a:pt x="1" y="7395"/>
                  </a:cubicBezTo>
                  <a:cubicBezTo>
                    <a:pt x="1" y="7429"/>
                    <a:pt x="23" y="7451"/>
                    <a:pt x="58" y="7451"/>
                  </a:cubicBezTo>
                  <a:cubicBezTo>
                    <a:pt x="81" y="7451"/>
                    <a:pt x="103" y="7429"/>
                    <a:pt x="103" y="7406"/>
                  </a:cubicBezTo>
                  <a:cubicBezTo>
                    <a:pt x="103" y="7372"/>
                    <a:pt x="172" y="4803"/>
                    <a:pt x="273" y="4121"/>
                  </a:cubicBezTo>
                  <a:cubicBezTo>
                    <a:pt x="353" y="3643"/>
                    <a:pt x="604" y="3313"/>
                    <a:pt x="899" y="2927"/>
                  </a:cubicBezTo>
                  <a:cubicBezTo>
                    <a:pt x="1024" y="2768"/>
                    <a:pt x="1149" y="2608"/>
                    <a:pt x="1274" y="2416"/>
                  </a:cubicBezTo>
                  <a:cubicBezTo>
                    <a:pt x="1399" y="2222"/>
                    <a:pt x="1581" y="1961"/>
                    <a:pt x="1797" y="1653"/>
                  </a:cubicBezTo>
                  <a:cubicBezTo>
                    <a:pt x="2150" y="1142"/>
                    <a:pt x="2559" y="562"/>
                    <a:pt x="2855" y="74"/>
                  </a:cubicBezTo>
                  <a:cubicBezTo>
                    <a:pt x="2865" y="51"/>
                    <a:pt x="2865" y="16"/>
                    <a:pt x="2843" y="5"/>
                  </a:cubicBezTo>
                  <a:cubicBezTo>
                    <a:pt x="2837" y="2"/>
                    <a:pt x="2830" y="1"/>
                    <a:pt x="28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60"/>
            <p:cNvSpPr/>
            <p:nvPr/>
          </p:nvSpPr>
          <p:spPr>
            <a:xfrm>
              <a:off x="5208752" y="3669075"/>
              <a:ext cx="70699" cy="94803"/>
            </a:xfrm>
            <a:custGeom>
              <a:avLst/>
              <a:gdLst/>
              <a:ahLst/>
              <a:cxnLst/>
              <a:rect l="l" t="t" r="r" b="b"/>
              <a:pathLst>
                <a:path w="877" h="1176" extrusionOk="0">
                  <a:moveTo>
                    <a:pt x="817" y="1"/>
                  </a:moveTo>
                  <a:cubicBezTo>
                    <a:pt x="810" y="1"/>
                    <a:pt x="803" y="2"/>
                    <a:pt x="796" y="5"/>
                  </a:cubicBezTo>
                  <a:cubicBezTo>
                    <a:pt x="786" y="16"/>
                    <a:pt x="501" y="165"/>
                    <a:pt x="103" y="949"/>
                  </a:cubicBezTo>
                  <a:cubicBezTo>
                    <a:pt x="81" y="983"/>
                    <a:pt x="58" y="1017"/>
                    <a:pt x="46" y="1051"/>
                  </a:cubicBezTo>
                  <a:lnTo>
                    <a:pt x="12" y="1108"/>
                  </a:lnTo>
                  <a:cubicBezTo>
                    <a:pt x="1" y="1131"/>
                    <a:pt x="12" y="1165"/>
                    <a:pt x="35" y="1176"/>
                  </a:cubicBezTo>
                  <a:lnTo>
                    <a:pt x="58" y="1176"/>
                  </a:lnTo>
                  <a:cubicBezTo>
                    <a:pt x="81" y="1176"/>
                    <a:pt x="92" y="1165"/>
                    <a:pt x="103" y="1153"/>
                  </a:cubicBezTo>
                  <a:lnTo>
                    <a:pt x="126" y="1108"/>
                  </a:lnTo>
                  <a:cubicBezTo>
                    <a:pt x="149" y="1062"/>
                    <a:pt x="172" y="1029"/>
                    <a:pt x="194" y="994"/>
                  </a:cubicBezTo>
                  <a:cubicBezTo>
                    <a:pt x="569" y="244"/>
                    <a:pt x="842" y="96"/>
                    <a:pt x="842" y="96"/>
                  </a:cubicBezTo>
                  <a:cubicBezTo>
                    <a:pt x="865" y="85"/>
                    <a:pt x="876" y="62"/>
                    <a:pt x="865" y="28"/>
                  </a:cubicBezTo>
                  <a:cubicBezTo>
                    <a:pt x="857" y="12"/>
                    <a:pt x="836" y="1"/>
                    <a:pt x="8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0"/>
            <p:cNvSpPr/>
            <p:nvPr/>
          </p:nvSpPr>
          <p:spPr>
            <a:xfrm>
              <a:off x="4767949" y="4190896"/>
              <a:ext cx="352932" cy="389612"/>
            </a:xfrm>
            <a:custGeom>
              <a:avLst/>
              <a:gdLst/>
              <a:ahLst/>
              <a:cxnLst/>
              <a:rect l="l" t="t" r="r" b="b"/>
              <a:pathLst>
                <a:path w="4378" h="4833" extrusionOk="0">
                  <a:moveTo>
                    <a:pt x="671" y="1"/>
                  </a:moveTo>
                  <a:cubicBezTo>
                    <a:pt x="239" y="615"/>
                    <a:pt x="1" y="1342"/>
                    <a:pt x="24" y="2092"/>
                  </a:cubicBezTo>
                  <a:cubicBezTo>
                    <a:pt x="24" y="3343"/>
                    <a:pt x="592" y="4412"/>
                    <a:pt x="1411" y="4833"/>
                  </a:cubicBezTo>
                  <a:lnTo>
                    <a:pt x="2968" y="4833"/>
                  </a:lnTo>
                  <a:cubicBezTo>
                    <a:pt x="3786" y="4412"/>
                    <a:pt x="4366" y="3343"/>
                    <a:pt x="4366" y="2092"/>
                  </a:cubicBezTo>
                  <a:cubicBezTo>
                    <a:pt x="4377" y="1342"/>
                    <a:pt x="4150" y="615"/>
                    <a:pt x="3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60"/>
            <p:cNvSpPr/>
            <p:nvPr/>
          </p:nvSpPr>
          <p:spPr>
            <a:xfrm>
              <a:off x="4764322" y="4187269"/>
              <a:ext cx="361155" cy="396948"/>
            </a:xfrm>
            <a:custGeom>
              <a:avLst/>
              <a:gdLst/>
              <a:ahLst/>
              <a:cxnLst/>
              <a:rect l="l" t="t" r="r" b="b"/>
              <a:pathLst>
                <a:path w="4480" h="4924" extrusionOk="0">
                  <a:moveTo>
                    <a:pt x="3729" y="91"/>
                  </a:moveTo>
                  <a:cubicBezTo>
                    <a:pt x="4149" y="694"/>
                    <a:pt x="4377" y="1410"/>
                    <a:pt x="4366" y="2137"/>
                  </a:cubicBezTo>
                  <a:cubicBezTo>
                    <a:pt x="4366" y="3320"/>
                    <a:pt x="3808" y="4400"/>
                    <a:pt x="3002" y="4832"/>
                  </a:cubicBezTo>
                  <a:lnTo>
                    <a:pt x="1467" y="4832"/>
                  </a:lnTo>
                  <a:cubicBezTo>
                    <a:pt x="660" y="4400"/>
                    <a:pt x="114" y="3320"/>
                    <a:pt x="114" y="2137"/>
                  </a:cubicBezTo>
                  <a:cubicBezTo>
                    <a:pt x="102" y="1410"/>
                    <a:pt x="319" y="694"/>
                    <a:pt x="739" y="91"/>
                  </a:cubicBezTo>
                  <a:close/>
                  <a:moveTo>
                    <a:pt x="716" y="0"/>
                  </a:moveTo>
                  <a:cubicBezTo>
                    <a:pt x="693" y="0"/>
                    <a:pt x="683" y="0"/>
                    <a:pt x="671" y="12"/>
                  </a:cubicBezTo>
                  <a:cubicBezTo>
                    <a:pt x="239" y="626"/>
                    <a:pt x="0" y="1387"/>
                    <a:pt x="11" y="2137"/>
                  </a:cubicBezTo>
                  <a:cubicBezTo>
                    <a:pt x="11" y="3388"/>
                    <a:pt x="569" y="4479"/>
                    <a:pt x="1433" y="4923"/>
                  </a:cubicBezTo>
                  <a:lnTo>
                    <a:pt x="3035" y="4923"/>
                  </a:lnTo>
                  <a:cubicBezTo>
                    <a:pt x="3899" y="4479"/>
                    <a:pt x="4457" y="3388"/>
                    <a:pt x="4457" y="2137"/>
                  </a:cubicBezTo>
                  <a:cubicBezTo>
                    <a:pt x="4480" y="1387"/>
                    <a:pt x="4240" y="626"/>
                    <a:pt x="3797" y="12"/>
                  </a:cubicBezTo>
                  <a:cubicBezTo>
                    <a:pt x="3786" y="0"/>
                    <a:pt x="3775" y="0"/>
                    <a:pt x="37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60"/>
            <p:cNvSpPr/>
            <p:nvPr/>
          </p:nvSpPr>
          <p:spPr>
            <a:xfrm>
              <a:off x="4881616" y="4580428"/>
              <a:ext cx="127452" cy="18461"/>
            </a:xfrm>
            <a:custGeom>
              <a:avLst/>
              <a:gdLst/>
              <a:ahLst/>
              <a:cxnLst/>
              <a:rect l="l" t="t" r="r" b="b"/>
              <a:pathLst>
                <a:path w="1581" h="229" extrusionOk="0">
                  <a:moveTo>
                    <a:pt x="1" y="1"/>
                  </a:moveTo>
                  <a:lnTo>
                    <a:pt x="1" y="228"/>
                  </a:lnTo>
                  <a:lnTo>
                    <a:pt x="1580" y="228"/>
                  </a:lnTo>
                  <a:lnTo>
                    <a:pt x="15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60"/>
            <p:cNvSpPr/>
            <p:nvPr/>
          </p:nvSpPr>
          <p:spPr>
            <a:xfrm>
              <a:off x="4877989" y="4576800"/>
              <a:ext cx="135675" cy="26603"/>
            </a:xfrm>
            <a:custGeom>
              <a:avLst/>
              <a:gdLst/>
              <a:ahLst/>
              <a:cxnLst/>
              <a:rect l="l" t="t" r="r" b="b"/>
              <a:pathLst>
                <a:path w="1683" h="330" extrusionOk="0">
                  <a:moveTo>
                    <a:pt x="1580" y="91"/>
                  </a:moveTo>
                  <a:lnTo>
                    <a:pt x="1580" y="228"/>
                  </a:lnTo>
                  <a:lnTo>
                    <a:pt x="102" y="228"/>
                  </a:lnTo>
                  <a:lnTo>
                    <a:pt x="102" y="91"/>
                  </a:lnTo>
                  <a:close/>
                  <a:moveTo>
                    <a:pt x="46" y="0"/>
                  </a:moveTo>
                  <a:cubicBezTo>
                    <a:pt x="23" y="0"/>
                    <a:pt x="0" y="23"/>
                    <a:pt x="0" y="46"/>
                  </a:cubicBezTo>
                  <a:lnTo>
                    <a:pt x="0" y="273"/>
                  </a:lnTo>
                  <a:cubicBezTo>
                    <a:pt x="0" y="307"/>
                    <a:pt x="23" y="330"/>
                    <a:pt x="46" y="330"/>
                  </a:cubicBezTo>
                  <a:lnTo>
                    <a:pt x="1625" y="330"/>
                  </a:lnTo>
                  <a:cubicBezTo>
                    <a:pt x="1660" y="330"/>
                    <a:pt x="1683" y="307"/>
                    <a:pt x="1683" y="273"/>
                  </a:cubicBezTo>
                  <a:lnTo>
                    <a:pt x="1683" y="46"/>
                  </a:lnTo>
                  <a:cubicBezTo>
                    <a:pt x="1683" y="23"/>
                    <a:pt x="1660" y="0"/>
                    <a:pt x="1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0"/>
            <p:cNvSpPr/>
            <p:nvPr/>
          </p:nvSpPr>
          <p:spPr>
            <a:xfrm>
              <a:off x="4746828" y="1425963"/>
              <a:ext cx="2004492" cy="1518625"/>
            </a:xfrm>
            <a:custGeom>
              <a:avLst/>
              <a:gdLst/>
              <a:ahLst/>
              <a:cxnLst/>
              <a:rect l="l" t="t" r="r" b="b"/>
              <a:pathLst>
                <a:path w="24865" h="18838" extrusionOk="0">
                  <a:moveTo>
                    <a:pt x="24761" y="102"/>
                  </a:moveTo>
                  <a:lnTo>
                    <a:pt x="24761" y="18747"/>
                  </a:lnTo>
                  <a:lnTo>
                    <a:pt x="104" y="18747"/>
                  </a:lnTo>
                  <a:lnTo>
                    <a:pt x="104" y="102"/>
                  </a:lnTo>
                  <a:close/>
                  <a:moveTo>
                    <a:pt x="58" y="0"/>
                  </a:moveTo>
                  <a:cubicBezTo>
                    <a:pt x="24" y="0"/>
                    <a:pt x="1" y="23"/>
                    <a:pt x="1" y="57"/>
                  </a:cubicBezTo>
                  <a:lnTo>
                    <a:pt x="1" y="18792"/>
                  </a:lnTo>
                  <a:cubicBezTo>
                    <a:pt x="1" y="18827"/>
                    <a:pt x="24" y="18838"/>
                    <a:pt x="58" y="18838"/>
                  </a:cubicBezTo>
                  <a:lnTo>
                    <a:pt x="24807" y="18838"/>
                  </a:lnTo>
                  <a:cubicBezTo>
                    <a:pt x="24841" y="18838"/>
                    <a:pt x="24864" y="18827"/>
                    <a:pt x="24864" y="18792"/>
                  </a:cubicBezTo>
                  <a:lnTo>
                    <a:pt x="24864" y="57"/>
                  </a:lnTo>
                  <a:cubicBezTo>
                    <a:pt x="24864" y="23"/>
                    <a:pt x="24841" y="0"/>
                    <a:pt x="248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60"/>
            <p:cNvSpPr/>
            <p:nvPr/>
          </p:nvSpPr>
          <p:spPr>
            <a:xfrm>
              <a:off x="4793666" y="1466270"/>
              <a:ext cx="1910817" cy="1438978"/>
            </a:xfrm>
            <a:custGeom>
              <a:avLst/>
              <a:gdLst/>
              <a:ahLst/>
              <a:cxnLst/>
              <a:rect l="l" t="t" r="r" b="b"/>
              <a:pathLst>
                <a:path w="23703" h="17850" extrusionOk="0">
                  <a:moveTo>
                    <a:pt x="23601" y="103"/>
                  </a:moveTo>
                  <a:lnTo>
                    <a:pt x="23601" y="17746"/>
                  </a:lnTo>
                  <a:lnTo>
                    <a:pt x="102" y="17746"/>
                  </a:lnTo>
                  <a:lnTo>
                    <a:pt x="102" y="103"/>
                  </a:lnTo>
                  <a:close/>
                  <a:moveTo>
                    <a:pt x="57" y="1"/>
                  </a:moveTo>
                  <a:cubicBezTo>
                    <a:pt x="23" y="1"/>
                    <a:pt x="0" y="23"/>
                    <a:pt x="0" y="46"/>
                  </a:cubicBezTo>
                  <a:lnTo>
                    <a:pt x="0" y="17792"/>
                  </a:lnTo>
                  <a:cubicBezTo>
                    <a:pt x="0" y="17826"/>
                    <a:pt x="23" y="17849"/>
                    <a:pt x="57" y="17849"/>
                  </a:cubicBezTo>
                  <a:lnTo>
                    <a:pt x="23657" y="17849"/>
                  </a:lnTo>
                  <a:cubicBezTo>
                    <a:pt x="23680" y="17849"/>
                    <a:pt x="23703" y="17826"/>
                    <a:pt x="23703" y="17792"/>
                  </a:cubicBezTo>
                  <a:lnTo>
                    <a:pt x="23703" y="46"/>
                  </a:lnTo>
                  <a:cubicBezTo>
                    <a:pt x="23703" y="23"/>
                    <a:pt x="23680" y="1"/>
                    <a:pt x="236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60"/>
            <p:cNvSpPr/>
            <p:nvPr/>
          </p:nvSpPr>
          <p:spPr>
            <a:xfrm>
              <a:off x="5016324" y="1666921"/>
              <a:ext cx="547215" cy="1010993"/>
            </a:xfrm>
            <a:custGeom>
              <a:avLst/>
              <a:gdLst/>
              <a:ahLst/>
              <a:cxnLst/>
              <a:rect l="l" t="t" r="r" b="b"/>
              <a:pathLst>
                <a:path w="6788" h="12541" extrusionOk="0">
                  <a:moveTo>
                    <a:pt x="2638" y="1"/>
                  </a:moveTo>
                  <a:cubicBezTo>
                    <a:pt x="1563" y="1"/>
                    <a:pt x="412" y="87"/>
                    <a:pt x="217" y="445"/>
                  </a:cubicBezTo>
                  <a:cubicBezTo>
                    <a:pt x="0" y="842"/>
                    <a:pt x="35" y="4856"/>
                    <a:pt x="58" y="6572"/>
                  </a:cubicBezTo>
                  <a:cubicBezTo>
                    <a:pt x="80" y="7982"/>
                    <a:pt x="114" y="9403"/>
                    <a:pt x="159" y="10483"/>
                  </a:cubicBezTo>
                  <a:cubicBezTo>
                    <a:pt x="228" y="12291"/>
                    <a:pt x="285" y="12336"/>
                    <a:pt x="330" y="12370"/>
                  </a:cubicBezTo>
                  <a:cubicBezTo>
                    <a:pt x="478" y="12484"/>
                    <a:pt x="2297" y="12541"/>
                    <a:pt x="3900" y="12541"/>
                  </a:cubicBezTo>
                  <a:cubicBezTo>
                    <a:pt x="5071" y="12541"/>
                    <a:pt x="6128" y="12506"/>
                    <a:pt x="6333" y="12438"/>
                  </a:cubicBezTo>
                  <a:cubicBezTo>
                    <a:pt x="6571" y="12347"/>
                    <a:pt x="6788" y="11415"/>
                    <a:pt x="6253" y="1433"/>
                  </a:cubicBezTo>
                  <a:cubicBezTo>
                    <a:pt x="6230" y="968"/>
                    <a:pt x="6207" y="627"/>
                    <a:pt x="6207" y="581"/>
                  </a:cubicBezTo>
                  <a:cubicBezTo>
                    <a:pt x="6207" y="195"/>
                    <a:pt x="5219" y="58"/>
                    <a:pt x="4911" y="24"/>
                  </a:cubicBezTo>
                  <a:cubicBezTo>
                    <a:pt x="4906" y="23"/>
                    <a:pt x="4900" y="22"/>
                    <a:pt x="4895" y="22"/>
                  </a:cubicBezTo>
                  <a:cubicBezTo>
                    <a:pt x="4846" y="22"/>
                    <a:pt x="4808" y="63"/>
                    <a:pt x="4798" y="104"/>
                  </a:cubicBezTo>
                  <a:cubicBezTo>
                    <a:pt x="4798" y="160"/>
                    <a:pt x="4832" y="217"/>
                    <a:pt x="4889" y="217"/>
                  </a:cubicBezTo>
                  <a:cubicBezTo>
                    <a:pt x="5480" y="286"/>
                    <a:pt x="6015" y="456"/>
                    <a:pt x="6015" y="581"/>
                  </a:cubicBezTo>
                  <a:cubicBezTo>
                    <a:pt x="6015" y="638"/>
                    <a:pt x="6026" y="945"/>
                    <a:pt x="6048" y="1445"/>
                  </a:cubicBezTo>
                  <a:cubicBezTo>
                    <a:pt x="6503" y="9937"/>
                    <a:pt x="6412" y="12018"/>
                    <a:pt x="6253" y="12245"/>
                  </a:cubicBezTo>
                  <a:cubicBezTo>
                    <a:pt x="6036" y="12313"/>
                    <a:pt x="5152" y="12339"/>
                    <a:pt x="4136" y="12339"/>
                  </a:cubicBezTo>
                  <a:cubicBezTo>
                    <a:pt x="2601" y="12339"/>
                    <a:pt x="765" y="12279"/>
                    <a:pt x="478" y="12211"/>
                  </a:cubicBezTo>
                  <a:cubicBezTo>
                    <a:pt x="399" y="11892"/>
                    <a:pt x="296" y="9517"/>
                    <a:pt x="262" y="6435"/>
                  </a:cubicBezTo>
                  <a:cubicBezTo>
                    <a:pt x="217" y="3093"/>
                    <a:pt x="262" y="774"/>
                    <a:pt x="387" y="536"/>
                  </a:cubicBezTo>
                  <a:cubicBezTo>
                    <a:pt x="525" y="282"/>
                    <a:pt x="1555" y="199"/>
                    <a:pt x="2663" y="199"/>
                  </a:cubicBezTo>
                  <a:cubicBezTo>
                    <a:pt x="3293" y="199"/>
                    <a:pt x="3948" y="226"/>
                    <a:pt x="4479" y="263"/>
                  </a:cubicBezTo>
                  <a:cubicBezTo>
                    <a:pt x="4485" y="264"/>
                    <a:pt x="4491" y="264"/>
                    <a:pt x="4496" y="264"/>
                  </a:cubicBezTo>
                  <a:cubicBezTo>
                    <a:pt x="4545" y="264"/>
                    <a:pt x="4582" y="223"/>
                    <a:pt x="4582" y="172"/>
                  </a:cubicBezTo>
                  <a:cubicBezTo>
                    <a:pt x="4593" y="115"/>
                    <a:pt x="4548" y="69"/>
                    <a:pt x="4491" y="69"/>
                  </a:cubicBezTo>
                  <a:cubicBezTo>
                    <a:pt x="4209" y="50"/>
                    <a:pt x="3445" y="1"/>
                    <a:pt x="26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60"/>
            <p:cNvSpPr/>
            <p:nvPr/>
          </p:nvSpPr>
          <p:spPr>
            <a:xfrm>
              <a:off x="5064935" y="1735766"/>
              <a:ext cx="462811" cy="917399"/>
            </a:xfrm>
            <a:custGeom>
              <a:avLst/>
              <a:gdLst/>
              <a:ahLst/>
              <a:cxnLst/>
              <a:rect l="l" t="t" r="r" b="b"/>
              <a:pathLst>
                <a:path w="5741" h="11380" extrusionOk="0">
                  <a:moveTo>
                    <a:pt x="5127" y="0"/>
                  </a:moveTo>
                  <a:cubicBezTo>
                    <a:pt x="5071" y="0"/>
                    <a:pt x="5036" y="56"/>
                    <a:pt x="5036" y="102"/>
                  </a:cubicBezTo>
                  <a:cubicBezTo>
                    <a:pt x="5241" y="4320"/>
                    <a:pt x="5514" y="10709"/>
                    <a:pt x="5412" y="11027"/>
                  </a:cubicBezTo>
                  <a:cubicBezTo>
                    <a:pt x="5402" y="11046"/>
                    <a:pt x="5262" y="11181"/>
                    <a:pt x="4001" y="11181"/>
                  </a:cubicBezTo>
                  <a:cubicBezTo>
                    <a:pt x="3688" y="11181"/>
                    <a:pt x="3307" y="11172"/>
                    <a:pt x="2842" y="11152"/>
                  </a:cubicBezTo>
                  <a:cubicBezTo>
                    <a:pt x="1637" y="11096"/>
                    <a:pt x="511" y="10982"/>
                    <a:pt x="284" y="10936"/>
                  </a:cubicBezTo>
                  <a:cubicBezTo>
                    <a:pt x="250" y="10823"/>
                    <a:pt x="205" y="10345"/>
                    <a:pt x="193" y="8469"/>
                  </a:cubicBezTo>
                  <a:cubicBezTo>
                    <a:pt x="193" y="8413"/>
                    <a:pt x="148" y="8367"/>
                    <a:pt x="102" y="8367"/>
                  </a:cubicBezTo>
                  <a:cubicBezTo>
                    <a:pt x="46" y="8367"/>
                    <a:pt x="0" y="8413"/>
                    <a:pt x="0" y="8469"/>
                  </a:cubicBezTo>
                  <a:cubicBezTo>
                    <a:pt x="11" y="11050"/>
                    <a:pt x="79" y="11073"/>
                    <a:pt x="170" y="11118"/>
                  </a:cubicBezTo>
                  <a:cubicBezTo>
                    <a:pt x="375" y="11198"/>
                    <a:pt x="2467" y="11379"/>
                    <a:pt x="3979" y="11379"/>
                  </a:cubicBezTo>
                  <a:cubicBezTo>
                    <a:pt x="4672" y="11379"/>
                    <a:pt x="5241" y="11346"/>
                    <a:pt x="5457" y="11232"/>
                  </a:cubicBezTo>
                  <a:cubicBezTo>
                    <a:pt x="5536" y="11198"/>
                    <a:pt x="5582" y="11152"/>
                    <a:pt x="5604" y="11096"/>
                  </a:cubicBezTo>
                  <a:cubicBezTo>
                    <a:pt x="5741" y="10629"/>
                    <a:pt x="5286" y="1171"/>
                    <a:pt x="5230" y="102"/>
                  </a:cubicBezTo>
                  <a:cubicBezTo>
                    <a:pt x="5230" y="45"/>
                    <a:pt x="5184" y="0"/>
                    <a:pt x="51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60"/>
            <p:cNvSpPr/>
            <p:nvPr/>
          </p:nvSpPr>
          <p:spPr>
            <a:xfrm>
              <a:off x="5064935" y="1726093"/>
              <a:ext cx="406945" cy="643872"/>
            </a:xfrm>
            <a:custGeom>
              <a:avLst/>
              <a:gdLst/>
              <a:ahLst/>
              <a:cxnLst/>
              <a:rect l="l" t="t" r="r" b="b"/>
              <a:pathLst>
                <a:path w="5048" h="7987" extrusionOk="0">
                  <a:moveTo>
                    <a:pt x="1800" y="0"/>
                  </a:moveTo>
                  <a:cubicBezTo>
                    <a:pt x="154" y="0"/>
                    <a:pt x="134" y="100"/>
                    <a:pt x="114" y="199"/>
                  </a:cubicBezTo>
                  <a:cubicBezTo>
                    <a:pt x="79" y="358"/>
                    <a:pt x="0" y="4736"/>
                    <a:pt x="0" y="7884"/>
                  </a:cubicBezTo>
                  <a:cubicBezTo>
                    <a:pt x="0" y="7942"/>
                    <a:pt x="46" y="7987"/>
                    <a:pt x="102" y="7987"/>
                  </a:cubicBezTo>
                  <a:cubicBezTo>
                    <a:pt x="148" y="7987"/>
                    <a:pt x="193" y="7942"/>
                    <a:pt x="193" y="7884"/>
                  </a:cubicBezTo>
                  <a:cubicBezTo>
                    <a:pt x="193" y="4769"/>
                    <a:pt x="273" y="722"/>
                    <a:pt x="307" y="279"/>
                  </a:cubicBezTo>
                  <a:cubicBezTo>
                    <a:pt x="458" y="227"/>
                    <a:pt x="1013" y="206"/>
                    <a:pt x="1767" y="206"/>
                  </a:cubicBezTo>
                  <a:cubicBezTo>
                    <a:pt x="2661" y="206"/>
                    <a:pt x="3835" y="236"/>
                    <a:pt x="4945" y="279"/>
                  </a:cubicBezTo>
                  <a:cubicBezTo>
                    <a:pt x="5002" y="279"/>
                    <a:pt x="5048" y="234"/>
                    <a:pt x="5048" y="176"/>
                  </a:cubicBezTo>
                  <a:cubicBezTo>
                    <a:pt x="5048" y="120"/>
                    <a:pt x="5013" y="75"/>
                    <a:pt x="4957" y="75"/>
                  </a:cubicBezTo>
                  <a:cubicBezTo>
                    <a:pt x="4945" y="75"/>
                    <a:pt x="3763" y="29"/>
                    <a:pt x="2603" y="6"/>
                  </a:cubicBezTo>
                  <a:cubicBezTo>
                    <a:pt x="2299" y="2"/>
                    <a:pt x="2033" y="0"/>
                    <a:pt x="18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60"/>
            <p:cNvSpPr/>
            <p:nvPr/>
          </p:nvSpPr>
          <p:spPr>
            <a:xfrm>
              <a:off x="5085089" y="1799855"/>
              <a:ext cx="383163" cy="15639"/>
            </a:xfrm>
            <a:custGeom>
              <a:avLst/>
              <a:gdLst/>
              <a:ahLst/>
              <a:cxnLst/>
              <a:rect l="l" t="t" r="r" b="b"/>
              <a:pathLst>
                <a:path w="4753" h="194" extrusionOk="0">
                  <a:moveTo>
                    <a:pt x="102" y="1"/>
                  </a:moveTo>
                  <a:cubicBezTo>
                    <a:pt x="46" y="1"/>
                    <a:pt x="0" y="46"/>
                    <a:pt x="0" y="92"/>
                  </a:cubicBezTo>
                  <a:cubicBezTo>
                    <a:pt x="0" y="148"/>
                    <a:pt x="46" y="194"/>
                    <a:pt x="102" y="194"/>
                  </a:cubicBezTo>
                  <a:lnTo>
                    <a:pt x="4650" y="194"/>
                  </a:lnTo>
                  <a:cubicBezTo>
                    <a:pt x="4707" y="194"/>
                    <a:pt x="4752" y="148"/>
                    <a:pt x="4752" y="92"/>
                  </a:cubicBezTo>
                  <a:cubicBezTo>
                    <a:pt x="4752" y="46"/>
                    <a:pt x="4707" y="1"/>
                    <a:pt x="46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60"/>
            <p:cNvSpPr/>
            <p:nvPr/>
          </p:nvSpPr>
          <p:spPr>
            <a:xfrm>
              <a:off x="5106129" y="1724400"/>
              <a:ext cx="351078" cy="91095"/>
            </a:xfrm>
            <a:custGeom>
              <a:avLst/>
              <a:gdLst/>
              <a:ahLst/>
              <a:cxnLst/>
              <a:rect l="l" t="t" r="r" b="b"/>
              <a:pathLst>
                <a:path w="4355" h="1130" extrusionOk="0">
                  <a:moveTo>
                    <a:pt x="1894" y="0"/>
                  </a:moveTo>
                  <a:cubicBezTo>
                    <a:pt x="1806" y="0"/>
                    <a:pt x="1694" y="102"/>
                    <a:pt x="1501" y="277"/>
                  </a:cubicBezTo>
                  <a:cubicBezTo>
                    <a:pt x="1456" y="311"/>
                    <a:pt x="1422" y="346"/>
                    <a:pt x="1376" y="379"/>
                  </a:cubicBezTo>
                  <a:cubicBezTo>
                    <a:pt x="1399" y="323"/>
                    <a:pt x="1422" y="220"/>
                    <a:pt x="1342" y="175"/>
                  </a:cubicBezTo>
                  <a:cubicBezTo>
                    <a:pt x="1320" y="161"/>
                    <a:pt x="1298" y="155"/>
                    <a:pt x="1275" y="155"/>
                  </a:cubicBezTo>
                  <a:cubicBezTo>
                    <a:pt x="1181" y="155"/>
                    <a:pt x="1067" y="271"/>
                    <a:pt x="819" y="528"/>
                  </a:cubicBezTo>
                  <a:lnTo>
                    <a:pt x="819" y="505"/>
                  </a:lnTo>
                  <a:cubicBezTo>
                    <a:pt x="831" y="402"/>
                    <a:pt x="808" y="334"/>
                    <a:pt x="740" y="311"/>
                  </a:cubicBezTo>
                  <a:cubicBezTo>
                    <a:pt x="729" y="308"/>
                    <a:pt x="717" y="305"/>
                    <a:pt x="703" y="305"/>
                  </a:cubicBezTo>
                  <a:cubicBezTo>
                    <a:pt x="661" y="305"/>
                    <a:pt x="599" y="338"/>
                    <a:pt x="478" y="528"/>
                  </a:cubicBezTo>
                  <a:cubicBezTo>
                    <a:pt x="501" y="300"/>
                    <a:pt x="467" y="288"/>
                    <a:pt x="399" y="277"/>
                  </a:cubicBezTo>
                  <a:cubicBezTo>
                    <a:pt x="388" y="274"/>
                    <a:pt x="373" y="270"/>
                    <a:pt x="358" y="270"/>
                  </a:cubicBezTo>
                  <a:cubicBezTo>
                    <a:pt x="324" y="270"/>
                    <a:pt x="285" y="287"/>
                    <a:pt x="262" y="357"/>
                  </a:cubicBezTo>
                  <a:cubicBezTo>
                    <a:pt x="194" y="493"/>
                    <a:pt x="126" y="607"/>
                    <a:pt x="35" y="720"/>
                  </a:cubicBezTo>
                  <a:cubicBezTo>
                    <a:pt x="0" y="766"/>
                    <a:pt x="12" y="823"/>
                    <a:pt x="58" y="857"/>
                  </a:cubicBezTo>
                  <a:cubicBezTo>
                    <a:pt x="73" y="873"/>
                    <a:pt x="97" y="881"/>
                    <a:pt x="120" y="881"/>
                  </a:cubicBezTo>
                  <a:cubicBezTo>
                    <a:pt x="148" y="881"/>
                    <a:pt x="176" y="870"/>
                    <a:pt x="194" y="846"/>
                  </a:cubicBezTo>
                  <a:cubicBezTo>
                    <a:pt x="205" y="823"/>
                    <a:pt x="228" y="800"/>
                    <a:pt x="240" y="789"/>
                  </a:cubicBezTo>
                  <a:lnTo>
                    <a:pt x="240" y="789"/>
                  </a:lnTo>
                  <a:cubicBezTo>
                    <a:pt x="228" y="857"/>
                    <a:pt x="217" y="937"/>
                    <a:pt x="205" y="1016"/>
                  </a:cubicBezTo>
                  <a:cubicBezTo>
                    <a:pt x="194" y="1061"/>
                    <a:pt x="228" y="1119"/>
                    <a:pt x="273" y="1130"/>
                  </a:cubicBezTo>
                  <a:lnTo>
                    <a:pt x="308" y="1130"/>
                  </a:lnTo>
                  <a:cubicBezTo>
                    <a:pt x="341" y="1130"/>
                    <a:pt x="376" y="1119"/>
                    <a:pt x="387" y="1084"/>
                  </a:cubicBezTo>
                  <a:cubicBezTo>
                    <a:pt x="399" y="1061"/>
                    <a:pt x="410" y="1039"/>
                    <a:pt x="421" y="1028"/>
                  </a:cubicBezTo>
                  <a:cubicBezTo>
                    <a:pt x="421" y="1039"/>
                    <a:pt x="432" y="1050"/>
                    <a:pt x="455" y="1061"/>
                  </a:cubicBezTo>
                  <a:cubicBezTo>
                    <a:pt x="476" y="1079"/>
                    <a:pt x="492" y="1089"/>
                    <a:pt x="510" y="1089"/>
                  </a:cubicBezTo>
                  <a:cubicBezTo>
                    <a:pt x="553" y="1089"/>
                    <a:pt x="608" y="1034"/>
                    <a:pt x="751" y="891"/>
                  </a:cubicBezTo>
                  <a:cubicBezTo>
                    <a:pt x="808" y="823"/>
                    <a:pt x="876" y="766"/>
                    <a:pt x="933" y="698"/>
                  </a:cubicBezTo>
                  <a:lnTo>
                    <a:pt x="967" y="664"/>
                  </a:lnTo>
                  <a:lnTo>
                    <a:pt x="967" y="664"/>
                  </a:lnTo>
                  <a:cubicBezTo>
                    <a:pt x="933" y="709"/>
                    <a:pt x="899" y="766"/>
                    <a:pt x="955" y="823"/>
                  </a:cubicBezTo>
                  <a:cubicBezTo>
                    <a:pt x="976" y="848"/>
                    <a:pt x="995" y="860"/>
                    <a:pt x="1019" y="860"/>
                  </a:cubicBezTo>
                  <a:cubicBezTo>
                    <a:pt x="1063" y="860"/>
                    <a:pt x="1123" y="820"/>
                    <a:pt x="1240" y="732"/>
                  </a:cubicBezTo>
                  <a:cubicBezTo>
                    <a:pt x="1365" y="652"/>
                    <a:pt x="1513" y="528"/>
                    <a:pt x="1627" y="425"/>
                  </a:cubicBezTo>
                  <a:cubicBezTo>
                    <a:pt x="1672" y="391"/>
                    <a:pt x="1706" y="357"/>
                    <a:pt x="1751" y="323"/>
                  </a:cubicBezTo>
                  <a:lnTo>
                    <a:pt x="1751" y="323"/>
                  </a:lnTo>
                  <a:cubicBezTo>
                    <a:pt x="1660" y="482"/>
                    <a:pt x="1536" y="607"/>
                    <a:pt x="1467" y="664"/>
                  </a:cubicBezTo>
                  <a:cubicBezTo>
                    <a:pt x="1410" y="720"/>
                    <a:pt x="1342" y="778"/>
                    <a:pt x="1387" y="846"/>
                  </a:cubicBezTo>
                  <a:cubicBezTo>
                    <a:pt x="1408" y="883"/>
                    <a:pt x="1430" y="900"/>
                    <a:pt x="1471" y="900"/>
                  </a:cubicBezTo>
                  <a:cubicBezTo>
                    <a:pt x="1519" y="900"/>
                    <a:pt x="1594" y="877"/>
                    <a:pt x="1728" y="834"/>
                  </a:cubicBezTo>
                  <a:cubicBezTo>
                    <a:pt x="1945" y="766"/>
                    <a:pt x="2138" y="641"/>
                    <a:pt x="2286" y="550"/>
                  </a:cubicBezTo>
                  <a:lnTo>
                    <a:pt x="2286" y="550"/>
                  </a:lnTo>
                  <a:cubicBezTo>
                    <a:pt x="2218" y="664"/>
                    <a:pt x="2160" y="755"/>
                    <a:pt x="2115" y="800"/>
                  </a:cubicBezTo>
                  <a:cubicBezTo>
                    <a:pt x="1956" y="914"/>
                    <a:pt x="1968" y="960"/>
                    <a:pt x="1979" y="993"/>
                  </a:cubicBezTo>
                  <a:cubicBezTo>
                    <a:pt x="1979" y="1039"/>
                    <a:pt x="2013" y="1061"/>
                    <a:pt x="2059" y="1073"/>
                  </a:cubicBezTo>
                  <a:cubicBezTo>
                    <a:pt x="2062" y="1074"/>
                    <a:pt x="2066" y="1075"/>
                    <a:pt x="2070" y="1075"/>
                  </a:cubicBezTo>
                  <a:cubicBezTo>
                    <a:pt x="2115" y="1075"/>
                    <a:pt x="2178" y="1022"/>
                    <a:pt x="2240" y="960"/>
                  </a:cubicBezTo>
                  <a:cubicBezTo>
                    <a:pt x="2286" y="925"/>
                    <a:pt x="2354" y="880"/>
                    <a:pt x="2445" y="823"/>
                  </a:cubicBezTo>
                  <a:cubicBezTo>
                    <a:pt x="2592" y="743"/>
                    <a:pt x="2706" y="641"/>
                    <a:pt x="2797" y="550"/>
                  </a:cubicBezTo>
                  <a:lnTo>
                    <a:pt x="2797" y="550"/>
                  </a:lnTo>
                  <a:cubicBezTo>
                    <a:pt x="2774" y="641"/>
                    <a:pt x="2741" y="698"/>
                    <a:pt x="2718" y="755"/>
                  </a:cubicBezTo>
                  <a:cubicBezTo>
                    <a:pt x="2683" y="846"/>
                    <a:pt x="2650" y="925"/>
                    <a:pt x="2718" y="970"/>
                  </a:cubicBezTo>
                  <a:cubicBezTo>
                    <a:pt x="2742" y="988"/>
                    <a:pt x="2763" y="997"/>
                    <a:pt x="2785" y="997"/>
                  </a:cubicBezTo>
                  <a:cubicBezTo>
                    <a:pt x="2836" y="997"/>
                    <a:pt x="2891" y="951"/>
                    <a:pt x="3002" y="857"/>
                  </a:cubicBezTo>
                  <a:lnTo>
                    <a:pt x="3059" y="823"/>
                  </a:lnTo>
                  <a:cubicBezTo>
                    <a:pt x="3184" y="720"/>
                    <a:pt x="3286" y="618"/>
                    <a:pt x="3377" y="516"/>
                  </a:cubicBezTo>
                  <a:lnTo>
                    <a:pt x="3377" y="516"/>
                  </a:lnTo>
                  <a:cubicBezTo>
                    <a:pt x="3343" y="618"/>
                    <a:pt x="3309" y="698"/>
                    <a:pt x="3286" y="766"/>
                  </a:cubicBezTo>
                  <a:cubicBezTo>
                    <a:pt x="3218" y="914"/>
                    <a:pt x="3184" y="993"/>
                    <a:pt x="3264" y="1050"/>
                  </a:cubicBezTo>
                  <a:cubicBezTo>
                    <a:pt x="3285" y="1069"/>
                    <a:pt x="3306" y="1077"/>
                    <a:pt x="3330" y="1077"/>
                  </a:cubicBezTo>
                  <a:cubicBezTo>
                    <a:pt x="3397" y="1077"/>
                    <a:pt x="3482" y="1011"/>
                    <a:pt x="3616" y="902"/>
                  </a:cubicBezTo>
                  <a:cubicBezTo>
                    <a:pt x="3729" y="811"/>
                    <a:pt x="3843" y="709"/>
                    <a:pt x="3946" y="607"/>
                  </a:cubicBezTo>
                  <a:lnTo>
                    <a:pt x="3946" y="607"/>
                  </a:lnTo>
                  <a:cubicBezTo>
                    <a:pt x="3888" y="698"/>
                    <a:pt x="3843" y="778"/>
                    <a:pt x="3809" y="823"/>
                  </a:cubicBezTo>
                  <a:cubicBezTo>
                    <a:pt x="3764" y="891"/>
                    <a:pt x="3718" y="960"/>
                    <a:pt x="3797" y="1016"/>
                  </a:cubicBezTo>
                  <a:cubicBezTo>
                    <a:pt x="3818" y="1037"/>
                    <a:pt x="3837" y="1047"/>
                    <a:pt x="3857" y="1047"/>
                  </a:cubicBezTo>
                  <a:cubicBezTo>
                    <a:pt x="3902" y="1047"/>
                    <a:pt x="3953" y="994"/>
                    <a:pt x="4048" y="891"/>
                  </a:cubicBezTo>
                  <a:cubicBezTo>
                    <a:pt x="4070" y="869"/>
                    <a:pt x="4082" y="823"/>
                    <a:pt x="4070" y="789"/>
                  </a:cubicBezTo>
                  <a:cubicBezTo>
                    <a:pt x="4128" y="698"/>
                    <a:pt x="4196" y="573"/>
                    <a:pt x="4252" y="448"/>
                  </a:cubicBezTo>
                  <a:cubicBezTo>
                    <a:pt x="4298" y="334"/>
                    <a:pt x="4355" y="220"/>
                    <a:pt x="4264" y="164"/>
                  </a:cubicBezTo>
                  <a:cubicBezTo>
                    <a:pt x="4241" y="147"/>
                    <a:pt x="4220" y="138"/>
                    <a:pt x="4198" y="138"/>
                  </a:cubicBezTo>
                  <a:cubicBezTo>
                    <a:pt x="4130" y="138"/>
                    <a:pt x="4054" y="215"/>
                    <a:pt x="3900" y="368"/>
                  </a:cubicBezTo>
                  <a:cubicBezTo>
                    <a:pt x="3787" y="482"/>
                    <a:pt x="3661" y="607"/>
                    <a:pt x="3514" y="720"/>
                  </a:cubicBezTo>
                  <a:cubicBezTo>
                    <a:pt x="3547" y="652"/>
                    <a:pt x="3582" y="561"/>
                    <a:pt x="3605" y="470"/>
                  </a:cubicBezTo>
                  <a:cubicBezTo>
                    <a:pt x="3638" y="346"/>
                    <a:pt x="3684" y="220"/>
                    <a:pt x="3582" y="164"/>
                  </a:cubicBezTo>
                  <a:cubicBezTo>
                    <a:pt x="3562" y="151"/>
                    <a:pt x="3543" y="145"/>
                    <a:pt x="3524" y="145"/>
                  </a:cubicBezTo>
                  <a:cubicBezTo>
                    <a:pt x="3457" y="145"/>
                    <a:pt x="3388" y="221"/>
                    <a:pt x="3264" y="346"/>
                  </a:cubicBezTo>
                  <a:cubicBezTo>
                    <a:pt x="3195" y="425"/>
                    <a:pt x="3093" y="528"/>
                    <a:pt x="2991" y="618"/>
                  </a:cubicBezTo>
                  <a:cubicBezTo>
                    <a:pt x="3013" y="561"/>
                    <a:pt x="3024" y="493"/>
                    <a:pt x="3047" y="425"/>
                  </a:cubicBezTo>
                  <a:cubicBezTo>
                    <a:pt x="3115" y="197"/>
                    <a:pt x="3127" y="141"/>
                    <a:pt x="3047" y="96"/>
                  </a:cubicBezTo>
                  <a:cubicBezTo>
                    <a:pt x="3031" y="88"/>
                    <a:pt x="3015" y="85"/>
                    <a:pt x="3001" y="85"/>
                  </a:cubicBezTo>
                  <a:cubicBezTo>
                    <a:pt x="2944" y="85"/>
                    <a:pt x="2899" y="132"/>
                    <a:pt x="2854" y="186"/>
                  </a:cubicBezTo>
                  <a:cubicBezTo>
                    <a:pt x="2797" y="266"/>
                    <a:pt x="2695" y="391"/>
                    <a:pt x="2536" y="516"/>
                  </a:cubicBezTo>
                  <a:cubicBezTo>
                    <a:pt x="2581" y="414"/>
                    <a:pt x="2604" y="334"/>
                    <a:pt x="2547" y="288"/>
                  </a:cubicBezTo>
                  <a:cubicBezTo>
                    <a:pt x="2521" y="263"/>
                    <a:pt x="2495" y="251"/>
                    <a:pt x="2464" y="251"/>
                  </a:cubicBezTo>
                  <a:cubicBezTo>
                    <a:pt x="2399" y="251"/>
                    <a:pt x="2315" y="302"/>
                    <a:pt x="2183" y="379"/>
                  </a:cubicBezTo>
                  <a:cubicBezTo>
                    <a:pt x="2092" y="437"/>
                    <a:pt x="1956" y="516"/>
                    <a:pt x="1819" y="584"/>
                  </a:cubicBezTo>
                  <a:cubicBezTo>
                    <a:pt x="1877" y="505"/>
                    <a:pt x="1933" y="414"/>
                    <a:pt x="1979" y="311"/>
                  </a:cubicBezTo>
                  <a:cubicBezTo>
                    <a:pt x="2013" y="232"/>
                    <a:pt x="2069" y="96"/>
                    <a:pt x="1968" y="27"/>
                  </a:cubicBezTo>
                  <a:cubicBezTo>
                    <a:pt x="1944" y="9"/>
                    <a:pt x="1920" y="0"/>
                    <a:pt x="18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60"/>
            <p:cNvSpPr/>
            <p:nvPr/>
          </p:nvSpPr>
          <p:spPr>
            <a:xfrm>
              <a:off x="5103388" y="1863058"/>
              <a:ext cx="199925" cy="207261"/>
            </a:xfrm>
            <a:custGeom>
              <a:avLst/>
              <a:gdLst/>
              <a:ahLst/>
              <a:cxnLst/>
              <a:rect l="l" t="t" r="r" b="b"/>
              <a:pathLst>
                <a:path w="2480" h="2571" extrusionOk="0">
                  <a:moveTo>
                    <a:pt x="2285" y="205"/>
                  </a:moveTo>
                  <a:lnTo>
                    <a:pt x="2285" y="2365"/>
                  </a:lnTo>
                  <a:lnTo>
                    <a:pt x="205" y="2365"/>
                  </a:lnTo>
                  <a:lnTo>
                    <a:pt x="205" y="205"/>
                  </a:lnTo>
                  <a:close/>
                  <a:moveTo>
                    <a:pt x="103" y="1"/>
                  </a:moveTo>
                  <a:cubicBezTo>
                    <a:pt x="46" y="1"/>
                    <a:pt x="1" y="46"/>
                    <a:pt x="1" y="104"/>
                  </a:cubicBezTo>
                  <a:lnTo>
                    <a:pt x="1" y="2468"/>
                  </a:lnTo>
                  <a:cubicBezTo>
                    <a:pt x="1" y="2525"/>
                    <a:pt x="46" y="2570"/>
                    <a:pt x="103" y="2570"/>
                  </a:cubicBezTo>
                  <a:lnTo>
                    <a:pt x="2376" y="2570"/>
                  </a:lnTo>
                  <a:cubicBezTo>
                    <a:pt x="2434" y="2570"/>
                    <a:pt x="2479" y="2525"/>
                    <a:pt x="2479" y="2468"/>
                  </a:cubicBezTo>
                  <a:lnTo>
                    <a:pt x="2479" y="104"/>
                  </a:lnTo>
                  <a:cubicBezTo>
                    <a:pt x="2479" y="46"/>
                    <a:pt x="2434" y="1"/>
                    <a:pt x="2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60"/>
            <p:cNvSpPr/>
            <p:nvPr/>
          </p:nvSpPr>
          <p:spPr>
            <a:xfrm>
              <a:off x="5102421" y="1862977"/>
              <a:ext cx="201699" cy="207342"/>
            </a:xfrm>
            <a:custGeom>
              <a:avLst/>
              <a:gdLst/>
              <a:ahLst/>
              <a:cxnLst/>
              <a:rect l="l" t="t" r="r" b="b"/>
              <a:pathLst>
                <a:path w="2502" h="2572" extrusionOk="0">
                  <a:moveTo>
                    <a:pt x="581" y="1"/>
                  </a:moveTo>
                  <a:cubicBezTo>
                    <a:pt x="553" y="1"/>
                    <a:pt x="526" y="12"/>
                    <a:pt x="501" y="36"/>
                  </a:cubicBezTo>
                  <a:lnTo>
                    <a:pt x="137" y="457"/>
                  </a:lnTo>
                  <a:cubicBezTo>
                    <a:pt x="104" y="491"/>
                    <a:pt x="104" y="537"/>
                    <a:pt x="126" y="582"/>
                  </a:cubicBezTo>
                  <a:cubicBezTo>
                    <a:pt x="143" y="607"/>
                    <a:pt x="179" y="620"/>
                    <a:pt x="211" y="620"/>
                  </a:cubicBezTo>
                  <a:cubicBezTo>
                    <a:pt x="221" y="620"/>
                    <a:pt x="231" y="619"/>
                    <a:pt x="240" y="616"/>
                  </a:cubicBezTo>
                  <a:lnTo>
                    <a:pt x="581" y="502"/>
                  </a:lnTo>
                  <a:lnTo>
                    <a:pt x="137" y="911"/>
                  </a:lnTo>
                  <a:cubicBezTo>
                    <a:pt x="104" y="946"/>
                    <a:pt x="104" y="1002"/>
                    <a:pt x="126" y="1048"/>
                  </a:cubicBezTo>
                  <a:cubicBezTo>
                    <a:pt x="147" y="1075"/>
                    <a:pt x="176" y="1090"/>
                    <a:pt x="206" y="1090"/>
                  </a:cubicBezTo>
                  <a:cubicBezTo>
                    <a:pt x="225" y="1090"/>
                    <a:pt x="245" y="1084"/>
                    <a:pt x="263" y="1070"/>
                  </a:cubicBezTo>
                  <a:lnTo>
                    <a:pt x="888" y="673"/>
                  </a:lnTo>
                  <a:lnTo>
                    <a:pt x="137" y="1480"/>
                  </a:lnTo>
                  <a:cubicBezTo>
                    <a:pt x="104" y="1514"/>
                    <a:pt x="104" y="1571"/>
                    <a:pt x="137" y="1605"/>
                  </a:cubicBezTo>
                  <a:cubicBezTo>
                    <a:pt x="158" y="1632"/>
                    <a:pt x="185" y="1643"/>
                    <a:pt x="214" y="1643"/>
                  </a:cubicBezTo>
                  <a:cubicBezTo>
                    <a:pt x="234" y="1643"/>
                    <a:pt x="255" y="1637"/>
                    <a:pt x="274" y="1628"/>
                  </a:cubicBezTo>
                  <a:lnTo>
                    <a:pt x="581" y="1401"/>
                  </a:lnTo>
                  <a:lnTo>
                    <a:pt x="46" y="1889"/>
                  </a:lnTo>
                  <a:cubicBezTo>
                    <a:pt x="13" y="1924"/>
                    <a:pt x="1" y="1980"/>
                    <a:pt x="35" y="2025"/>
                  </a:cubicBezTo>
                  <a:cubicBezTo>
                    <a:pt x="55" y="2052"/>
                    <a:pt x="83" y="2063"/>
                    <a:pt x="112" y="2063"/>
                  </a:cubicBezTo>
                  <a:cubicBezTo>
                    <a:pt x="132" y="2063"/>
                    <a:pt x="153" y="2058"/>
                    <a:pt x="172" y="2048"/>
                  </a:cubicBezTo>
                  <a:lnTo>
                    <a:pt x="1218" y="1332"/>
                  </a:lnTo>
                  <a:lnTo>
                    <a:pt x="46" y="2401"/>
                  </a:lnTo>
                  <a:cubicBezTo>
                    <a:pt x="13" y="2435"/>
                    <a:pt x="1" y="2492"/>
                    <a:pt x="35" y="2537"/>
                  </a:cubicBezTo>
                  <a:cubicBezTo>
                    <a:pt x="58" y="2560"/>
                    <a:pt x="92" y="2571"/>
                    <a:pt x="115" y="2571"/>
                  </a:cubicBezTo>
                  <a:cubicBezTo>
                    <a:pt x="137" y="2571"/>
                    <a:pt x="160" y="2571"/>
                    <a:pt x="172" y="2560"/>
                  </a:cubicBezTo>
                  <a:lnTo>
                    <a:pt x="1161" y="1901"/>
                  </a:lnTo>
                  <a:lnTo>
                    <a:pt x="1161" y="1901"/>
                  </a:lnTo>
                  <a:lnTo>
                    <a:pt x="706" y="2310"/>
                  </a:lnTo>
                  <a:cubicBezTo>
                    <a:pt x="660" y="2344"/>
                    <a:pt x="660" y="2401"/>
                    <a:pt x="683" y="2435"/>
                  </a:cubicBezTo>
                  <a:cubicBezTo>
                    <a:pt x="706" y="2465"/>
                    <a:pt x="739" y="2480"/>
                    <a:pt x="772" y="2480"/>
                  </a:cubicBezTo>
                  <a:cubicBezTo>
                    <a:pt x="788" y="2480"/>
                    <a:pt x="804" y="2477"/>
                    <a:pt x="819" y="2469"/>
                  </a:cubicBezTo>
                  <a:lnTo>
                    <a:pt x="1502" y="2094"/>
                  </a:lnTo>
                  <a:lnTo>
                    <a:pt x="1502" y="2094"/>
                  </a:lnTo>
                  <a:lnTo>
                    <a:pt x="1309" y="2253"/>
                  </a:lnTo>
                  <a:cubicBezTo>
                    <a:pt x="1274" y="2287"/>
                    <a:pt x="1263" y="2344"/>
                    <a:pt x="1286" y="2378"/>
                  </a:cubicBezTo>
                  <a:cubicBezTo>
                    <a:pt x="1305" y="2416"/>
                    <a:pt x="1339" y="2438"/>
                    <a:pt x="1376" y="2438"/>
                  </a:cubicBezTo>
                  <a:cubicBezTo>
                    <a:pt x="1384" y="2438"/>
                    <a:pt x="1392" y="2437"/>
                    <a:pt x="1400" y="2435"/>
                  </a:cubicBezTo>
                  <a:lnTo>
                    <a:pt x="2127" y="2185"/>
                  </a:lnTo>
                  <a:lnTo>
                    <a:pt x="2070" y="2287"/>
                  </a:lnTo>
                  <a:cubicBezTo>
                    <a:pt x="2047" y="2333"/>
                    <a:pt x="2059" y="2389"/>
                    <a:pt x="2115" y="2424"/>
                  </a:cubicBezTo>
                  <a:cubicBezTo>
                    <a:pt x="2130" y="2431"/>
                    <a:pt x="2147" y="2435"/>
                    <a:pt x="2163" y="2435"/>
                  </a:cubicBezTo>
                  <a:cubicBezTo>
                    <a:pt x="2196" y="2435"/>
                    <a:pt x="2229" y="2420"/>
                    <a:pt x="2252" y="2389"/>
                  </a:cubicBezTo>
                  <a:lnTo>
                    <a:pt x="2434" y="2060"/>
                  </a:lnTo>
                  <a:cubicBezTo>
                    <a:pt x="2457" y="2025"/>
                    <a:pt x="2457" y="1980"/>
                    <a:pt x="2423" y="1946"/>
                  </a:cubicBezTo>
                  <a:cubicBezTo>
                    <a:pt x="2406" y="1920"/>
                    <a:pt x="2376" y="1908"/>
                    <a:pt x="2347" y="1908"/>
                  </a:cubicBezTo>
                  <a:cubicBezTo>
                    <a:pt x="2338" y="1908"/>
                    <a:pt x="2329" y="1909"/>
                    <a:pt x="2320" y="1912"/>
                  </a:cubicBezTo>
                  <a:lnTo>
                    <a:pt x="1854" y="2060"/>
                  </a:lnTo>
                  <a:lnTo>
                    <a:pt x="2457" y="1571"/>
                  </a:lnTo>
                  <a:cubicBezTo>
                    <a:pt x="2502" y="1537"/>
                    <a:pt x="2502" y="1480"/>
                    <a:pt x="2479" y="1446"/>
                  </a:cubicBezTo>
                  <a:cubicBezTo>
                    <a:pt x="2457" y="1416"/>
                    <a:pt x="2424" y="1400"/>
                    <a:pt x="2390" y="1400"/>
                  </a:cubicBezTo>
                  <a:cubicBezTo>
                    <a:pt x="2374" y="1400"/>
                    <a:pt x="2358" y="1404"/>
                    <a:pt x="2343" y="1411"/>
                  </a:cubicBezTo>
                  <a:lnTo>
                    <a:pt x="1502" y="1866"/>
                  </a:lnTo>
                  <a:lnTo>
                    <a:pt x="2411" y="1060"/>
                  </a:lnTo>
                  <a:cubicBezTo>
                    <a:pt x="2457" y="1025"/>
                    <a:pt x="2457" y="969"/>
                    <a:pt x="2423" y="923"/>
                  </a:cubicBezTo>
                  <a:cubicBezTo>
                    <a:pt x="2410" y="896"/>
                    <a:pt x="2381" y="885"/>
                    <a:pt x="2350" y="885"/>
                  </a:cubicBezTo>
                  <a:cubicBezTo>
                    <a:pt x="2328" y="885"/>
                    <a:pt x="2305" y="891"/>
                    <a:pt x="2286" y="900"/>
                  </a:cubicBezTo>
                  <a:lnTo>
                    <a:pt x="1150" y="1662"/>
                  </a:lnTo>
                  <a:lnTo>
                    <a:pt x="1150" y="1662"/>
                  </a:lnTo>
                  <a:lnTo>
                    <a:pt x="2411" y="502"/>
                  </a:lnTo>
                  <a:cubicBezTo>
                    <a:pt x="2457" y="468"/>
                    <a:pt x="2457" y="411"/>
                    <a:pt x="2423" y="366"/>
                  </a:cubicBezTo>
                  <a:cubicBezTo>
                    <a:pt x="2403" y="339"/>
                    <a:pt x="2375" y="328"/>
                    <a:pt x="2346" y="328"/>
                  </a:cubicBezTo>
                  <a:cubicBezTo>
                    <a:pt x="2326" y="328"/>
                    <a:pt x="2305" y="333"/>
                    <a:pt x="2286" y="343"/>
                  </a:cubicBezTo>
                  <a:lnTo>
                    <a:pt x="1206" y="1093"/>
                  </a:lnTo>
                  <a:lnTo>
                    <a:pt x="2047" y="320"/>
                  </a:lnTo>
                  <a:cubicBezTo>
                    <a:pt x="2082" y="286"/>
                    <a:pt x="2082" y="218"/>
                    <a:pt x="2047" y="184"/>
                  </a:cubicBezTo>
                  <a:cubicBezTo>
                    <a:pt x="2033" y="156"/>
                    <a:pt x="2003" y="141"/>
                    <a:pt x="1971" y="141"/>
                  </a:cubicBezTo>
                  <a:cubicBezTo>
                    <a:pt x="1950" y="141"/>
                    <a:pt x="1929" y="148"/>
                    <a:pt x="1911" y="161"/>
                  </a:cubicBezTo>
                  <a:lnTo>
                    <a:pt x="1024" y="820"/>
                  </a:lnTo>
                  <a:lnTo>
                    <a:pt x="1024" y="820"/>
                  </a:lnTo>
                  <a:lnTo>
                    <a:pt x="1582" y="218"/>
                  </a:lnTo>
                  <a:cubicBezTo>
                    <a:pt x="1615" y="184"/>
                    <a:pt x="1615" y="127"/>
                    <a:pt x="1593" y="82"/>
                  </a:cubicBezTo>
                  <a:cubicBezTo>
                    <a:pt x="1573" y="62"/>
                    <a:pt x="1545" y="50"/>
                    <a:pt x="1517" y="50"/>
                  </a:cubicBezTo>
                  <a:cubicBezTo>
                    <a:pt x="1496" y="50"/>
                    <a:pt x="1475" y="56"/>
                    <a:pt x="1456" y="70"/>
                  </a:cubicBezTo>
                  <a:lnTo>
                    <a:pt x="1081" y="309"/>
                  </a:lnTo>
                  <a:cubicBezTo>
                    <a:pt x="1104" y="275"/>
                    <a:pt x="1104" y="229"/>
                    <a:pt x="1081" y="196"/>
                  </a:cubicBezTo>
                  <a:cubicBezTo>
                    <a:pt x="1065" y="162"/>
                    <a:pt x="1036" y="141"/>
                    <a:pt x="1004" y="141"/>
                  </a:cubicBezTo>
                  <a:cubicBezTo>
                    <a:pt x="992" y="141"/>
                    <a:pt x="980" y="144"/>
                    <a:pt x="968" y="150"/>
                  </a:cubicBezTo>
                  <a:lnTo>
                    <a:pt x="547" y="297"/>
                  </a:lnTo>
                  <a:lnTo>
                    <a:pt x="660" y="173"/>
                  </a:lnTo>
                  <a:cubicBezTo>
                    <a:pt x="695" y="127"/>
                    <a:pt x="695" y="70"/>
                    <a:pt x="649" y="25"/>
                  </a:cubicBezTo>
                  <a:cubicBezTo>
                    <a:pt x="628" y="9"/>
                    <a:pt x="605" y="1"/>
                    <a:pt x="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0"/>
            <p:cNvSpPr/>
            <p:nvPr/>
          </p:nvSpPr>
          <p:spPr>
            <a:xfrm>
              <a:off x="5305006" y="2447758"/>
              <a:ext cx="156796" cy="162359"/>
            </a:xfrm>
            <a:custGeom>
              <a:avLst/>
              <a:gdLst/>
              <a:ahLst/>
              <a:cxnLst/>
              <a:rect l="l" t="t" r="r" b="b"/>
              <a:pathLst>
                <a:path w="1945" h="2014" extrusionOk="0">
                  <a:moveTo>
                    <a:pt x="1740" y="195"/>
                  </a:moveTo>
                  <a:lnTo>
                    <a:pt x="1740" y="1809"/>
                  </a:lnTo>
                  <a:lnTo>
                    <a:pt x="205" y="1809"/>
                  </a:lnTo>
                  <a:lnTo>
                    <a:pt x="205" y="195"/>
                  </a:lnTo>
                  <a:close/>
                  <a:moveTo>
                    <a:pt x="103" y="1"/>
                  </a:moveTo>
                  <a:cubicBezTo>
                    <a:pt x="46" y="1"/>
                    <a:pt x="1" y="46"/>
                    <a:pt x="1" y="92"/>
                  </a:cubicBezTo>
                  <a:lnTo>
                    <a:pt x="1" y="1911"/>
                  </a:lnTo>
                  <a:cubicBezTo>
                    <a:pt x="1" y="1968"/>
                    <a:pt x="46" y="2014"/>
                    <a:pt x="103" y="2014"/>
                  </a:cubicBezTo>
                  <a:lnTo>
                    <a:pt x="1842" y="2014"/>
                  </a:lnTo>
                  <a:cubicBezTo>
                    <a:pt x="1899" y="2014"/>
                    <a:pt x="1944" y="1968"/>
                    <a:pt x="1944" y="1911"/>
                  </a:cubicBezTo>
                  <a:lnTo>
                    <a:pt x="1944" y="92"/>
                  </a:lnTo>
                  <a:cubicBezTo>
                    <a:pt x="1944" y="46"/>
                    <a:pt x="1899" y="1"/>
                    <a:pt x="18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60"/>
            <p:cNvSpPr/>
            <p:nvPr/>
          </p:nvSpPr>
          <p:spPr>
            <a:xfrm>
              <a:off x="5304039" y="2447677"/>
              <a:ext cx="158731" cy="162439"/>
            </a:xfrm>
            <a:custGeom>
              <a:avLst/>
              <a:gdLst/>
              <a:ahLst/>
              <a:cxnLst/>
              <a:rect l="l" t="t" r="r" b="b"/>
              <a:pathLst>
                <a:path w="1969" h="2015" extrusionOk="0">
                  <a:moveTo>
                    <a:pt x="469" y="1"/>
                  </a:moveTo>
                  <a:cubicBezTo>
                    <a:pt x="442" y="1"/>
                    <a:pt x="417" y="12"/>
                    <a:pt x="399" y="36"/>
                  </a:cubicBezTo>
                  <a:lnTo>
                    <a:pt x="115" y="355"/>
                  </a:lnTo>
                  <a:cubicBezTo>
                    <a:pt x="81" y="388"/>
                    <a:pt x="81" y="434"/>
                    <a:pt x="104" y="468"/>
                  </a:cubicBezTo>
                  <a:cubicBezTo>
                    <a:pt x="121" y="503"/>
                    <a:pt x="152" y="518"/>
                    <a:pt x="186" y="518"/>
                  </a:cubicBezTo>
                  <a:cubicBezTo>
                    <a:pt x="196" y="518"/>
                    <a:pt x="207" y="516"/>
                    <a:pt x="217" y="514"/>
                  </a:cubicBezTo>
                  <a:lnTo>
                    <a:pt x="377" y="457"/>
                  </a:lnTo>
                  <a:lnTo>
                    <a:pt x="115" y="696"/>
                  </a:lnTo>
                  <a:cubicBezTo>
                    <a:pt x="81" y="741"/>
                    <a:pt x="69" y="798"/>
                    <a:pt x="104" y="832"/>
                  </a:cubicBezTo>
                  <a:cubicBezTo>
                    <a:pt x="124" y="860"/>
                    <a:pt x="153" y="875"/>
                    <a:pt x="183" y="875"/>
                  </a:cubicBezTo>
                  <a:cubicBezTo>
                    <a:pt x="202" y="875"/>
                    <a:pt x="222" y="868"/>
                    <a:pt x="240" y="855"/>
                  </a:cubicBezTo>
                  <a:lnTo>
                    <a:pt x="558" y="650"/>
                  </a:lnTo>
                  <a:lnTo>
                    <a:pt x="115" y="1128"/>
                  </a:lnTo>
                  <a:cubicBezTo>
                    <a:pt x="81" y="1173"/>
                    <a:pt x="69" y="1230"/>
                    <a:pt x="115" y="1264"/>
                  </a:cubicBezTo>
                  <a:cubicBezTo>
                    <a:pt x="132" y="1289"/>
                    <a:pt x="155" y="1302"/>
                    <a:pt x="180" y="1302"/>
                  </a:cubicBezTo>
                  <a:cubicBezTo>
                    <a:pt x="189" y="1302"/>
                    <a:pt x="197" y="1301"/>
                    <a:pt x="206" y="1298"/>
                  </a:cubicBezTo>
                  <a:lnTo>
                    <a:pt x="206" y="1298"/>
                  </a:lnTo>
                  <a:lnTo>
                    <a:pt x="46" y="1446"/>
                  </a:lnTo>
                  <a:cubicBezTo>
                    <a:pt x="13" y="1480"/>
                    <a:pt x="1" y="1537"/>
                    <a:pt x="36" y="1583"/>
                  </a:cubicBezTo>
                  <a:cubicBezTo>
                    <a:pt x="55" y="1609"/>
                    <a:pt x="83" y="1620"/>
                    <a:pt x="112" y="1620"/>
                  </a:cubicBezTo>
                  <a:cubicBezTo>
                    <a:pt x="132" y="1620"/>
                    <a:pt x="153" y="1615"/>
                    <a:pt x="172" y="1605"/>
                  </a:cubicBezTo>
                  <a:lnTo>
                    <a:pt x="695" y="1241"/>
                  </a:lnTo>
                  <a:lnTo>
                    <a:pt x="695" y="1241"/>
                  </a:lnTo>
                  <a:lnTo>
                    <a:pt x="46" y="1833"/>
                  </a:lnTo>
                  <a:cubicBezTo>
                    <a:pt x="13" y="1866"/>
                    <a:pt x="1" y="1935"/>
                    <a:pt x="36" y="1969"/>
                  </a:cubicBezTo>
                  <a:cubicBezTo>
                    <a:pt x="58" y="2003"/>
                    <a:pt x="81" y="2015"/>
                    <a:pt x="115" y="2015"/>
                  </a:cubicBezTo>
                  <a:cubicBezTo>
                    <a:pt x="137" y="2015"/>
                    <a:pt x="149" y="2003"/>
                    <a:pt x="172" y="1992"/>
                  </a:cubicBezTo>
                  <a:lnTo>
                    <a:pt x="627" y="1684"/>
                  </a:lnTo>
                  <a:lnTo>
                    <a:pt x="547" y="1764"/>
                  </a:lnTo>
                  <a:cubicBezTo>
                    <a:pt x="501" y="1798"/>
                    <a:pt x="501" y="1855"/>
                    <a:pt x="524" y="1901"/>
                  </a:cubicBezTo>
                  <a:cubicBezTo>
                    <a:pt x="546" y="1923"/>
                    <a:pt x="578" y="1935"/>
                    <a:pt x="610" y="1935"/>
                  </a:cubicBezTo>
                  <a:cubicBezTo>
                    <a:pt x="627" y="1935"/>
                    <a:pt x="644" y="1932"/>
                    <a:pt x="660" y="1924"/>
                  </a:cubicBezTo>
                  <a:lnTo>
                    <a:pt x="990" y="1753"/>
                  </a:lnTo>
                  <a:lnTo>
                    <a:pt x="990" y="1753"/>
                  </a:lnTo>
                  <a:cubicBezTo>
                    <a:pt x="968" y="1775"/>
                    <a:pt x="968" y="1821"/>
                    <a:pt x="990" y="1855"/>
                  </a:cubicBezTo>
                  <a:cubicBezTo>
                    <a:pt x="1009" y="1883"/>
                    <a:pt x="1044" y="1904"/>
                    <a:pt x="1081" y="1904"/>
                  </a:cubicBezTo>
                  <a:cubicBezTo>
                    <a:pt x="1089" y="1904"/>
                    <a:pt x="1096" y="1903"/>
                    <a:pt x="1104" y="1901"/>
                  </a:cubicBezTo>
                  <a:lnTo>
                    <a:pt x="1604" y="1730"/>
                  </a:lnTo>
                  <a:lnTo>
                    <a:pt x="1593" y="1753"/>
                  </a:lnTo>
                  <a:cubicBezTo>
                    <a:pt x="1559" y="1798"/>
                    <a:pt x="1582" y="1866"/>
                    <a:pt x="1627" y="1889"/>
                  </a:cubicBezTo>
                  <a:cubicBezTo>
                    <a:pt x="1642" y="1901"/>
                    <a:pt x="1660" y="1906"/>
                    <a:pt x="1678" y="1906"/>
                  </a:cubicBezTo>
                  <a:cubicBezTo>
                    <a:pt x="1713" y="1906"/>
                    <a:pt x="1748" y="1886"/>
                    <a:pt x="1764" y="1855"/>
                  </a:cubicBezTo>
                  <a:lnTo>
                    <a:pt x="1911" y="1605"/>
                  </a:lnTo>
                  <a:cubicBezTo>
                    <a:pt x="1923" y="1571"/>
                    <a:pt x="1923" y="1525"/>
                    <a:pt x="1900" y="1492"/>
                  </a:cubicBezTo>
                  <a:cubicBezTo>
                    <a:pt x="1874" y="1466"/>
                    <a:pt x="1848" y="1453"/>
                    <a:pt x="1818" y="1453"/>
                  </a:cubicBezTo>
                  <a:cubicBezTo>
                    <a:pt x="1808" y="1453"/>
                    <a:pt x="1798" y="1454"/>
                    <a:pt x="1786" y="1457"/>
                  </a:cubicBezTo>
                  <a:lnTo>
                    <a:pt x="1559" y="1537"/>
                  </a:lnTo>
                  <a:lnTo>
                    <a:pt x="1559" y="1537"/>
                  </a:lnTo>
                  <a:lnTo>
                    <a:pt x="1923" y="1241"/>
                  </a:lnTo>
                  <a:cubicBezTo>
                    <a:pt x="1956" y="1207"/>
                    <a:pt x="1968" y="1151"/>
                    <a:pt x="1934" y="1105"/>
                  </a:cubicBezTo>
                  <a:cubicBezTo>
                    <a:pt x="1918" y="1075"/>
                    <a:pt x="1888" y="1059"/>
                    <a:pt x="1856" y="1059"/>
                  </a:cubicBezTo>
                  <a:cubicBezTo>
                    <a:pt x="1840" y="1059"/>
                    <a:pt x="1824" y="1063"/>
                    <a:pt x="1809" y="1071"/>
                  </a:cubicBezTo>
                  <a:lnTo>
                    <a:pt x="1342" y="1321"/>
                  </a:lnTo>
                  <a:lnTo>
                    <a:pt x="1342" y="1321"/>
                  </a:lnTo>
                  <a:lnTo>
                    <a:pt x="1888" y="843"/>
                  </a:lnTo>
                  <a:cubicBezTo>
                    <a:pt x="1923" y="809"/>
                    <a:pt x="1934" y="752"/>
                    <a:pt x="1900" y="707"/>
                  </a:cubicBezTo>
                  <a:cubicBezTo>
                    <a:pt x="1878" y="685"/>
                    <a:pt x="1846" y="672"/>
                    <a:pt x="1814" y="672"/>
                  </a:cubicBezTo>
                  <a:cubicBezTo>
                    <a:pt x="1797" y="672"/>
                    <a:pt x="1780" y="676"/>
                    <a:pt x="1764" y="684"/>
                  </a:cubicBezTo>
                  <a:lnTo>
                    <a:pt x="1150" y="1105"/>
                  </a:lnTo>
                  <a:lnTo>
                    <a:pt x="1150" y="1105"/>
                  </a:lnTo>
                  <a:lnTo>
                    <a:pt x="1888" y="423"/>
                  </a:lnTo>
                  <a:cubicBezTo>
                    <a:pt x="1923" y="388"/>
                    <a:pt x="1934" y="320"/>
                    <a:pt x="1900" y="287"/>
                  </a:cubicBezTo>
                  <a:cubicBezTo>
                    <a:pt x="1879" y="259"/>
                    <a:pt x="1850" y="244"/>
                    <a:pt x="1820" y="244"/>
                  </a:cubicBezTo>
                  <a:cubicBezTo>
                    <a:pt x="1801" y="244"/>
                    <a:pt x="1781" y="250"/>
                    <a:pt x="1764" y="264"/>
                  </a:cubicBezTo>
                  <a:lnTo>
                    <a:pt x="1206" y="650"/>
                  </a:lnTo>
                  <a:lnTo>
                    <a:pt x="1604" y="275"/>
                  </a:lnTo>
                  <a:cubicBezTo>
                    <a:pt x="1638" y="241"/>
                    <a:pt x="1650" y="184"/>
                    <a:pt x="1615" y="138"/>
                  </a:cubicBezTo>
                  <a:cubicBezTo>
                    <a:pt x="1596" y="119"/>
                    <a:pt x="1565" y="107"/>
                    <a:pt x="1535" y="107"/>
                  </a:cubicBezTo>
                  <a:cubicBezTo>
                    <a:pt x="1514" y="107"/>
                    <a:pt x="1493" y="113"/>
                    <a:pt x="1479" y="127"/>
                  </a:cubicBezTo>
                  <a:lnTo>
                    <a:pt x="1001" y="468"/>
                  </a:lnTo>
                  <a:lnTo>
                    <a:pt x="1252" y="206"/>
                  </a:lnTo>
                  <a:cubicBezTo>
                    <a:pt x="1286" y="161"/>
                    <a:pt x="1286" y="105"/>
                    <a:pt x="1252" y="70"/>
                  </a:cubicBezTo>
                  <a:cubicBezTo>
                    <a:pt x="1238" y="43"/>
                    <a:pt x="1213" y="32"/>
                    <a:pt x="1186" y="32"/>
                  </a:cubicBezTo>
                  <a:cubicBezTo>
                    <a:pt x="1166" y="32"/>
                    <a:pt x="1146" y="38"/>
                    <a:pt x="1127" y="47"/>
                  </a:cubicBezTo>
                  <a:lnTo>
                    <a:pt x="888" y="196"/>
                  </a:lnTo>
                  <a:cubicBezTo>
                    <a:pt x="888" y="184"/>
                    <a:pt x="888" y="173"/>
                    <a:pt x="877" y="150"/>
                  </a:cubicBezTo>
                  <a:cubicBezTo>
                    <a:pt x="858" y="122"/>
                    <a:pt x="816" y="101"/>
                    <a:pt x="777" y="101"/>
                  </a:cubicBezTo>
                  <a:cubicBezTo>
                    <a:pt x="768" y="101"/>
                    <a:pt x="760" y="102"/>
                    <a:pt x="751" y="105"/>
                  </a:cubicBezTo>
                  <a:lnTo>
                    <a:pt x="524" y="196"/>
                  </a:lnTo>
                  <a:lnTo>
                    <a:pt x="547" y="161"/>
                  </a:lnTo>
                  <a:cubicBezTo>
                    <a:pt x="581" y="127"/>
                    <a:pt x="581" y="59"/>
                    <a:pt x="536" y="25"/>
                  </a:cubicBezTo>
                  <a:cubicBezTo>
                    <a:pt x="515" y="9"/>
                    <a:pt x="491" y="1"/>
                    <a:pt x="4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0"/>
            <p:cNvSpPr/>
            <p:nvPr/>
          </p:nvSpPr>
          <p:spPr>
            <a:xfrm>
              <a:off x="5099761" y="2125217"/>
              <a:ext cx="375827" cy="16526"/>
            </a:xfrm>
            <a:custGeom>
              <a:avLst/>
              <a:gdLst/>
              <a:ahLst/>
              <a:cxnLst/>
              <a:rect l="l" t="t" r="r" b="b"/>
              <a:pathLst>
                <a:path w="4662" h="205" extrusionOk="0">
                  <a:moveTo>
                    <a:pt x="102" y="0"/>
                  </a:moveTo>
                  <a:cubicBezTo>
                    <a:pt x="46" y="0"/>
                    <a:pt x="0" y="46"/>
                    <a:pt x="0" y="103"/>
                  </a:cubicBezTo>
                  <a:cubicBezTo>
                    <a:pt x="0" y="159"/>
                    <a:pt x="46" y="205"/>
                    <a:pt x="102" y="205"/>
                  </a:cubicBezTo>
                  <a:lnTo>
                    <a:pt x="4559" y="205"/>
                  </a:lnTo>
                  <a:cubicBezTo>
                    <a:pt x="4616" y="205"/>
                    <a:pt x="4661" y="159"/>
                    <a:pt x="4661" y="103"/>
                  </a:cubicBezTo>
                  <a:cubicBezTo>
                    <a:pt x="4661" y="46"/>
                    <a:pt x="4616" y="0"/>
                    <a:pt x="45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60"/>
            <p:cNvSpPr/>
            <p:nvPr/>
          </p:nvSpPr>
          <p:spPr>
            <a:xfrm>
              <a:off x="5096052" y="2159156"/>
              <a:ext cx="372199" cy="20234"/>
            </a:xfrm>
            <a:custGeom>
              <a:avLst/>
              <a:gdLst/>
              <a:ahLst/>
              <a:cxnLst/>
              <a:rect l="l" t="t" r="r" b="b"/>
              <a:pathLst>
                <a:path w="4617" h="251" extrusionOk="0">
                  <a:moveTo>
                    <a:pt x="103" y="0"/>
                  </a:moveTo>
                  <a:cubicBezTo>
                    <a:pt x="46" y="0"/>
                    <a:pt x="1" y="46"/>
                    <a:pt x="1" y="102"/>
                  </a:cubicBezTo>
                  <a:cubicBezTo>
                    <a:pt x="1" y="159"/>
                    <a:pt x="46" y="205"/>
                    <a:pt x="103" y="205"/>
                  </a:cubicBezTo>
                  <a:lnTo>
                    <a:pt x="4514" y="250"/>
                  </a:lnTo>
                  <a:cubicBezTo>
                    <a:pt x="4571" y="250"/>
                    <a:pt x="4616" y="205"/>
                    <a:pt x="4616" y="148"/>
                  </a:cubicBezTo>
                  <a:cubicBezTo>
                    <a:pt x="4616" y="91"/>
                    <a:pt x="4571" y="46"/>
                    <a:pt x="4514" y="46"/>
                  </a:cubicBezTo>
                  <a:lnTo>
                    <a:pt x="1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0"/>
            <p:cNvSpPr/>
            <p:nvPr/>
          </p:nvSpPr>
          <p:spPr>
            <a:xfrm>
              <a:off x="5324273" y="1874102"/>
              <a:ext cx="132934" cy="16526"/>
            </a:xfrm>
            <a:custGeom>
              <a:avLst/>
              <a:gdLst/>
              <a:ahLst/>
              <a:cxnLst/>
              <a:rect l="l" t="t" r="r" b="b"/>
              <a:pathLst>
                <a:path w="1649" h="205" extrusionOk="0">
                  <a:moveTo>
                    <a:pt x="103" y="0"/>
                  </a:moveTo>
                  <a:cubicBezTo>
                    <a:pt x="46" y="0"/>
                    <a:pt x="0" y="46"/>
                    <a:pt x="0" y="103"/>
                  </a:cubicBezTo>
                  <a:cubicBezTo>
                    <a:pt x="0" y="159"/>
                    <a:pt x="46" y="205"/>
                    <a:pt x="103" y="205"/>
                  </a:cubicBezTo>
                  <a:lnTo>
                    <a:pt x="1546" y="205"/>
                  </a:lnTo>
                  <a:cubicBezTo>
                    <a:pt x="1603" y="205"/>
                    <a:pt x="1649" y="159"/>
                    <a:pt x="1649" y="103"/>
                  </a:cubicBezTo>
                  <a:cubicBezTo>
                    <a:pt x="1649" y="46"/>
                    <a:pt x="1603" y="0"/>
                    <a:pt x="15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60"/>
            <p:cNvSpPr/>
            <p:nvPr/>
          </p:nvSpPr>
          <p:spPr>
            <a:xfrm>
              <a:off x="5324273" y="1919004"/>
              <a:ext cx="132934" cy="16607"/>
            </a:xfrm>
            <a:custGeom>
              <a:avLst/>
              <a:gdLst/>
              <a:ahLst/>
              <a:cxnLst/>
              <a:rect l="l" t="t" r="r" b="b"/>
              <a:pathLst>
                <a:path w="1649" h="206" extrusionOk="0">
                  <a:moveTo>
                    <a:pt x="103" y="1"/>
                  </a:moveTo>
                  <a:cubicBezTo>
                    <a:pt x="46" y="1"/>
                    <a:pt x="0" y="46"/>
                    <a:pt x="0" y="103"/>
                  </a:cubicBezTo>
                  <a:cubicBezTo>
                    <a:pt x="0" y="160"/>
                    <a:pt x="46" y="205"/>
                    <a:pt x="103" y="205"/>
                  </a:cubicBezTo>
                  <a:lnTo>
                    <a:pt x="1546" y="205"/>
                  </a:lnTo>
                  <a:cubicBezTo>
                    <a:pt x="1603" y="205"/>
                    <a:pt x="1649" y="160"/>
                    <a:pt x="1649" y="103"/>
                  </a:cubicBezTo>
                  <a:cubicBezTo>
                    <a:pt x="1649" y="46"/>
                    <a:pt x="1603" y="1"/>
                    <a:pt x="15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60"/>
            <p:cNvSpPr/>
            <p:nvPr/>
          </p:nvSpPr>
          <p:spPr>
            <a:xfrm>
              <a:off x="5324273" y="1963907"/>
              <a:ext cx="132934" cy="16526"/>
            </a:xfrm>
            <a:custGeom>
              <a:avLst/>
              <a:gdLst/>
              <a:ahLst/>
              <a:cxnLst/>
              <a:rect l="l" t="t" r="r" b="b"/>
              <a:pathLst>
                <a:path w="1649" h="205" extrusionOk="0">
                  <a:moveTo>
                    <a:pt x="103" y="0"/>
                  </a:moveTo>
                  <a:cubicBezTo>
                    <a:pt x="46" y="0"/>
                    <a:pt x="0" y="46"/>
                    <a:pt x="0" y="103"/>
                  </a:cubicBezTo>
                  <a:cubicBezTo>
                    <a:pt x="0" y="159"/>
                    <a:pt x="46" y="205"/>
                    <a:pt x="103" y="205"/>
                  </a:cubicBezTo>
                  <a:lnTo>
                    <a:pt x="1546" y="205"/>
                  </a:lnTo>
                  <a:cubicBezTo>
                    <a:pt x="1603" y="205"/>
                    <a:pt x="1649" y="159"/>
                    <a:pt x="1649" y="103"/>
                  </a:cubicBezTo>
                  <a:cubicBezTo>
                    <a:pt x="1649" y="46"/>
                    <a:pt x="1603" y="0"/>
                    <a:pt x="15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60"/>
            <p:cNvSpPr/>
            <p:nvPr/>
          </p:nvSpPr>
          <p:spPr>
            <a:xfrm>
              <a:off x="5324273" y="2008809"/>
              <a:ext cx="132934" cy="16607"/>
            </a:xfrm>
            <a:custGeom>
              <a:avLst/>
              <a:gdLst/>
              <a:ahLst/>
              <a:cxnLst/>
              <a:rect l="l" t="t" r="r" b="b"/>
              <a:pathLst>
                <a:path w="1649" h="206" extrusionOk="0">
                  <a:moveTo>
                    <a:pt x="103" y="1"/>
                  </a:moveTo>
                  <a:cubicBezTo>
                    <a:pt x="46" y="1"/>
                    <a:pt x="0" y="46"/>
                    <a:pt x="0" y="103"/>
                  </a:cubicBezTo>
                  <a:cubicBezTo>
                    <a:pt x="0" y="160"/>
                    <a:pt x="46" y="205"/>
                    <a:pt x="103" y="205"/>
                  </a:cubicBezTo>
                  <a:lnTo>
                    <a:pt x="1546" y="205"/>
                  </a:lnTo>
                  <a:cubicBezTo>
                    <a:pt x="1603" y="205"/>
                    <a:pt x="1649" y="160"/>
                    <a:pt x="1649" y="103"/>
                  </a:cubicBezTo>
                  <a:cubicBezTo>
                    <a:pt x="1649" y="46"/>
                    <a:pt x="1603" y="1"/>
                    <a:pt x="15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60"/>
            <p:cNvSpPr/>
            <p:nvPr/>
          </p:nvSpPr>
          <p:spPr>
            <a:xfrm>
              <a:off x="5103388" y="2181164"/>
              <a:ext cx="364863" cy="185173"/>
            </a:xfrm>
            <a:custGeom>
              <a:avLst/>
              <a:gdLst/>
              <a:ahLst/>
              <a:cxnLst/>
              <a:rect l="l" t="t" r="r" b="b"/>
              <a:pathLst>
                <a:path w="4526" h="2297" extrusionOk="0">
                  <a:moveTo>
                    <a:pt x="4321" y="205"/>
                  </a:moveTo>
                  <a:lnTo>
                    <a:pt x="4321" y="2092"/>
                  </a:lnTo>
                  <a:lnTo>
                    <a:pt x="205" y="2092"/>
                  </a:lnTo>
                  <a:lnTo>
                    <a:pt x="205" y="205"/>
                  </a:lnTo>
                  <a:close/>
                  <a:moveTo>
                    <a:pt x="103" y="0"/>
                  </a:moveTo>
                  <a:cubicBezTo>
                    <a:pt x="46" y="0"/>
                    <a:pt x="1" y="46"/>
                    <a:pt x="1" y="102"/>
                  </a:cubicBezTo>
                  <a:lnTo>
                    <a:pt x="1" y="2194"/>
                  </a:lnTo>
                  <a:cubicBezTo>
                    <a:pt x="1" y="2251"/>
                    <a:pt x="46" y="2297"/>
                    <a:pt x="103" y="2297"/>
                  </a:cubicBezTo>
                  <a:lnTo>
                    <a:pt x="4423" y="2297"/>
                  </a:lnTo>
                  <a:cubicBezTo>
                    <a:pt x="4480" y="2297"/>
                    <a:pt x="4525" y="2251"/>
                    <a:pt x="4525" y="2194"/>
                  </a:cubicBezTo>
                  <a:lnTo>
                    <a:pt x="4525" y="102"/>
                  </a:lnTo>
                  <a:cubicBezTo>
                    <a:pt x="4525" y="46"/>
                    <a:pt x="4480" y="0"/>
                    <a:pt x="44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60"/>
            <p:cNvSpPr/>
            <p:nvPr/>
          </p:nvSpPr>
          <p:spPr>
            <a:xfrm>
              <a:off x="5091457" y="2181809"/>
              <a:ext cx="377681" cy="181061"/>
            </a:xfrm>
            <a:custGeom>
              <a:avLst/>
              <a:gdLst/>
              <a:ahLst/>
              <a:cxnLst/>
              <a:rect l="l" t="t" r="r" b="b"/>
              <a:pathLst>
                <a:path w="4685" h="2246" extrusionOk="0">
                  <a:moveTo>
                    <a:pt x="2070" y="1"/>
                  </a:moveTo>
                  <a:cubicBezTo>
                    <a:pt x="2044" y="1"/>
                    <a:pt x="2019" y="9"/>
                    <a:pt x="2001" y="26"/>
                  </a:cubicBezTo>
                  <a:lnTo>
                    <a:pt x="751" y="1106"/>
                  </a:lnTo>
                  <a:lnTo>
                    <a:pt x="1354" y="197"/>
                  </a:lnTo>
                  <a:cubicBezTo>
                    <a:pt x="1387" y="162"/>
                    <a:pt x="1377" y="106"/>
                    <a:pt x="1342" y="71"/>
                  </a:cubicBezTo>
                  <a:cubicBezTo>
                    <a:pt x="1319" y="54"/>
                    <a:pt x="1294" y="46"/>
                    <a:pt x="1270" y="46"/>
                  </a:cubicBezTo>
                  <a:cubicBezTo>
                    <a:pt x="1246" y="46"/>
                    <a:pt x="1223" y="54"/>
                    <a:pt x="1206" y="71"/>
                  </a:cubicBezTo>
                  <a:lnTo>
                    <a:pt x="637" y="594"/>
                  </a:lnTo>
                  <a:lnTo>
                    <a:pt x="899" y="197"/>
                  </a:lnTo>
                  <a:cubicBezTo>
                    <a:pt x="922" y="162"/>
                    <a:pt x="910" y="106"/>
                    <a:pt x="887" y="71"/>
                  </a:cubicBezTo>
                  <a:cubicBezTo>
                    <a:pt x="869" y="53"/>
                    <a:pt x="843" y="44"/>
                    <a:pt x="818" y="44"/>
                  </a:cubicBezTo>
                  <a:cubicBezTo>
                    <a:pt x="798" y="44"/>
                    <a:pt x="778" y="50"/>
                    <a:pt x="763" y="60"/>
                  </a:cubicBezTo>
                  <a:lnTo>
                    <a:pt x="149" y="435"/>
                  </a:lnTo>
                  <a:cubicBezTo>
                    <a:pt x="103" y="458"/>
                    <a:pt x="91" y="526"/>
                    <a:pt x="126" y="571"/>
                  </a:cubicBezTo>
                  <a:cubicBezTo>
                    <a:pt x="141" y="602"/>
                    <a:pt x="177" y="617"/>
                    <a:pt x="212" y="617"/>
                  </a:cubicBezTo>
                  <a:cubicBezTo>
                    <a:pt x="230" y="617"/>
                    <a:pt x="247" y="614"/>
                    <a:pt x="262" y="606"/>
                  </a:cubicBezTo>
                  <a:lnTo>
                    <a:pt x="478" y="470"/>
                  </a:lnTo>
                  <a:lnTo>
                    <a:pt x="35" y="1152"/>
                  </a:lnTo>
                  <a:cubicBezTo>
                    <a:pt x="1" y="1197"/>
                    <a:pt x="12" y="1254"/>
                    <a:pt x="46" y="1288"/>
                  </a:cubicBezTo>
                  <a:cubicBezTo>
                    <a:pt x="69" y="1305"/>
                    <a:pt x="94" y="1313"/>
                    <a:pt x="119" y="1313"/>
                  </a:cubicBezTo>
                  <a:cubicBezTo>
                    <a:pt x="143" y="1313"/>
                    <a:pt x="166" y="1305"/>
                    <a:pt x="182" y="1288"/>
                  </a:cubicBezTo>
                  <a:lnTo>
                    <a:pt x="728" y="788"/>
                  </a:lnTo>
                  <a:lnTo>
                    <a:pt x="171" y="1617"/>
                  </a:lnTo>
                  <a:cubicBezTo>
                    <a:pt x="137" y="1663"/>
                    <a:pt x="149" y="1720"/>
                    <a:pt x="182" y="1754"/>
                  </a:cubicBezTo>
                  <a:cubicBezTo>
                    <a:pt x="205" y="1771"/>
                    <a:pt x="231" y="1780"/>
                    <a:pt x="255" y="1780"/>
                  </a:cubicBezTo>
                  <a:cubicBezTo>
                    <a:pt x="279" y="1780"/>
                    <a:pt x="302" y="1771"/>
                    <a:pt x="319" y="1754"/>
                  </a:cubicBezTo>
                  <a:lnTo>
                    <a:pt x="1115" y="1061"/>
                  </a:lnTo>
                  <a:lnTo>
                    <a:pt x="410" y="1890"/>
                  </a:lnTo>
                  <a:cubicBezTo>
                    <a:pt x="376" y="1936"/>
                    <a:pt x="376" y="1993"/>
                    <a:pt x="422" y="2027"/>
                  </a:cubicBezTo>
                  <a:cubicBezTo>
                    <a:pt x="438" y="2044"/>
                    <a:pt x="461" y="2053"/>
                    <a:pt x="485" y="2053"/>
                  </a:cubicBezTo>
                  <a:cubicBezTo>
                    <a:pt x="510" y="2053"/>
                    <a:pt x="535" y="2044"/>
                    <a:pt x="558" y="2027"/>
                  </a:cubicBezTo>
                  <a:lnTo>
                    <a:pt x="1410" y="1231"/>
                  </a:lnTo>
                  <a:lnTo>
                    <a:pt x="876" y="1890"/>
                  </a:lnTo>
                  <a:cubicBezTo>
                    <a:pt x="842" y="1936"/>
                    <a:pt x="842" y="1993"/>
                    <a:pt x="876" y="2027"/>
                  </a:cubicBezTo>
                  <a:cubicBezTo>
                    <a:pt x="899" y="2044"/>
                    <a:pt x="925" y="2053"/>
                    <a:pt x="949" y="2053"/>
                  </a:cubicBezTo>
                  <a:cubicBezTo>
                    <a:pt x="973" y="2053"/>
                    <a:pt x="995" y="2044"/>
                    <a:pt x="1013" y="2027"/>
                  </a:cubicBezTo>
                  <a:lnTo>
                    <a:pt x="2183" y="1015"/>
                  </a:lnTo>
                  <a:lnTo>
                    <a:pt x="1297" y="2072"/>
                  </a:lnTo>
                  <a:cubicBezTo>
                    <a:pt x="1263" y="2118"/>
                    <a:pt x="1263" y="2175"/>
                    <a:pt x="1297" y="2208"/>
                  </a:cubicBezTo>
                  <a:cubicBezTo>
                    <a:pt x="1319" y="2231"/>
                    <a:pt x="1342" y="2243"/>
                    <a:pt x="1365" y="2243"/>
                  </a:cubicBezTo>
                  <a:cubicBezTo>
                    <a:pt x="1387" y="2243"/>
                    <a:pt x="1422" y="2231"/>
                    <a:pt x="1433" y="2220"/>
                  </a:cubicBezTo>
                  <a:lnTo>
                    <a:pt x="2263" y="1435"/>
                  </a:lnTo>
                  <a:lnTo>
                    <a:pt x="2263" y="1435"/>
                  </a:lnTo>
                  <a:lnTo>
                    <a:pt x="1809" y="1981"/>
                  </a:lnTo>
                  <a:cubicBezTo>
                    <a:pt x="1763" y="2027"/>
                    <a:pt x="1774" y="2084"/>
                    <a:pt x="1809" y="2118"/>
                  </a:cubicBezTo>
                  <a:cubicBezTo>
                    <a:pt x="1827" y="2142"/>
                    <a:pt x="1855" y="2153"/>
                    <a:pt x="1882" y="2153"/>
                  </a:cubicBezTo>
                  <a:cubicBezTo>
                    <a:pt x="1906" y="2153"/>
                    <a:pt x="1929" y="2145"/>
                    <a:pt x="1945" y="2129"/>
                  </a:cubicBezTo>
                  <a:lnTo>
                    <a:pt x="3173" y="1038"/>
                  </a:lnTo>
                  <a:lnTo>
                    <a:pt x="2309" y="2072"/>
                  </a:lnTo>
                  <a:cubicBezTo>
                    <a:pt x="2274" y="2118"/>
                    <a:pt x="2286" y="2175"/>
                    <a:pt x="2320" y="2220"/>
                  </a:cubicBezTo>
                  <a:cubicBezTo>
                    <a:pt x="2342" y="2237"/>
                    <a:pt x="2368" y="2246"/>
                    <a:pt x="2392" y="2246"/>
                  </a:cubicBezTo>
                  <a:cubicBezTo>
                    <a:pt x="2417" y="2246"/>
                    <a:pt x="2439" y="2237"/>
                    <a:pt x="2456" y="2220"/>
                  </a:cubicBezTo>
                  <a:lnTo>
                    <a:pt x="3661" y="1094"/>
                  </a:lnTo>
                  <a:lnTo>
                    <a:pt x="2911" y="2027"/>
                  </a:lnTo>
                  <a:cubicBezTo>
                    <a:pt x="2888" y="2072"/>
                    <a:pt x="2888" y="2129"/>
                    <a:pt x="2923" y="2163"/>
                  </a:cubicBezTo>
                  <a:cubicBezTo>
                    <a:pt x="2947" y="2187"/>
                    <a:pt x="2975" y="2199"/>
                    <a:pt x="3000" y="2199"/>
                  </a:cubicBezTo>
                  <a:cubicBezTo>
                    <a:pt x="3022" y="2199"/>
                    <a:pt x="3043" y="2190"/>
                    <a:pt x="3059" y="2175"/>
                  </a:cubicBezTo>
                  <a:lnTo>
                    <a:pt x="3673" y="1640"/>
                  </a:lnTo>
                  <a:lnTo>
                    <a:pt x="3423" y="1936"/>
                  </a:lnTo>
                  <a:cubicBezTo>
                    <a:pt x="3400" y="1981"/>
                    <a:pt x="3400" y="2038"/>
                    <a:pt x="3434" y="2072"/>
                  </a:cubicBezTo>
                  <a:cubicBezTo>
                    <a:pt x="3454" y="2092"/>
                    <a:pt x="3481" y="2104"/>
                    <a:pt x="3508" y="2104"/>
                  </a:cubicBezTo>
                  <a:cubicBezTo>
                    <a:pt x="3527" y="2104"/>
                    <a:pt x="3545" y="2098"/>
                    <a:pt x="3559" y="2084"/>
                  </a:cubicBezTo>
                  <a:lnTo>
                    <a:pt x="4150" y="1686"/>
                  </a:lnTo>
                  <a:lnTo>
                    <a:pt x="4025" y="1902"/>
                  </a:lnTo>
                  <a:cubicBezTo>
                    <a:pt x="3991" y="1947"/>
                    <a:pt x="4014" y="2016"/>
                    <a:pt x="4059" y="2038"/>
                  </a:cubicBezTo>
                  <a:cubicBezTo>
                    <a:pt x="4077" y="2051"/>
                    <a:pt x="4095" y="2057"/>
                    <a:pt x="4113" y="2057"/>
                  </a:cubicBezTo>
                  <a:cubicBezTo>
                    <a:pt x="4144" y="2057"/>
                    <a:pt x="4174" y="2040"/>
                    <a:pt x="4196" y="2004"/>
                  </a:cubicBezTo>
                  <a:lnTo>
                    <a:pt x="4571" y="1402"/>
                  </a:lnTo>
                  <a:cubicBezTo>
                    <a:pt x="4593" y="1367"/>
                    <a:pt x="4582" y="1311"/>
                    <a:pt x="4548" y="1276"/>
                  </a:cubicBezTo>
                  <a:cubicBezTo>
                    <a:pt x="4529" y="1258"/>
                    <a:pt x="4507" y="1249"/>
                    <a:pt x="4484" y="1249"/>
                  </a:cubicBezTo>
                  <a:cubicBezTo>
                    <a:pt x="4464" y="1249"/>
                    <a:pt x="4444" y="1255"/>
                    <a:pt x="4423" y="1265"/>
                  </a:cubicBezTo>
                  <a:lnTo>
                    <a:pt x="4002" y="1549"/>
                  </a:lnTo>
                  <a:lnTo>
                    <a:pt x="4560" y="856"/>
                  </a:lnTo>
                  <a:cubicBezTo>
                    <a:pt x="4593" y="822"/>
                    <a:pt x="4593" y="753"/>
                    <a:pt x="4548" y="720"/>
                  </a:cubicBezTo>
                  <a:cubicBezTo>
                    <a:pt x="4531" y="702"/>
                    <a:pt x="4508" y="694"/>
                    <a:pt x="4484" y="694"/>
                  </a:cubicBezTo>
                  <a:cubicBezTo>
                    <a:pt x="4460" y="694"/>
                    <a:pt x="4434" y="702"/>
                    <a:pt x="4411" y="720"/>
                  </a:cubicBezTo>
                  <a:lnTo>
                    <a:pt x="3752" y="1299"/>
                  </a:lnTo>
                  <a:lnTo>
                    <a:pt x="4651" y="162"/>
                  </a:lnTo>
                  <a:cubicBezTo>
                    <a:pt x="4684" y="117"/>
                    <a:pt x="4684" y="60"/>
                    <a:pt x="4639" y="26"/>
                  </a:cubicBezTo>
                  <a:cubicBezTo>
                    <a:pt x="4622" y="9"/>
                    <a:pt x="4599" y="1"/>
                    <a:pt x="4575" y="1"/>
                  </a:cubicBezTo>
                  <a:cubicBezTo>
                    <a:pt x="4551" y="1"/>
                    <a:pt x="4525" y="9"/>
                    <a:pt x="4502" y="26"/>
                  </a:cubicBezTo>
                  <a:lnTo>
                    <a:pt x="3434" y="1026"/>
                  </a:lnTo>
                  <a:lnTo>
                    <a:pt x="4139" y="162"/>
                  </a:lnTo>
                  <a:cubicBezTo>
                    <a:pt x="4173" y="117"/>
                    <a:pt x="4173" y="60"/>
                    <a:pt x="4128" y="26"/>
                  </a:cubicBezTo>
                  <a:cubicBezTo>
                    <a:pt x="4110" y="9"/>
                    <a:pt x="4088" y="1"/>
                    <a:pt x="4064" y="1"/>
                  </a:cubicBezTo>
                  <a:cubicBezTo>
                    <a:pt x="4039" y="1"/>
                    <a:pt x="4014" y="9"/>
                    <a:pt x="3991" y="26"/>
                  </a:cubicBezTo>
                  <a:lnTo>
                    <a:pt x="2923" y="981"/>
                  </a:lnTo>
                  <a:lnTo>
                    <a:pt x="3582" y="208"/>
                  </a:lnTo>
                  <a:cubicBezTo>
                    <a:pt x="3616" y="174"/>
                    <a:pt x="3616" y="106"/>
                    <a:pt x="3570" y="71"/>
                  </a:cubicBezTo>
                  <a:cubicBezTo>
                    <a:pt x="3553" y="54"/>
                    <a:pt x="3531" y="46"/>
                    <a:pt x="3506" y="46"/>
                  </a:cubicBezTo>
                  <a:cubicBezTo>
                    <a:pt x="3482" y="46"/>
                    <a:pt x="3457" y="54"/>
                    <a:pt x="3434" y="71"/>
                  </a:cubicBezTo>
                  <a:lnTo>
                    <a:pt x="2524" y="924"/>
                  </a:lnTo>
                  <a:lnTo>
                    <a:pt x="3161" y="162"/>
                  </a:lnTo>
                  <a:cubicBezTo>
                    <a:pt x="3195" y="117"/>
                    <a:pt x="3195" y="60"/>
                    <a:pt x="3161" y="26"/>
                  </a:cubicBezTo>
                  <a:cubicBezTo>
                    <a:pt x="3138" y="9"/>
                    <a:pt x="3113" y="1"/>
                    <a:pt x="3089" y="1"/>
                  </a:cubicBezTo>
                  <a:cubicBezTo>
                    <a:pt x="3065" y="1"/>
                    <a:pt x="3042" y="9"/>
                    <a:pt x="3025" y="26"/>
                  </a:cubicBezTo>
                  <a:lnTo>
                    <a:pt x="1786" y="1094"/>
                  </a:lnTo>
                  <a:lnTo>
                    <a:pt x="2513" y="208"/>
                  </a:lnTo>
                  <a:cubicBezTo>
                    <a:pt x="2547" y="162"/>
                    <a:pt x="2547" y="106"/>
                    <a:pt x="2502" y="71"/>
                  </a:cubicBezTo>
                  <a:cubicBezTo>
                    <a:pt x="2485" y="54"/>
                    <a:pt x="2462" y="46"/>
                    <a:pt x="2438" y="46"/>
                  </a:cubicBezTo>
                  <a:cubicBezTo>
                    <a:pt x="2414" y="46"/>
                    <a:pt x="2388" y="54"/>
                    <a:pt x="2365" y="71"/>
                  </a:cubicBezTo>
                  <a:lnTo>
                    <a:pt x="1672" y="720"/>
                  </a:lnTo>
                  <a:lnTo>
                    <a:pt x="2138" y="162"/>
                  </a:lnTo>
                  <a:cubicBezTo>
                    <a:pt x="2172" y="117"/>
                    <a:pt x="2172" y="60"/>
                    <a:pt x="2138" y="26"/>
                  </a:cubicBezTo>
                  <a:cubicBezTo>
                    <a:pt x="2121" y="9"/>
                    <a:pt x="2095" y="1"/>
                    <a:pt x="2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60"/>
            <p:cNvSpPr/>
            <p:nvPr/>
          </p:nvSpPr>
          <p:spPr>
            <a:xfrm>
              <a:off x="5118947" y="2394633"/>
              <a:ext cx="338261" cy="16607"/>
            </a:xfrm>
            <a:custGeom>
              <a:avLst/>
              <a:gdLst/>
              <a:ahLst/>
              <a:cxnLst/>
              <a:rect l="l" t="t" r="r" b="b"/>
              <a:pathLst>
                <a:path w="4196" h="206" extrusionOk="0">
                  <a:moveTo>
                    <a:pt x="103" y="0"/>
                  </a:moveTo>
                  <a:cubicBezTo>
                    <a:pt x="46" y="0"/>
                    <a:pt x="1" y="46"/>
                    <a:pt x="1" y="103"/>
                  </a:cubicBezTo>
                  <a:cubicBezTo>
                    <a:pt x="1" y="160"/>
                    <a:pt x="46" y="205"/>
                    <a:pt x="103" y="205"/>
                  </a:cubicBezTo>
                  <a:lnTo>
                    <a:pt x="4093" y="205"/>
                  </a:lnTo>
                  <a:cubicBezTo>
                    <a:pt x="4150" y="205"/>
                    <a:pt x="4196" y="160"/>
                    <a:pt x="4196" y="103"/>
                  </a:cubicBezTo>
                  <a:cubicBezTo>
                    <a:pt x="4196" y="46"/>
                    <a:pt x="4150" y="0"/>
                    <a:pt x="40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60"/>
            <p:cNvSpPr/>
            <p:nvPr/>
          </p:nvSpPr>
          <p:spPr>
            <a:xfrm>
              <a:off x="5111611" y="2435908"/>
              <a:ext cx="121084" cy="16607"/>
            </a:xfrm>
            <a:custGeom>
              <a:avLst/>
              <a:gdLst/>
              <a:ahLst/>
              <a:cxnLst/>
              <a:rect l="l" t="t" r="r" b="b"/>
              <a:pathLst>
                <a:path w="1502" h="206" extrusionOk="0">
                  <a:moveTo>
                    <a:pt x="92" y="1"/>
                  </a:moveTo>
                  <a:cubicBezTo>
                    <a:pt x="46" y="1"/>
                    <a:pt x="1" y="46"/>
                    <a:pt x="1" y="102"/>
                  </a:cubicBezTo>
                  <a:cubicBezTo>
                    <a:pt x="1" y="160"/>
                    <a:pt x="46" y="205"/>
                    <a:pt x="92" y="205"/>
                  </a:cubicBezTo>
                  <a:lnTo>
                    <a:pt x="1399" y="205"/>
                  </a:lnTo>
                  <a:cubicBezTo>
                    <a:pt x="1456" y="205"/>
                    <a:pt x="1501" y="160"/>
                    <a:pt x="1501" y="102"/>
                  </a:cubicBezTo>
                  <a:cubicBezTo>
                    <a:pt x="1501" y="46"/>
                    <a:pt x="1456" y="1"/>
                    <a:pt x="13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60"/>
            <p:cNvSpPr/>
            <p:nvPr/>
          </p:nvSpPr>
          <p:spPr>
            <a:xfrm>
              <a:off x="5514847" y="1722868"/>
              <a:ext cx="275058" cy="47805"/>
            </a:xfrm>
            <a:custGeom>
              <a:avLst/>
              <a:gdLst/>
              <a:ahLst/>
              <a:cxnLst/>
              <a:rect l="l" t="t" r="r" b="b"/>
              <a:pathLst>
                <a:path w="3412" h="593" extrusionOk="0">
                  <a:moveTo>
                    <a:pt x="3287" y="1"/>
                  </a:moveTo>
                  <a:lnTo>
                    <a:pt x="104" y="398"/>
                  </a:lnTo>
                  <a:cubicBezTo>
                    <a:pt x="46" y="398"/>
                    <a:pt x="1" y="456"/>
                    <a:pt x="13" y="512"/>
                  </a:cubicBezTo>
                  <a:cubicBezTo>
                    <a:pt x="23" y="557"/>
                    <a:pt x="58" y="592"/>
                    <a:pt x="114" y="592"/>
                  </a:cubicBezTo>
                  <a:lnTo>
                    <a:pt x="126" y="592"/>
                  </a:lnTo>
                  <a:lnTo>
                    <a:pt x="3309" y="205"/>
                  </a:lnTo>
                  <a:cubicBezTo>
                    <a:pt x="3366" y="194"/>
                    <a:pt x="3411" y="148"/>
                    <a:pt x="3400" y="92"/>
                  </a:cubicBezTo>
                  <a:cubicBezTo>
                    <a:pt x="3389" y="35"/>
                    <a:pt x="3343" y="1"/>
                    <a:pt x="32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60"/>
            <p:cNvSpPr/>
            <p:nvPr/>
          </p:nvSpPr>
          <p:spPr>
            <a:xfrm>
              <a:off x="5474540" y="1938191"/>
              <a:ext cx="286022" cy="16607"/>
            </a:xfrm>
            <a:custGeom>
              <a:avLst/>
              <a:gdLst/>
              <a:ahLst/>
              <a:cxnLst/>
              <a:rect l="l" t="t" r="r" b="b"/>
              <a:pathLst>
                <a:path w="3548" h="206" extrusionOk="0">
                  <a:moveTo>
                    <a:pt x="103" y="1"/>
                  </a:moveTo>
                  <a:cubicBezTo>
                    <a:pt x="46" y="1"/>
                    <a:pt x="1" y="46"/>
                    <a:pt x="1" y="104"/>
                  </a:cubicBezTo>
                  <a:cubicBezTo>
                    <a:pt x="1" y="160"/>
                    <a:pt x="46" y="206"/>
                    <a:pt x="103" y="206"/>
                  </a:cubicBezTo>
                  <a:lnTo>
                    <a:pt x="3446" y="206"/>
                  </a:lnTo>
                  <a:cubicBezTo>
                    <a:pt x="3502" y="206"/>
                    <a:pt x="3547" y="160"/>
                    <a:pt x="3547" y="104"/>
                  </a:cubicBezTo>
                  <a:cubicBezTo>
                    <a:pt x="3547" y="46"/>
                    <a:pt x="3502" y="1"/>
                    <a:pt x="34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60"/>
            <p:cNvSpPr/>
            <p:nvPr/>
          </p:nvSpPr>
          <p:spPr>
            <a:xfrm>
              <a:off x="4930147" y="2278950"/>
              <a:ext cx="134869" cy="57075"/>
            </a:xfrm>
            <a:custGeom>
              <a:avLst/>
              <a:gdLst/>
              <a:ahLst/>
              <a:cxnLst/>
              <a:rect l="l" t="t" r="r" b="b"/>
              <a:pathLst>
                <a:path w="1673" h="708" extrusionOk="0">
                  <a:moveTo>
                    <a:pt x="1552" y="0"/>
                  </a:moveTo>
                  <a:cubicBezTo>
                    <a:pt x="1543" y="0"/>
                    <a:pt x="1533" y="1"/>
                    <a:pt x="1524" y="3"/>
                  </a:cubicBezTo>
                  <a:lnTo>
                    <a:pt x="81" y="515"/>
                  </a:lnTo>
                  <a:cubicBezTo>
                    <a:pt x="35" y="538"/>
                    <a:pt x="1" y="594"/>
                    <a:pt x="23" y="640"/>
                  </a:cubicBezTo>
                  <a:cubicBezTo>
                    <a:pt x="35" y="685"/>
                    <a:pt x="81" y="708"/>
                    <a:pt x="114" y="708"/>
                  </a:cubicBezTo>
                  <a:lnTo>
                    <a:pt x="149" y="708"/>
                  </a:lnTo>
                  <a:lnTo>
                    <a:pt x="1592" y="197"/>
                  </a:lnTo>
                  <a:cubicBezTo>
                    <a:pt x="1638" y="174"/>
                    <a:pt x="1672" y="117"/>
                    <a:pt x="1650" y="71"/>
                  </a:cubicBezTo>
                  <a:cubicBezTo>
                    <a:pt x="1640" y="24"/>
                    <a:pt x="1598" y="0"/>
                    <a:pt x="15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60"/>
            <p:cNvSpPr/>
            <p:nvPr/>
          </p:nvSpPr>
          <p:spPr>
            <a:xfrm>
              <a:off x="5355391" y="2619952"/>
              <a:ext cx="169695" cy="162439"/>
            </a:xfrm>
            <a:custGeom>
              <a:avLst/>
              <a:gdLst/>
              <a:ahLst/>
              <a:cxnLst/>
              <a:rect l="l" t="t" r="r" b="b"/>
              <a:pathLst>
                <a:path w="2105" h="2015" extrusionOk="0">
                  <a:moveTo>
                    <a:pt x="366" y="0"/>
                  </a:moveTo>
                  <a:cubicBezTo>
                    <a:pt x="320" y="0"/>
                    <a:pt x="284" y="32"/>
                    <a:pt x="273" y="82"/>
                  </a:cubicBezTo>
                  <a:cubicBezTo>
                    <a:pt x="273" y="93"/>
                    <a:pt x="1" y="1616"/>
                    <a:pt x="1979" y="2015"/>
                  </a:cubicBezTo>
                  <a:lnTo>
                    <a:pt x="2001" y="2015"/>
                  </a:lnTo>
                  <a:cubicBezTo>
                    <a:pt x="2047" y="2015"/>
                    <a:pt x="2082" y="1980"/>
                    <a:pt x="2092" y="1935"/>
                  </a:cubicBezTo>
                  <a:cubicBezTo>
                    <a:pt x="2104" y="1878"/>
                    <a:pt x="2070" y="1821"/>
                    <a:pt x="2013" y="1810"/>
                  </a:cubicBezTo>
                  <a:cubicBezTo>
                    <a:pt x="240" y="1469"/>
                    <a:pt x="455" y="173"/>
                    <a:pt x="467" y="116"/>
                  </a:cubicBezTo>
                  <a:cubicBezTo>
                    <a:pt x="478" y="59"/>
                    <a:pt x="444" y="14"/>
                    <a:pt x="387" y="2"/>
                  </a:cubicBezTo>
                  <a:cubicBezTo>
                    <a:pt x="380" y="1"/>
                    <a:pt x="373" y="0"/>
                    <a:pt x="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60"/>
            <p:cNvSpPr/>
            <p:nvPr/>
          </p:nvSpPr>
          <p:spPr>
            <a:xfrm>
              <a:off x="5470025" y="2735715"/>
              <a:ext cx="69732" cy="65056"/>
            </a:xfrm>
            <a:custGeom>
              <a:avLst/>
              <a:gdLst/>
              <a:ahLst/>
              <a:cxnLst/>
              <a:rect l="l" t="t" r="r" b="b"/>
              <a:pathLst>
                <a:path w="865" h="807" extrusionOk="0">
                  <a:moveTo>
                    <a:pt x="302" y="1"/>
                  </a:moveTo>
                  <a:cubicBezTo>
                    <a:pt x="273" y="1"/>
                    <a:pt x="242" y="13"/>
                    <a:pt x="216" y="33"/>
                  </a:cubicBezTo>
                  <a:cubicBezTo>
                    <a:pt x="182" y="79"/>
                    <a:pt x="182" y="135"/>
                    <a:pt x="227" y="180"/>
                  </a:cubicBezTo>
                  <a:lnTo>
                    <a:pt x="557" y="476"/>
                  </a:lnTo>
                  <a:lnTo>
                    <a:pt x="79" y="612"/>
                  </a:lnTo>
                  <a:cubicBezTo>
                    <a:pt x="34" y="624"/>
                    <a:pt x="0" y="681"/>
                    <a:pt x="11" y="738"/>
                  </a:cubicBezTo>
                  <a:cubicBezTo>
                    <a:pt x="23" y="783"/>
                    <a:pt x="68" y="806"/>
                    <a:pt x="114" y="806"/>
                  </a:cubicBezTo>
                  <a:lnTo>
                    <a:pt x="137" y="806"/>
                  </a:lnTo>
                  <a:lnTo>
                    <a:pt x="784" y="612"/>
                  </a:lnTo>
                  <a:cubicBezTo>
                    <a:pt x="819" y="612"/>
                    <a:pt x="852" y="579"/>
                    <a:pt x="864" y="544"/>
                  </a:cubicBezTo>
                  <a:cubicBezTo>
                    <a:pt x="864" y="511"/>
                    <a:pt x="852" y="465"/>
                    <a:pt x="830" y="442"/>
                  </a:cubicBezTo>
                  <a:lnTo>
                    <a:pt x="364" y="21"/>
                  </a:lnTo>
                  <a:cubicBezTo>
                    <a:pt x="345" y="7"/>
                    <a:pt x="324"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60"/>
            <p:cNvSpPr/>
            <p:nvPr/>
          </p:nvSpPr>
          <p:spPr>
            <a:xfrm>
              <a:off x="5709129" y="1904332"/>
              <a:ext cx="78035" cy="76101"/>
            </a:xfrm>
            <a:custGeom>
              <a:avLst/>
              <a:gdLst/>
              <a:ahLst/>
              <a:cxnLst/>
              <a:rect l="l" t="t" r="r" b="b"/>
              <a:pathLst>
                <a:path w="968" h="944" extrusionOk="0">
                  <a:moveTo>
                    <a:pt x="122" y="0"/>
                  </a:moveTo>
                  <a:cubicBezTo>
                    <a:pt x="86" y="0"/>
                    <a:pt x="51" y="16"/>
                    <a:pt x="35" y="46"/>
                  </a:cubicBezTo>
                  <a:cubicBezTo>
                    <a:pt x="1" y="92"/>
                    <a:pt x="13" y="160"/>
                    <a:pt x="58" y="183"/>
                  </a:cubicBezTo>
                  <a:lnTo>
                    <a:pt x="649" y="547"/>
                  </a:lnTo>
                  <a:lnTo>
                    <a:pt x="172" y="751"/>
                  </a:lnTo>
                  <a:cubicBezTo>
                    <a:pt x="115" y="774"/>
                    <a:pt x="92" y="830"/>
                    <a:pt x="115" y="888"/>
                  </a:cubicBezTo>
                  <a:cubicBezTo>
                    <a:pt x="137" y="921"/>
                    <a:pt x="172" y="944"/>
                    <a:pt x="205" y="944"/>
                  </a:cubicBezTo>
                  <a:cubicBezTo>
                    <a:pt x="228" y="944"/>
                    <a:pt x="240" y="944"/>
                    <a:pt x="251" y="933"/>
                  </a:cubicBezTo>
                  <a:lnTo>
                    <a:pt x="899" y="660"/>
                  </a:lnTo>
                  <a:cubicBezTo>
                    <a:pt x="933" y="648"/>
                    <a:pt x="956" y="615"/>
                    <a:pt x="956" y="569"/>
                  </a:cubicBezTo>
                  <a:cubicBezTo>
                    <a:pt x="968" y="535"/>
                    <a:pt x="945" y="501"/>
                    <a:pt x="910" y="478"/>
                  </a:cubicBezTo>
                  <a:lnTo>
                    <a:pt x="172" y="12"/>
                  </a:lnTo>
                  <a:cubicBezTo>
                    <a:pt x="157" y="4"/>
                    <a:pt x="139" y="0"/>
                    <a:pt x="1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60"/>
            <p:cNvSpPr/>
            <p:nvPr/>
          </p:nvSpPr>
          <p:spPr>
            <a:xfrm>
              <a:off x="5723801" y="1711743"/>
              <a:ext cx="80776" cy="65298"/>
            </a:xfrm>
            <a:custGeom>
              <a:avLst/>
              <a:gdLst/>
              <a:ahLst/>
              <a:cxnLst/>
              <a:rect l="l" t="t" r="r" b="b"/>
              <a:pathLst>
                <a:path w="1002" h="810" extrusionOk="0">
                  <a:moveTo>
                    <a:pt x="97" y="1"/>
                  </a:moveTo>
                  <a:cubicBezTo>
                    <a:pt x="49" y="1"/>
                    <a:pt x="11" y="42"/>
                    <a:pt x="1" y="93"/>
                  </a:cubicBezTo>
                  <a:cubicBezTo>
                    <a:pt x="1" y="150"/>
                    <a:pt x="35" y="195"/>
                    <a:pt x="92" y="207"/>
                  </a:cubicBezTo>
                  <a:lnTo>
                    <a:pt x="660" y="263"/>
                  </a:lnTo>
                  <a:lnTo>
                    <a:pt x="274" y="627"/>
                  </a:lnTo>
                  <a:cubicBezTo>
                    <a:pt x="228" y="673"/>
                    <a:pt x="228" y="730"/>
                    <a:pt x="263" y="775"/>
                  </a:cubicBezTo>
                  <a:cubicBezTo>
                    <a:pt x="285" y="798"/>
                    <a:pt x="308" y="809"/>
                    <a:pt x="342" y="809"/>
                  </a:cubicBezTo>
                  <a:cubicBezTo>
                    <a:pt x="365" y="809"/>
                    <a:pt x="387" y="798"/>
                    <a:pt x="410" y="775"/>
                  </a:cubicBezTo>
                  <a:lnTo>
                    <a:pt x="968" y="263"/>
                  </a:lnTo>
                  <a:cubicBezTo>
                    <a:pt x="990" y="241"/>
                    <a:pt x="1001" y="195"/>
                    <a:pt x="990" y="162"/>
                  </a:cubicBezTo>
                  <a:cubicBezTo>
                    <a:pt x="978" y="127"/>
                    <a:pt x="945" y="93"/>
                    <a:pt x="910" y="93"/>
                  </a:cubicBezTo>
                  <a:lnTo>
                    <a:pt x="114" y="2"/>
                  </a:lnTo>
                  <a:cubicBezTo>
                    <a:pt x="108" y="1"/>
                    <a:pt x="102" y="1"/>
                    <a:pt x="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60"/>
            <p:cNvSpPr/>
            <p:nvPr/>
          </p:nvSpPr>
          <p:spPr>
            <a:xfrm>
              <a:off x="4882503" y="2282739"/>
              <a:ext cx="95368" cy="72634"/>
            </a:xfrm>
            <a:custGeom>
              <a:avLst/>
              <a:gdLst/>
              <a:ahLst/>
              <a:cxnLst/>
              <a:rect l="l" t="t" r="r" b="b"/>
              <a:pathLst>
                <a:path w="1183" h="901" extrusionOk="0">
                  <a:moveTo>
                    <a:pt x="898" y="0"/>
                  </a:moveTo>
                  <a:cubicBezTo>
                    <a:pt x="875" y="0"/>
                    <a:pt x="852" y="9"/>
                    <a:pt x="831" y="24"/>
                  </a:cubicBezTo>
                  <a:lnTo>
                    <a:pt x="35" y="673"/>
                  </a:lnTo>
                  <a:cubicBezTo>
                    <a:pt x="12" y="695"/>
                    <a:pt x="1" y="741"/>
                    <a:pt x="12" y="786"/>
                  </a:cubicBezTo>
                  <a:cubicBezTo>
                    <a:pt x="23" y="820"/>
                    <a:pt x="58" y="855"/>
                    <a:pt x="103" y="855"/>
                  </a:cubicBezTo>
                  <a:lnTo>
                    <a:pt x="1081" y="900"/>
                  </a:lnTo>
                  <a:cubicBezTo>
                    <a:pt x="1137" y="900"/>
                    <a:pt x="1183" y="855"/>
                    <a:pt x="1183" y="797"/>
                  </a:cubicBezTo>
                  <a:cubicBezTo>
                    <a:pt x="1183" y="741"/>
                    <a:pt x="1137" y="695"/>
                    <a:pt x="1081" y="695"/>
                  </a:cubicBezTo>
                  <a:lnTo>
                    <a:pt x="364" y="661"/>
                  </a:lnTo>
                  <a:lnTo>
                    <a:pt x="955" y="173"/>
                  </a:lnTo>
                  <a:cubicBezTo>
                    <a:pt x="1001" y="138"/>
                    <a:pt x="1001" y="82"/>
                    <a:pt x="967" y="36"/>
                  </a:cubicBezTo>
                  <a:cubicBezTo>
                    <a:pt x="949" y="12"/>
                    <a:pt x="924" y="0"/>
                    <a:pt x="8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60"/>
            <p:cNvSpPr/>
            <p:nvPr/>
          </p:nvSpPr>
          <p:spPr>
            <a:xfrm>
              <a:off x="5797161" y="1912555"/>
              <a:ext cx="142124" cy="149541"/>
            </a:xfrm>
            <a:custGeom>
              <a:avLst/>
              <a:gdLst/>
              <a:ahLst/>
              <a:cxnLst/>
              <a:rect l="l" t="t" r="r" b="b"/>
              <a:pathLst>
                <a:path w="1763" h="1855" extrusionOk="0">
                  <a:moveTo>
                    <a:pt x="0" y="1"/>
                  </a:moveTo>
                  <a:lnTo>
                    <a:pt x="0" y="1854"/>
                  </a:lnTo>
                  <a:lnTo>
                    <a:pt x="1763" y="1854"/>
                  </a:lnTo>
                  <a:lnTo>
                    <a:pt x="1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60"/>
            <p:cNvSpPr/>
            <p:nvPr/>
          </p:nvSpPr>
          <p:spPr>
            <a:xfrm>
              <a:off x="5822797" y="1938191"/>
              <a:ext cx="99076" cy="20315"/>
            </a:xfrm>
            <a:custGeom>
              <a:avLst/>
              <a:gdLst/>
              <a:ahLst/>
              <a:cxnLst/>
              <a:rect l="l" t="t" r="r" b="b"/>
              <a:pathLst>
                <a:path w="1229" h="252" extrusionOk="0">
                  <a:moveTo>
                    <a:pt x="103" y="1"/>
                  </a:moveTo>
                  <a:cubicBezTo>
                    <a:pt x="46" y="1"/>
                    <a:pt x="1" y="36"/>
                    <a:pt x="1" y="92"/>
                  </a:cubicBezTo>
                  <a:cubicBezTo>
                    <a:pt x="1" y="149"/>
                    <a:pt x="35" y="195"/>
                    <a:pt x="91" y="206"/>
                  </a:cubicBezTo>
                  <a:lnTo>
                    <a:pt x="1115" y="251"/>
                  </a:lnTo>
                  <a:lnTo>
                    <a:pt x="1126" y="251"/>
                  </a:lnTo>
                  <a:cubicBezTo>
                    <a:pt x="1172" y="251"/>
                    <a:pt x="1217" y="206"/>
                    <a:pt x="1228" y="149"/>
                  </a:cubicBezTo>
                  <a:cubicBezTo>
                    <a:pt x="1228" y="92"/>
                    <a:pt x="1183" y="46"/>
                    <a:pt x="1126" y="46"/>
                  </a:cubicBezTo>
                  <a:lnTo>
                    <a:pt x="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60"/>
            <p:cNvSpPr/>
            <p:nvPr/>
          </p:nvSpPr>
          <p:spPr>
            <a:xfrm>
              <a:off x="5822797" y="1968341"/>
              <a:ext cx="99076" cy="19428"/>
            </a:xfrm>
            <a:custGeom>
              <a:avLst/>
              <a:gdLst/>
              <a:ahLst/>
              <a:cxnLst/>
              <a:rect l="l" t="t" r="r" b="b"/>
              <a:pathLst>
                <a:path w="1229" h="241" extrusionOk="0">
                  <a:moveTo>
                    <a:pt x="85" y="1"/>
                  </a:moveTo>
                  <a:cubicBezTo>
                    <a:pt x="37" y="1"/>
                    <a:pt x="1" y="42"/>
                    <a:pt x="1" y="94"/>
                  </a:cubicBezTo>
                  <a:cubicBezTo>
                    <a:pt x="1" y="150"/>
                    <a:pt x="35" y="195"/>
                    <a:pt x="91" y="195"/>
                  </a:cubicBezTo>
                  <a:lnTo>
                    <a:pt x="1115" y="241"/>
                  </a:lnTo>
                  <a:lnTo>
                    <a:pt x="1126" y="241"/>
                  </a:lnTo>
                  <a:cubicBezTo>
                    <a:pt x="1172" y="241"/>
                    <a:pt x="1217" y="207"/>
                    <a:pt x="1228" y="150"/>
                  </a:cubicBezTo>
                  <a:cubicBezTo>
                    <a:pt x="1228" y="94"/>
                    <a:pt x="1183" y="48"/>
                    <a:pt x="1126" y="48"/>
                  </a:cubicBezTo>
                  <a:lnTo>
                    <a:pt x="103" y="3"/>
                  </a:lnTo>
                  <a:cubicBezTo>
                    <a:pt x="97" y="1"/>
                    <a:pt x="91" y="1"/>
                    <a:pt x="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60"/>
            <p:cNvSpPr/>
            <p:nvPr/>
          </p:nvSpPr>
          <p:spPr>
            <a:xfrm>
              <a:off x="5822797" y="1997846"/>
              <a:ext cx="99076" cy="20234"/>
            </a:xfrm>
            <a:custGeom>
              <a:avLst/>
              <a:gdLst/>
              <a:ahLst/>
              <a:cxnLst/>
              <a:rect l="l" t="t" r="r" b="b"/>
              <a:pathLst>
                <a:path w="1229" h="251" extrusionOk="0">
                  <a:moveTo>
                    <a:pt x="103" y="0"/>
                  </a:moveTo>
                  <a:cubicBezTo>
                    <a:pt x="46" y="0"/>
                    <a:pt x="1" y="46"/>
                    <a:pt x="1" y="102"/>
                  </a:cubicBezTo>
                  <a:cubicBezTo>
                    <a:pt x="1" y="160"/>
                    <a:pt x="35" y="205"/>
                    <a:pt x="91" y="205"/>
                  </a:cubicBezTo>
                  <a:lnTo>
                    <a:pt x="1115" y="251"/>
                  </a:lnTo>
                  <a:lnTo>
                    <a:pt x="1126" y="251"/>
                  </a:lnTo>
                  <a:cubicBezTo>
                    <a:pt x="1172" y="251"/>
                    <a:pt x="1217" y="205"/>
                    <a:pt x="1228" y="160"/>
                  </a:cubicBezTo>
                  <a:cubicBezTo>
                    <a:pt x="1228" y="102"/>
                    <a:pt x="1183" y="57"/>
                    <a:pt x="1126" y="46"/>
                  </a:cubicBezTo>
                  <a:lnTo>
                    <a:pt x="1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0"/>
            <p:cNvSpPr/>
            <p:nvPr/>
          </p:nvSpPr>
          <p:spPr>
            <a:xfrm>
              <a:off x="5571681" y="2114173"/>
              <a:ext cx="158650" cy="165986"/>
            </a:xfrm>
            <a:custGeom>
              <a:avLst/>
              <a:gdLst/>
              <a:ahLst/>
              <a:cxnLst/>
              <a:rect l="l" t="t" r="r" b="b"/>
              <a:pathLst>
                <a:path w="1968" h="2059" extrusionOk="0">
                  <a:moveTo>
                    <a:pt x="1751" y="1"/>
                  </a:moveTo>
                  <a:lnTo>
                    <a:pt x="1" y="205"/>
                  </a:lnTo>
                  <a:lnTo>
                    <a:pt x="217" y="2059"/>
                  </a:lnTo>
                  <a:lnTo>
                    <a:pt x="1968" y="1842"/>
                  </a:lnTo>
                  <a:lnTo>
                    <a:pt x="17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60"/>
            <p:cNvSpPr/>
            <p:nvPr/>
          </p:nvSpPr>
          <p:spPr>
            <a:xfrm>
              <a:off x="5601025" y="2146339"/>
              <a:ext cx="99076" cy="22008"/>
            </a:xfrm>
            <a:custGeom>
              <a:avLst/>
              <a:gdLst/>
              <a:ahLst/>
              <a:cxnLst/>
              <a:rect l="l" t="t" r="r" b="b"/>
              <a:pathLst>
                <a:path w="1229" h="273" extrusionOk="0">
                  <a:moveTo>
                    <a:pt x="1114" y="0"/>
                  </a:moveTo>
                  <a:lnTo>
                    <a:pt x="91" y="79"/>
                  </a:lnTo>
                  <a:cubicBezTo>
                    <a:pt x="35" y="79"/>
                    <a:pt x="0" y="125"/>
                    <a:pt x="0" y="182"/>
                  </a:cubicBezTo>
                  <a:cubicBezTo>
                    <a:pt x="0" y="238"/>
                    <a:pt x="46" y="273"/>
                    <a:pt x="103" y="273"/>
                  </a:cubicBezTo>
                  <a:lnTo>
                    <a:pt x="1126" y="205"/>
                  </a:lnTo>
                  <a:cubicBezTo>
                    <a:pt x="1183" y="205"/>
                    <a:pt x="1228" y="147"/>
                    <a:pt x="1217" y="102"/>
                  </a:cubicBezTo>
                  <a:cubicBezTo>
                    <a:pt x="1217" y="46"/>
                    <a:pt x="1172" y="0"/>
                    <a:pt x="11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60"/>
            <p:cNvSpPr/>
            <p:nvPr/>
          </p:nvSpPr>
          <p:spPr>
            <a:xfrm>
              <a:off x="5603766" y="2176408"/>
              <a:ext cx="99963" cy="22169"/>
            </a:xfrm>
            <a:custGeom>
              <a:avLst/>
              <a:gdLst/>
              <a:ahLst/>
              <a:cxnLst/>
              <a:rect l="l" t="t" r="r" b="b"/>
              <a:pathLst>
                <a:path w="1240" h="275" extrusionOk="0">
                  <a:moveTo>
                    <a:pt x="1143" y="0"/>
                  </a:moveTo>
                  <a:cubicBezTo>
                    <a:pt x="1137" y="0"/>
                    <a:pt x="1132" y="1"/>
                    <a:pt x="1126" y="2"/>
                  </a:cubicBezTo>
                  <a:lnTo>
                    <a:pt x="103" y="70"/>
                  </a:lnTo>
                  <a:cubicBezTo>
                    <a:pt x="46" y="82"/>
                    <a:pt x="1" y="127"/>
                    <a:pt x="12" y="184"/>
                  </a:cubicBezTo>
                  <a:cubicBezTo>
                    <a:pt x="12" y="229"/>
                    <a:pt x="57" y="275"/>
                    <a:pt x="115" y="275"/>
                  </a:cubicBezTo>
                  <a:lnTo>
                    <a:pt x="1138" y="196"/>
                  </a:lnTo>
                  <a:cubicBezTo>
                    <a:pt x="1194" y="196"/>
                    <a:pt x="1240" y="150"/>
                    <a:pt x="1229" y="93"/>
                  </a:cubicBezTo>
                  <a:cubicBezTo>
                    <a:pt x="1229" y="42"/>
                    <a:pt x="1192" y="0"/>
                    <a:pt x="11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0"/>
            <p:cNvSpPr/>
            <p:nvPr/>
          </p:nvSpPr>
          <p:spPr>
            <a:xfrm>
              <a:off x="5607474" y="2205832"/>
              <a:ext cx="99076" cy="22089"/>
            </a:xfrm>
            <a:custGeom>
              <a:avLst/>
              <a:gdLst/>
              <a:ahLst/>
              <a:cxnLst/>
              <a:rect l="l" t="t" r="r" b="b"/>
              <a:pathLst>
                <a:path w="1229" h="274" extrusionOk="0">
                  <a:moveTo>
                    <a:pt x="1125" y="1"/>
                  </a:moveTo>
                  <a:lnTo>
                    <a:pt x="102" y="81"/>
                  </a:lnTo>
                  <a:cubicBezTo>
                    <a:pt x="46" y="81"/>
                    <a:pt x="0" y="126"/>
                    <a:pt x="11" y="182"/>
                  </a:cubicBezTo>
                  <a:cubicBezTo>
                    <a:pt x="11" y="240"/>
                    <a:pt x="57" y="273"/>
                    <a:pt x="102" y="273"/>
                  </a:cubicBezTo>
                  <a:lnTo>
                    <a:pt x="114" y="273"/>
                  </a:lnTo>
                  <a:lnTo>
                    <a:pt x="1137" y="205"/>
                  </a:lnTo>
                  <a:cubicBezTo>
                    <a:pt x="1194" y="205"/>
                    <a:pt x="1228" y="149"/>
                    <a:pt x="1228" y="92"/>
                  </a:cubicBezTo>
                  <a:cubicBezTo>
                    <a:pt x="1228" y="46"/>
                    <a:pt x="1183" y="1"/>
                    <a:pt x="11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60"/>
            <p:cNvSpPr/>
            <p:nvPr/>
          </p:nvSpPr>
          <p:spPr>
            <a:xfrm>
              <a:off x="4833973" y="2368997"/>
              <a:ext cx="159537" cy="165986"/>
            </a:xfrm>
            <a:custGeom>
              <a:avLst/>
              <a:gdLst/>
              <a:ahLst/>
              <a:cxnLst/>
              <a:rect l="l" t="t" r="r" b="b"/>
              <a:pathLst>
                <a:path w="1979" h="2059" extrusionOk="0">
                  <a:moveTo>
                    <a:pt x="1751" y="0"/>
                  </a:moveTo>
                  <a:lnTo>
                    <a:pt x="0" y="205"/>
                  </a:lnTo>
                  <a:lnTo>
                    <a:pt x="216" y="2058"/>
                  </a:lnTo>
                  <a:lnTo>
                    <a:pt x="1979" y="1842"/>
                  </a:lnTo>
                  <a:lnTo>
                    <a:pt x="17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60"/>
            <p:cNvSpPr/>
            <p:nvPr/>
          </p:nvSpPr>
          <p:spPr>
            <a:xfrm>
              <a:off x="4863317" y="2401082"/>
              <a:ext cx="99076" cy="22089"/>
            </a:xfrm>
            <a:custGeom>
              <a:avLst/>
              <a:gdLst/>
              <a:ahLst/>
              <a:cxnLst/>
              <a:rect l="l" t="t" r="r" b="b"/>
              <a:pathLst>
                <a:path w="1229" h="274" extrusionOk="0">
                  <a:moveTo>
                    <a:pt x="1114" y="1"/>
                  </a:moveTo>
                  <a:lnTo>
                    <a:pt x="91" y="80"/>
                  </a:lnTo>
                  <a:cubicBezTo>
                    <a:pt x="34" y="80"/>
                    <a:pt x="0" y="125"/>
                    <a:pt x="0" y="182"/>
                  </a:cubicBezTo>
                  <a:cubicBezTo>
                    <a:pt x="0" y="239"/>
                    <a:pt x="46" y="273"/>
                    <a:pt x="102" y="273"/>
                  </a:cubicBezTo>
                  <a:lnTo>
                    <a:pt x="1125" y="205"/>
                  </a:lnTo>
                  <a:cubicBezTo>
                    <a:pt x="1183" y="193"/>
                    <a:pt x="1228" y="148"/>
                    <a:pt x="1216" y="91"/>
                  </a:cubicBezTo>
                  <a:cubicBezTo>
                    <a:pt x="1216" y="34"/>
                    <a:pt x="1171" y="1"/>
                    <a:pt x="11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60"/>
            <p:cNvSpPr/>
            <p:nvPr/>
          </p:nvSpPr>
          <p:spPr>
            <a:xfrm>
              <a:off x="4865977" y="2431151"/>
              <a:ext cx="100043" cy="22250"/>
            </a:xfrm>
            <a:custGeom>
              <a:avLst/>
              <a:gdLst/>
              <a:ahLst/>
              <a:cxnLst/>
              <a:rect l="l" t="t" r="r" b="b"/>
              <a:pathLst>
                <a:path w="1241" h="276" extrusionOk="0">
                  <a:moveTo>
                    <a:pt x="1143" y="1"/>
                  </a:moveTo>
                  <a:cubicBezTo>
                    <a:pt x="1138" y="1"/>
                    <a:pt x="1132" y="1"/>
                    <a:pt x="1127" y="2"/>
                  </a:cubicBezTo>
                  <a:lnTo>
                    <a:pt x="104" y="70"/>
                  </a:lnTo>
                  <a:cubicBezTo>
                    <a:pt x="46" y="82"/>
                    <a:pt x="1" y="128"/>
                    <a:pt x="13" y="184"/>
                  </a:cubicBezTo>
                  <a:cubicBezTo>
                    <a:pt x="13" y="230"/>
                    <a:pt x="58" y="275"/>
                    <a:pt x="115" y="275"/>
                  </a:cubicBezTo>
                  <a:lnTo>
                    <a:pt x="1138" y="196"/>
                  </a:lnTo>
                  <a:cubicBezTo>
                    <a:pt x="1195" y="196"/>
                    <a:pt x="1240" y="150"/>
                    <a:pt x="1229" y="93"/>
                  </a:cubicBezTo>
                  <a:cubicBezTo>
                    <a:pt x="1229" y="42"/>
                    <a:pt x="1192" y="1"/>
                    <a:pt x="1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60"/>
            <p:cNvSpPr/>
            <p:nvPr/>
          </p:nvSpPr>
          <p:spPr>
            <a:xfrm>
              <a:off x="4869685" y="2460657"/>
              <a:ext cx="99076" cy="22008"/>
            </a:xfrm>
            <a:custGeom>
              <a:avLst/>
              <a:gdLst/>
              <a:ahLst/>
              <a:cxnLst/>
              <a:rect l="l" t="t" r="r" b="b"/>
              <a:pathLst>
                <a:path w="1229" h="273" extrusionOk="0">
                  <a:moveTo>
                    <a:pt x="1126" y="0"/>
                  </a:moveTo>
                  <a:lnTo>
                    <a:pt x="103" y="80"/>
                  </a:lnTo>
                  <a:cubicBezTo>
                    <a:pt x="46" y="80"/>
                    <a:pt x="0" y="126"/>
                    <a:pt x="12" y="182"/>
                  </a:cubicBezTo>
                  <a:cubicBezTo>
                    <a:pt x="12" y="239"/>
                    <a:pt x="58" y="273"/>
                    <a:pt x="103" y="273"/>
                  </a:cubicBezTo>
                  <a:lnTo>
                    <a:pt x="114" y="273"/>
                  </a:lnTo>
                  <a:lnTo>
                    <a:pt x="1137" y="205"/>
                  </a:lnTo>
                  <a:cubicBezTo>
                    <a:pt x="1194" y="194"/>
                    <a:pt x="1228" y="148"/>
                    <a:pt x="1228" y="91"/>
                  </a:cubicBezTo>
                  <a:cubicBezTo>
                    <a:pt x="1228" y="35"/>
                    <a:pt x="1183" y="0"/>
                    <a:pt x="11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60"/>
            <p:cNvSpPr/>
            <p:nvPr/>
          </p:nvSpPr>
          <p:spPr>
            <a:xfrm>
              <a:off x="5553381" y="2665902"/>
              <a:ext cx="157683" cy="164132"/>
            </a:xfrm>
            <a:custGeom>
              <a:avLst/>
              <a:gdLst/>
              <a:ahLst/>
              <a:cxnLst/>
              <a:rect l="l" t="t" r="r" b="b"/>
              <a:pathLst>
                <a:path w="1956" h="2036" extrusionOk="0">
                  <a:moveTo>
                    <a:pt x="205" y="1"/>
                  </a:moveTo>
                  <a:lnTo>
                    <a:pt x="0" y="1842"/>
                  </a:lnTo>
                  <a:lnTo>
                    <a:pt x="1763" y="2036"/>
                  </a:lnTo>
                  <a:lnTo>
                    <a:pt x="1956" y="182"/>
                  </a:lnTo>
                  <a:lnTo>
                    <a:pt x="2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60"/>
            <p:cNvSpPr/>
            <p:nvPr/>
          </p:nvSpPr>
          <p:spPr>
            <a:xfrm>
              <a:off x="5590948" y="2694359"/>
              <a:ext cx="99076" cy="29424"/>
            </a:xfrm>
            <a:custGeom>
              <a:avLst/>
              <a:gdLst/>
              <a:ahLst/>
              <a:cxnLst/>
              <a:rect l="l" t="t" r="r" b="b"/>
              <a:pathLst>
                <a:path w="1229" h="365" extrusionOk="0">
                  <a:moveTo>
                    <a:pt x="125" y="0"/>
                  </a:moveTo>
                  <a:cubicBezTo>
                    <a:pt x="69" y="0"/>
                    <a:pt x="12" y="34"/>
                    <a:pt x="12" y="91"/>
                  </a:cubicBezTo>
                  <a:cubicBezTo>
                    <a:pt x="1" y="148"/>
                    <a:pt x="34" y="193"/>
                    <a:pt x="92" y="205"/>
                  </a:cubicBezTo>
                  <a:lnTo>
                    <a:pt x="1103" y="352"/>
                  </a:lnTo>
                  <a:cubicBezTo>
                    <a:pt x="1103" y="364"/>
                    <a:pt x="1115" y="364"/>
                    <a:pt x="1115" y="364"/>
                  </a:cubicBezTo>
                  <a:cubicBezTo>
                    <a:pt x="1171" y="364"/>
                    <a:pt x="1206" y="319"/>
                    <a:pt x="1217" y="273"/>
                  </a:cubicBezTo>
                  <a:cubicBezTo>
                    <a:pt x="1229" y="216"/>
                    <a:pt x="1183" y="171"/>
                    <a:pt x="1138" y="160"/>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60"/>
            <p:cNvSpPr/>
            <p:nvPr/>
          </p:nvSpPr>
          <p:spPr>
            <a:xfrm>
              <a:off x="5587320" y="2724429"/>
              <a:ext cx="99076" cy="28699"/>
            </a:xfrm>
            <a:custGeom>
              <a:avLst/>
              <a:gdLst/>
              <a:ahLst/>
              <a:cxnLst/>
              <a:rect l="l" t="t" r="r" b="b"/>
              <a:pathLst>
                <a:path w="1229" h="356" extrusionOk="0">
                  <a:moveTo>
                    <a:pt x="104" y="0"/>
                  </a:moveTo>
                  <a:cubicBezTo>
                    <a:pt x="58" y="0"/>
                    <a:pt x="22" y="32"/>
                    <a:pt x="11" y="82"/>
                  </a:cubicBezTo>
                  <a:cubicBezTo>
                    <a:pt x="0" y="139"/>
                    <a:pt x="46" y="196"/>
                    <a:pt x="102" y="196"/>
                  </a:cubicBezTo>
                  <a:lnTo>
                    <a:pt x="1114" y="355"/>
                  </a:lnTo>
                  <a:lnTo>
                    <a:pt x="1125" y="355"/>
                  </a:lnTo>
                  <a:cubicBezTo>
                    <a:pt x="1171" y="355"/>
                    <a:pt x="1216" y="320"/>
                    <a:pt x="1228" y="275"/>
                  </a:cubicBezTo>
                  <a:cubicBezTo>
                    <a:pt x="1228" y="219"/>
                    <a:pt x="1194" y="161"/>
                    <a:pt x="1137" y="150"/>
                  </a:cubicBezTo>
                  <a:lnTo>
                    <a:pt x="125" y="2"/>
                  </a:lnTo>
                  <a:cubicBezTo>
                    <a:pt x="118" y="1"/>
                    <a:pt x="111"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0"/>
            <p:cNvSpPr/>
            <p:nvPr/>
          </p:nvSpPr>
          <p:spPr>
            <a:xfrm>
              <a:off x="5584499" y="2753853"/>
              <a:ext cx="99076" cy="29424"/>
            </a:xfrm>
            <a:custGeom>
              <a:avLst/>
              <a:gdLst/>
              <a:ahLst/>
              <a:cxnLst/>
              <a:rect l="l" t="t" r="r" b="b"/>
              <a:pathLst>
                <a:path w="1229" h="365" extrusionOk="0">
                  <a:moveTo>
                    <a:pt x="126" y="1"/>
                  </a:moveTo>
                  <a:cubicBezTo>
                    <a:pt x="69" y="1"/>
                    <a:pt x="13" y="35"/>
                    <a:pt x="13" y="92"/>
                  </a:cubicBezTo>
                  <a:cubicBezTo>
                    <a:pt x="1" y="149"/>
                    <a:pt x="35" y="195"/>
                    <a:pt x="92" y="206"/>
                  </a:cubicBezTo>
                  <a:lnTo>
                    <a:pt x="1104" y="365"/>
                  </a:lnTo>
                  <a:lnTo>
                    <a:pt x="1115" y="365"/>
                  </a:lnTo>
                  <a:cubicBezTo>
                    <a:pt x="1172" y="365"/>
                    <a:pt x="1206" y="319"/>
                    <a:pt x="1218" y="274"/>
                  </a:cubicBezTo>
                  <a:cubicBezTo>
                    <a:pt x="1229" y="217"/>
                    <a:pt x="1195" y="172"/>
                    <a:pt x="1138" y="160"/>
                  </a:cubicBezTo>
                  <a:lnTo>
                    <a:pt x="1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0"/>
            <p:cNvSpPr/>
            <p:nvPr/>
          </p:nvSpPr>
          <p:spPr>
            <a:xfrm>
              <a:off x="4751504" y="2940880"/>
              <a:ext cx="1995141" cy="51352"/>
            </a:xfrm>
            <a:custGeom>
              <a:avLst/>
              <a:gdLst/>
              <a:ahLst/>
              <a:cxnLst/>
              <a:rect l="l" t="t" r="r" b="b"/>
              <a:pathLst>
                <a:path w="24749" h="637" extrusionOk="0">
                  <a:moveTo>
                    <a:pt x="0" y="0"/>
                  </a:moveTo>
                  <a:lnTo>
                    <a:pt x="0" y="637"/>
                  </a:lnTo>
                  <a:lnTo>
                    <a:pt x="24749" y="637"/>
                  </a:lnTo>
                  <a:lnTo>
                    <a:pt x="247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0"/>
            <p:cNvSpPr/>
            <p:nvPr/>
          </p:nvSpPr>
          <p:spPr>
            <a:xfrm>
              <a:off x="4746828" y="2937172"/>
              <a:ext cx="2004492" cy="58768"/>
            </a:xfrm>
            <a:custGeom>
              <a:avLst/>
              <a:gdLst/>
              <a:ahLst/>
              <a:cxnLst/>
              <a:rect l="l" t="t" r="r" b="b"/>
              <a:pathLst>
                <a:path w="24865" h="729" extrusionOk="0">
                  <a:moveTo>
                    <a:pt x="24761" y="92"/>
                  </a:moveTo>
                  <a:lnTo>
                    <a:pt x="24761" y="626"/>
                  </a:lnTo>
                  <a:lnTo>
                    <a:pt x="104" y="626"/>
                  </a:lnTo>
                  <a:lnTo>
                    <a:pt x="104" y="92"/>
                  </a:lnTo>
                  <a:close/>
                  <a:moveTo>
                    <a:pt x="58" y="1"/>
                  </a:moveTo>
                  <a:cubicBezTo>
                    <a:pt x="24" y="1"/>
                    <a:pt x="1" y="23"/>
                    <a:pt x="1" y="46"/>
                  </a:cubicBezTo>
                  <a:lnTo>
                    <a:pt x="1" y="683"/>
                  </a:lnTo>
                  <a:cubicBezTo>
                    <a:pt x="1" y="705"/>
                    <a:pt x="24" y="728"/>
                    <a:pt x="58" y="728"/>
                  </a:cubicBezTo>
                  <a:lnTo>
                    <a:pt x="24807" y="728"/>
                  </a:lnTo>
                  <a:cubicBezTo>
                    <a:pt x="24841" y="728"/>
                    <a:pt x="24864" y="705"/>
                    <a:pt x="24864" y="683"/>
                  </a:cubicBezTo>
                  <a:lnTo>
                    <a:pt x="24864" y="46"/>
                  </a:lnTo>
                  <a:cubicBezTo>
                    <a:pt x="24864" y="23"/>
                    <a:pt x="24841" y="1"/>
                    <a:pt x="248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0"/>
            <p:cNvSpPr/>
            <p:nvPr/>
          </p:nvSpPr>
          <p:spPr>
            <a:xfrm>
              <a:off x="7218645" y="3211263"/>
              <a:ext cx="372119" cy="196217"/>
            </a:xfrm>
            <a:custGeom>
              <a:avLst/>
              <a:gdLst/>
              <a:ahLst/>
              <a:cxnLst/>
              <a:rect l="l" t="t" r="r" b="b"/>
              <a:pathLst>
                <a:path w="4616" h="2434" extrusionOk="0">
                  <a:moveTo>
                    <a:pt x="534" y="0"/>
                  </a:moveTo>
                  <a:lnTo>
                    <a:pt x="534" y="1183"/>
                  </a:lnTo>
                  <a:cubicBezTo>
                    <a:pt x="534" y="1569"/>
                    <a:pt x="398" y="1944"/>
                    <a:pt x="147" y="2251"/>
                  </a:cubicBezTo>
                  <a:lnTo>
                    <a:pt x="0" y="2433"/>
                  </a:lnTo>
                  <a:lnTo>
                    <a:pt x="4616" y="2433"/>
                  </a:lnTo>
                  <a:lnTo>
                    <a:pt x="4467" y="2251"/>
                  </a:lnTo>
                  <a:cubicBezTo>
                    <a:pt x="4217" y="1944"/>
                    <a:pt x="4081" y="1569"/>
                    <a:pt x="4081" y="1183"/>
                  </a:cubicBezTo>
                  <a:lnTo>
                    <a:pt x="40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0"/>
            <p:cNvSpPr/>
            <p:nvPr/>
          </p:nvSpPr>
          <p:spPr>
            <a:xfrm>
              <a:off x="7213970" y="3207554"/>
              <a:ext cx="381390" cy="204440"/>
            </a:xfrm>
            <a:custGeom>
              <a:avLst/>
              <a:gdLst/>
              <a:ahLst/>
              <a:cxnLst/>
              <a:rect l="l" t="t" r="r" b="b"/>
              <a:pathLst>
                <a:path w="4731" h="2536" extrusionOk="0">
                  <a:moveTo>
                    <a:pt x="4093" y="103"/>
                  </a:moveTo>
                  <a:lnTo>
                    <a:pt x="4093" y="1229"/>
                  </a:lnTo>
                  <a:cubicBezTo>
                    <a:pt x="4093" y="1626"/>
                    <a:pt x="4230" y="2013"/>
                    <a:pt x="4480" y="2320"/>
                  </a:cubicBezTo>
                  <a:lnTo>
                    <a:pt x="4571" y="2434"/>
                  </a:lnTo>
                  <a:lnTo>
                    <a:pt x="160" y="2434"/>
                  </a:lnTo>
                  <a:lnTo>
                    <a:pt x="251" y="2320"/>
                  </a:lnTo>
                  <a:cubicBezTo>
                    <a:pt x="501" y="2013"/>
                    <a:pt x="637" y="1626"/>
                    <a:pt x="637" y="1229"/>
                  </a:cubicBezTo>
                  <a:lnTo>
                    <a:pt x="637" y="103"/>
                  </a:lnTo>
                  <a:close/>
                  <a:moveTo>
                    <a:pt x="592" y="1"/>
                  </a:moveTo>
                  <a:cubicBezTo>
                    <a:pt x="558" y="1"/>
                    <a:pt x="536" y="24"/>
                    <a:pt x="536" y="46"/>
                  </a:cubicBezTo>
                  <a:lnTo>
                    <a:pt x="536" y="1229"/>
                  </a:lnTo>
                  <a:cubicBezTo>
                    <a:pt x="536" y="1603"/>
                    <a:pt x="410" y="1967"/>
                    <a:pt x="172" y="2263"/>
                  </a:cubicBezTo>
                  <a:lnTo>
                    <a:pt x="13" y="2456"/>
                  </a:lnTo>
                  <a:cubicBezTo>
                    <a:pt x="1" y="2467"/>
                    <a:pt x="1" y="2490"/>
                    <a:pt x="13" y="2502"/>
                  </a:cubicBezTo>
                  <a:cubicBezTo>
                    <a:pt x="13" y="2525"/>
                    <a:pt x="35" y="2535"/>
                    <a:pt x="58" y="2535"/>
                  </a:cubicBezTo>
                  <a:lnTo>
                    <a:pt x="4674" y="2535"/>
                  </a:lnTo>
                  <a:cubicBezTo>
                    <a:pt x="4696" y="2535"/>
                    <a:pt x="4707" y="2525"/>
                    <a:pt x="4719" y="2502"/>
                  </a:cubicBezTo>
                  <a:cubicBezTo>
                    <a:pt x="4730" y="2490"/>
                    <a:pt x="4730" y="2467"/>
                    <a:pt x="4719" y="2456"/>
                  </a:cubicBezTo>
                  <a:lnTo>
                    <a:pt x="4560" y="2263"/>
                  </a:lnTo>
                  <a:cubicBezTo>
                    <a:pt x="4321" y="1967"/>
                    <a:pt x="4196" y="1603"/>
                    <a:pt x="4196" y="1229"/>
                  </a:cubicBezTo>
                  <a:lnTo>
                    <a:pt x="4196" y="46"/>
                  </a:lnTo>
                  <a:cubicBezTo>
                    <a:pt x="4196" y="24"/>
                    <a:pt x="4174" y="1"/>
                    <a:pt x="4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0"/>
            <p:cNvSpPr/>
            <p:nvPr/>
          </p:nvSpPr>
          <p:spPr>
            <a:xfrm>
              <a:off x="7202119" y="3211263"/>
              <a:ext cx="372199" cy="196217"/>
            </a:xfrm>
            <a:custGeom>
              <a:avLst/>
              <a:gdLst/>
              <a:ahLst/>
              <a:cxnLst/>
              <a:rect l="l" t="t" r="r" b="b"/>
              <a:pathLst>
                <a:path w="4617" h="2434" extrusionOk="0">
                  <a:moveTo>
                    <a:pt x="534" y="0"/>
                  </a:moveTo>
                  <a:lnTo>
                    <a:pt x="534" y="1183"/>
                  </a:lnTo>
                  <a:cubicBezTo>
                    <a:pt x="534" y="1569"/>
                    <a:pt x="398" y="1944"/>
                    <a:pt x="160" y="2251"/>
                  </a:cubicBezTo>
                  <a:lnTo>
                    <a:pt x="0" y="2433"/>
                  </a:lnTo>
                  <a:lnTo>
                    <a:pt x="4616" y="2433"/>
                  </a:lnTo>
                  <a:lnTo>
                    <a:pt x="4468" y="2251"/>
                  </a:lnTo>
                  <a:cubicBezTo>
                    <a:pt x="4218" y="1944"/>
                    <a:pt x="4093" y="1569"/>
                    <a:pt x="4093" y="1183"/>
                  </a:cubicBezTo>
                  <a:lnTo>
                    <a:pt x="40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0"/>
            <p:cNvSpPr/>
            <p:nvPr/>
          </p:nvSpPr>
          <p:spPr>
            <a:xfrm>
              <a:off x="7197524" y="3207554"/>
              <a:ext cx="381309" cy="204440"/>
            </a:xfrm>
            <a:custGeom>
              <a:avLst/>
              <a:gdLst/>
              <a:ahLst/>
              <a:cxnLst/>
              <a:rect l="l" t="t" r="r" b="b"/>
              <a:pathLst>
                <a:path w="4730" h="2536" extrusionOk="0">
                  <a:moveTo>
                    <a:pt x="4093" y="103"/>
                  </a:moveTo>
                  <a:lnTo>
                    <a:pt x="4093" y="1229"/>
                  </a:lnTo>
                  <a:cubicBezTo>
                    <a:pt x="4093" y="1626"/>
                    <a:pt x="4229" y="2013"/>
                    <a:pt x="4479" y="2320"/>
                  </a:cubicBezTo>
                  <a:lnTo>
                    <a:pt x="4570" y="2434"/>
                  </a:lnTo>
                  <a:lnTo>
                    <a:pt x="159" y="2434"/>
                  </a:lnTo>
                  <a:lnTo>
                    <a:pt x="250" y="2320"/>
                  </a:lnTo>
                  <a:cubicBezTo>
                    <a:pt x="500" y="2013"/>
                    <a:pt x="637" y="1626"/>
                    <a:pt x="637" y="1229"/>
                  </a:cubicBezTo>
                  <a:lnTo>
                    <a:pt x="637" y="103"/>
                  </a:lnTo>
                  <a:close/>
                  <a:moveTo>
                    <a:pt x="591" y="1"/>
                  </a:moveTo>
                  <a:cubicBezTo>
                    <a:pt x="558" y="1"/>
                    <a:pt x="535" y="24"/>
                    <a:pt x="535" y="46"/>
                  </a:cubicBezTo>
                  <a:lnTo>
                    <a:pt x="535" y="1229"/>
                  </a:lnTo>
                  <a:cubicBezTo>
                    <a:pt x="535" y="1603"/>
                    <a:pt x="409" y="1967"/>
                    <a:pt x="171" y="2263"/>
                  </a:cubicBezTo>
                  <a:lnTo>
                    <a:pt x="12" y="2456"/>
                  </a:lnTo>
                  <a:cubicBezTo>
                    <a:pt x="0" y="2467"/>
                    <a:pt x="0" y="2490"/>
                    <a:pt x="12" y="2502"/>
                  </a:cubicBezTo>
                  <a:cubicBezTo>
                    <a:pt x="23" y="2525"/>
                    <a:pt x="35" y="2535"/>
                    <a:pt x="57" y="2535"/>
                  </a:cubicBezTo>
                  <a:lnTo>
                    <a:pt x="4673" y="2535"/>
                  </a:lnTo>
                  <a:cubicBezTo>
                    <a:pt x="4696" y="2535"/>
                    <a:pt x="4719" y="2525"/>
                    <a:pt x="4719" y="2502"/>
                  </a:cubicBezTo>
                  <a:cubicBezTo>
                    <a:pt x="4729" y="2490"/>
                    <a:pt x="4729" y="2467"/>
                    <a:pt x="4719" y="2456"/>
                  </a:cubicBezTo>
                  <a:lnTo>
                    <a:pt x="4559" y="2263"/>
                  </a:lnTo>
                  <a:cubicBezTo>
                    <a:pt x="4320" y="1967"/>
                    <a:pt x="4196" y="1603"/>
                    <a:pt x="4196" y="1229"/>
                  </a:cubicBezTo>
                  <a:lnTo>
                    <a:pt x="4196" y="46"/>
                  </a:lnTo>
                  <a:cubicBezTo>
                    <a:pt x="4196" y="24"/>
                    <a:pt x="4173" y="1"/>
                    <a:pt x="41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0"/>
            <p:cNvSpPr/>
            <p:nvPr/>
          </p:nvSpPr>
          <p:spPr>
            <a:xfrm>
              <a:off x="7246135" y="3238752"/>
              <a:ext cx="287796" cy="28457"/>
            </a:xfrm>
            <a:custGeom>
              <a:avLst/>
              <a:gdLst/>
              <a:ahLst/>
              <a:cxnLst/>
              <a:rect l="l" t="t" r="r" b="b"/>
              <a:pathLst>
                <a:path w="3570" h="353" extrusionOk="0">
                  <a:moveTo>
                    <a:pt x="0" y="0"/>
                  </a:moveTo>
                  <a:lnTo>
                    <a:pt x="0" y="352"/>
                  </a:lnTo>
                  <a:lnTo>
                    <a:pt x="3570" y="352"/>
                  </a:lnTo>
                  <a:lnTo>
                    <a:pt x="3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0"/>
            <p:cNvSpPr/>
            <p:nvPr/>
          </p:nvSpPr>
          <p:spPr>
            <a:xfrm>
              <a:off x="6812588" y="2395600"/>
              <a:ext cx="1152150" cy="845893"/>
            </a:xfrm>
            <a:custGeom>
              <a:avLst/>
              <a:gdLst/>
              <a:ahLst/>
              <a:cxnLst/>
              <a:rect l="l" t="t" r="r" b="b"/>
              <a:pathLst>
                <a:path w="14292" h="10493" extrusionOk="0">
                  <a:moveTo>
                    <a:pt x="854" y="0"/>
                  </a:moveTo>
                  <a:cubicBezTo>
                    <a:pt x="376" y="0"/>
                    <a:pt x="0" y="387"/>
                    <a:pt x="0" y="852"/>
                  </a:cubicBezTo>
                  <a:lnTo>
                    <a:pt x="0" y="9641"/>
                  </a:lnTo>
                  <a:cubicBezTo>
                    <a:pt x="0" y="10106"/>
                    <a:pt x="376" y="10493"/>
                    <a:pt x="854" y="10493"/>
                  </a:cubicBezTo>
                  <a:lnTo>
                    <a:pt x="13427" y="10493"/>
                  </a:lnTo>
                  <a:cubicBezTo>
                    <a:pt x="13905" y="10493"/>
                    <a:pt x="14291" y="10106"/>
                    <a:pt x="14291" y="9641"/>
                  </a:cubicBezTo>
                  <a:lnTo>
                    <a:pt x="14291" y="852"/>
                  </a:lnTo>
                  <a:cubicBezTo>
                    <a:pt x="14291" y="387"/>
                    <a:pt x="13905" y="0"/>
                    <a:pt x="13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60"/>
            <p:cNvSpPr/>
            <p:nvPr/>
          </p:nvSpPr>
          <p:spPr>
            <a:xfrm>
              <a:off x="6808073" y="2391892"/>
              <a:ext cx="1160292" cy="853310"/>
            </a:xfrm>
            <a:custGeom>
              <a:avLst/>
              <a:gdLst/>
              <a:ahLst/>
              <a:cxnLst/>
              <a:rect l="l" t="t" r="r" b="b"/>
              <a:pathLst>
                <a:path w="14393" h="10585" extrusionOk="0">
                  <a:moveTo>
                    <a:pt x="13483" y="103"/>
                  </a:moveTo>
                  <a:cubicBezTo>
                    <a:pt x="13926" y="103"/>
                    <a:pt x="14290" y="456"/>
                    <a:pt x="14290" y="898"/>
                  </a:cubicBezTo>
                  <a:lnTo>
                    <a:pt x="14290" y="9687"/>
                  </a:lnTo>
                  <a:cubicBezTo>
                    <a:pt x="14290" y="10130"/>
                    <a:pt x="13926" y="10483"/>
                    <a:pt x="13483" y="10483"/>
                  </a:cubicBezTo>
                  <a:lnTo>
                    <a:pt x="910" y="10483"/>
                  </a:lnTo>
                  <a:cubicBezTo>
                    <a:pt x="466" y="10483"/>
                    <a:pt x="102" y="10130"/>
                    <a:pt x="102" y="9687"/>
                  </a:cubicBezTo>
                  <a:lnTo>
                    <a:pt x="102" y="898"/>
                  </a:lnTo>
                  <a:cubicBezTo>
                    <a:pt x="102" y="456"/>
                    <a:pt x="466" y="103"/>
                    <a:pt x="910" y="103"/>
                  </a:cubicBezTo>
                  <a:close/>
                  <a:moveTo>
                    <a:pt x="910" y="1"/>
                  </a:moveTo>
                  <a:cubicBezTo>
                    <a:pt x="409" y="1"/>
                    <a:pt x="0" y="398"/>
                    <a:pt x="0" y="898"/>
                  </a:cubicBezTo>
                  <a:lnTo>
                    <a:pt x="0" y="9687"/>
                  </a:lnTo>
                  <a:cubicBezTo>
                    <a:pt x="0" y="10187"/>
                    <a:pt x="409" y="10584"/>
                    <a:pt x="910" y="10584"/>
                  </a:cubicBezTo>
                  <a:lnTo>
                    <a:pt x="13483" y="10584"/>
                  </a:lnTo>
                  <a:cubicBezTo>
                    <a:pt x="13983" y="10584"/>
                    <a:pt x="14393" y="10187"/>
                    <a:pt x="14393" y="9687"/>
                  </a:cubicBezTo>
                  <a:lnTo>
                    <a:pt x="14393" y="898"/>
                  </a:lnTo>
                  <a:cubicBezTo>
                    <a:pt x="14393" y="398"/>
                    <a:pt x="13983" y="1"/>
                    <a:pt x="134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60"/>
            <p:cNvSpPr/>
            <p:nvPr/>
          </p:nvSpPr>
          <p:spPr>
            <a:xfrm>
              <a:off x="6843705" y="2395600"/>
              <a:ext cx="1151182" cy="845893"/>
            </a:xfrm>
            <a:custGeom>
              <a:avLst/>
              <a:gdLst/>
              <a:ahLst/>
              <a:cxnLst/>
              <a:rect l="l" t="t" r="r" b="b"/>
              <a:pathLst>
                <a:path w="14280" h="10493" extrusionOk="0">
                  <a:moveTo>
                    <a:pt x="854" y="0"/>
                  </a:moveTo>
                  <a:cubicBezTo>
                    <a:pt x="377" y="0"/>
                    <a:pt x="1" y="387"/>
                    <a:pt x="1" y="852"/>
                  </a:cubicBezTo>
                  <a:lnTo>
                    <a:pt x="1" y="9641"/>
                  </a:lnTo>
                  <a:cubicBezTo>
                    <a:pt x="1" y="10106"/>
                    <a:pt x="377" y="10493"/>
                    <a:pt x="854" y="10493"/>
                  </a:cubicBezTo>
                  <a:lnTo>
                    <a:pt x="13428" y="10493"/>
                  </a:lnTo>
                  <a:cubicBezTo>
                    <a:pt x="13905" y="10493"/>
                    <a:pt x="14280" y="10106"/>
                    <a:pt x="14280" y="9641"/>
                  </a:cubicBezTo>
                  <a:lnTo>
                    <a:pt x="14280" y="852"/>
                  </a:lnTo>
                  <a:cubicBezTo>
                    <a:pt x="14280" y="387"/>
                    <a:pt x="13905" y="0"/>
                    <a:pt x="134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60"/>
            <p:cNvSpPr/>
            <p:nvPr/>
          </p:nvSpPr>
          <p:spPr>
            <a:xfrm>
              <a:off x="6839191" y="2391892"/>
              <a:ext cx="1160372" cy="853310"/>
            </a:xfrm>
            <a:custGeom>
              <a:avLst/>
              <a:gdLst/>
              <a:ahLst/>
              <a:cxnLst/>
              <a:rect l="l" t="t" r="r" b="b"/>
              <a:pathLst>
                <a:path w="14394" h="10585" extrusionOk="0">
                  <a:moveTo>
                    <a:pt x="13484" y="103"/>
                  </a:moveTo>
                  <a:cubicBezTo>
                    <a:pt x="13926" y="103"/>
                    <a:pt x="14290" y="456"/>
                    <a:pt x="14290" y="898"/>
                  </a:cubicBezTo>
                  <a:lnTo>
                    <a:pt x="14290" y="9687"/>
                  </a:lnTo>
                  <a:cubicBezTo>
                    <a:pt x="14290" y="10130"/>
                    <a:pt x="13926" y="10483"/>
                    <a:pt x="13484" y="10483"/>
                  </a:cubicBezTo>
                  <a:lnTo>
                    <a:pt x="910" y="10483"/>
                  </a:lnTo>
                  <a:cubicBezTo>
                    <a:pt x="466" y="10483"/>
                    <a:pt x="102" y="10130"/>
                    <a:pt x="102" y="9687"/>
                  </a:cubicBezTo>
                  <a:lnTo>
                    <a:pt x="102" y="898"/>
                  </a:lnTo>
                  <a:cubicBezTo>
                    <a:pt x="102" y="456"/>
                    <a:pt x="466" y="103"/>
                    <a:pt x="910" y="103"/>
                  </a:cubicBezTo>
                  <a:close/>
                  <a:moveTo>
                    <a:pt x="910" y="1"/>
                  </a:moveTo>
                  <a:cubicBezTo>
                    <a:pt x="410" y="1"/>
                    <a:pt x="1" y="398"/>
                    <a:pt x="1" y="898"/>
                  </a:cubicBezTo>
                  <a:lnTo>
                    <a:pt x="1" y="9687"/>
                  </a:lnTo>
                  <a:cubicBezTo>
                    <a:pt x="1" y="10187"/>
                    <a:pt x="410" y="10584"/>
                    <a:pt x="910" y="10584"/>
                  </a:cubicBezTo>
                  <a:lnTo>
                    <a:pt x="13484" y="10584"/>
                  </a:lnTo>
                  <a:cubicBezTo>
                    <a:pt x="13984" y="10584"/>
                    <a:pt x="14393" y="10187"/>
                    <a:pt x="14393" y="9687"/>
                  </a:cubicBezTo>
                  <a:lnTo>
                    <a:pt x="14393" y="898"/>
                  </a:lnTo>
                  <a:cubicBezTo>
                    <a:pt x="14393" y="398"/>
                    <a:pt x="13984" y="1"/>
                    <a:pt x="134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0"/>
            <p:cNvSpPr/>
            <p:nvPr/>
          </p:nvSpPr>
          <p:spPr>
            <a:xfrm>
              <a:off x="6812588" y="3109446"/>
              <a:ext cx="1152150" cy="132047"/>
            </a:xfrm>
            <a:custGeom>
              <a:avLst/>
              <a:gdLst/>
              <a:ahLst/>
              <a:cxnLst/>
              <a:rect l="l" t="t" r="r" b="b"/>
              <a:pathLst>
                <a:path w="14292" h="1638" extrusionOk="0">
                  <a:moveTo>
                    <a:pt x="0" y="1"/>
                  </a:moveTo>
                  <a:lnTo>
                    <a:pt x="0" y="786"/>
                  </a:lnTo>
                  <a:cubicBezTo>
                    <a:pt x="0" y="1251"/>
                    <a:pt x="376" y="1638"/>
                    <a:pt x="854" y="1638"/>
                  </a:cubicBezTo>
                  <a:lnTo>
                    <a:pt x="13427" y="1638"/>
                  </a:lnTo>
                  <a:cubicBezTo>
                    <a:pt x="13905" y="1638"/>
                    <a:pt x="14291" y="1251"/>
                    <a:pt x="14291" y="786"/>
                  </a:cubicBezTo>
                  <a:lnTo>
                    <a:pt x="14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0"/>
            <p:cNvSpPr/>
            <p:nvPr/>
          </p:nvSpPr>
          <p:spPr>
            <a:xfrm>
              <a:off x="6808073" y="3105818"/>
              <a:ext cx="1160292" cy="139383"/>
            </a:xfrm>
            <a:custGeom>
              <a:avLst/>
              <a:gdLst/>
              <a:ahLst/>
              <a:cxnLst/>
              <a:rect l="l" t="t" r="r" b="b"/>
              <a:pathLst>
                <a:path w="14393" h="1729" extrusionOk="0">
                  <a:moveTo>
                    <a:pt x="14290" y="103"/>
                  </a:moveTo>
                  <a:lnTo>
                    <a:pt x="14290" y="831"/>
                  </a:lnTo>
                  <a:cubicBezTo>
                    <a:pt x="14290" y="1274"/>
                    <a:pt x="13926" y="1627"/>
                    <a:pt x="13483" y="1627"/>
                  </a:cubicBezTo>
                  <a:lnTo>
                    <a:pt x="910" y="1627"/>
                  </a:lnTo>
                  <a:cubicBezTo>
                    <a:pt x="466" y="1627"/>
                    <a:pt x="102" y="1274"/>
                    <a:pt x="102" y="831"/>
                  </a:cubicBezTo>
                  <a:lnTo>
                    <a:pt x="102" y="103"/>
                  </a:lnTo>
                  <a:close/>
                  <a:moveTo>
                    <a:pt x="56" y="0"/>
                  </a:moveTo>
                  <a:cubicBezTo>
                    <a:pt x="23" y="0"/>
                    <a:pt x="0" y="23"/>
                    <a:pt x="0" y="46"/>
                  </a:cubicBezTo>
                  <a:lnTo>
                    <a:pt x="0" y="58"/>
                  </a:lnTo>
                  <a:lnTo>
                    <a:pt x="0" y="831"/>
                  </a:lnTo>
                  <a:cubicBezTo>
                    <a:pt x="0" y="1331"/>
                    <a:pt x="409" y="1728"/>
                    <a:pt x="910" y="1728"/>
                  </a:cubicBezTo>
                  <a:lnTo>
                    <a:pt x="13483" y="1728"/>
                  </a:lnTo>
                  <a:cubicBezTo>
                    <a:pt x="13983" y="1728"/>
                    <a:pt x="14393" y="1331"/>
                    <a:pt x="14393" y="831"/>
                  </a:cubicBezTo>
                  <a:lnTo>
                    <a:pt x="14393" y="46"/>
                  </a:lnTo>
                  <a:cubicBezTo>
                    <a:pt x="14393" y="23"/>
                    <a:pt x="14370" y="0"/>
                    <a:pt x="143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60"/>
            <p:cNvSpPr/>
            <p:nvPr/>
          </p:nvSpPr>
          <p:spPr>
            <a:xfrm>
              <a:off x="6870389" y="2448725"/>
              <a:ext cx="1035661" cy="597599"/>
            </a:xfrm>
            <a:custGeom>
              <a:avLst/>
              <a:gdLst/>
              <a:ahLst/>
              <a:cxnLst/>
              <a:rect l="l" t="t" r="r" b="b"/>
              <a:pathLst>
                <a:path w="12847" h="7413" extrusionOk="0">
                  <a:moveTo>
                    <a:pt x="0" y="1"/>
                  </a:moveTo>
                  <a:lnTo>
                    <a:pt x="0" y="7413"/>
                  </a:lnTo>
                  <a:lnTo>
                    <a:pt x="12846" y="7413"/>
                  </a:lnTo>
                  <a:lnTo>
                    <a:pt x="128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0"/>
            <p:cNvSpPr/>
            <p:nvPr/>
          </p:nvSpPr>
          <p:spPr>
            <a:xfrm>
              <a:off x="7002355" y="2510074"/>
              <a:ext cx="252970" cy="471195"/>
            </a:xfrm>
            <a:custGeom>
              <a:avLst/>
              <a:gdLst/>
              <a:ahLst/>
              <a:cxnLst/>
              <a:rect l="l" t="t" r="r" b="b"/>
              <a:pathLst>
                <a:path w="3138" h="5845" extrusionOk="0">
                  <a:moveTo>
                    <a:pt x="307" y="1"/>
                  </a:moveTo>
                  <a:cubicBezTo>
                    <a:pt x="137" y="1"/>
                    <a:pt x="0" y="149"/>
                    <a:pt x="0" y="308"/>
                  </a:cubicBezTo>
                  <a:lnTo>
                    <a:pt x="0" y="5538"/>
                  </a:lnTo>
                  <a:cubicBezTo>
                    <a:pt x="0" y="5708"/>
                    <a:pt x="137" y="5844"/>
                    <a:pt x="307" y="5844"/>
                  </a:cubicBezTo>
                  <a:lnTo>
                    <a:pt x="2830" y="5844"/>
                  </a:lnTo>
                  <a:cubicBezTo>
                    <a:pt x="3001" y="5844"/>
                    <a:pt x="3138" y="5708"/>
                    <a:pt x="3138" y="5538"/>
                  </a:cubicBezTo>
                  <a:lnTo>
                    <a:pt x="3138" y="308"/>
                  </a:lnTo>
                  <a:cubicBezTo>
                    <a:pt x="3138" y="149"/>
                    <a:pt x="3001" y="1"/>
                    <a:pt x="28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60"/>
            <p:cNvSpPr/>
            <p:nvPr/>
          </p:nvSpPr>
          <p:spPr>
            <a:xfrm>
              <a:off x="7023396" y="2549575"/>
              <a:ext cx="210808" cy="391386"/>
            </a:xfrm>
            <a:custGeom>
              <a:avLst/>
              <a:gdLst/>
              <a:ahLst/>
              <a:cxnLst/>
              <a:rect l="l" t="t" r="r" b="b"/>
              <a:pathLst>
                <a:path w="2615" h="4855" extrusionOk="0">
                  <a:moveTo>
                    <a:pt x="0" y="0"/>
                  </a:moveTo>
                  <a:lnTo>
                    <a:pt x="0" y="4854"/>
                  </a:lnTo>
                  <a:lnTo>
                    <a:pt x="2615" y="4854"/>
                  </a:lnTo>
                  <a:lnTo>
                    <a:pt x="26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60"/>
            <p:cNvSpPr/>
            <p:nvPr/>
          </p:nvSpPr>
          <p:spPr>
            <a:xfrm>
              <a:off x="7321268" y="2556911"/>
              <a:ext cx="190735" cy="19267"/>
            </a:xfrm>
            <a:custGeom>
              <a:avLst/>
              <a:gdLst/>
              <a:ahLst/>
              <a:cxnLst/>
              <a:rect l="l" t="t" r="r" b="b"/>
              <a:pathLst>
                <a:path w="2366" h="239" extrusionOk="0">
                  <a:moveTo>
                    <a:pt x="0" y="0"/>
                  </a:moveTo>
                  <a:lnTo>
                    <a:pt x="0" y="238"/>
                  </a:lnTo>
                  <a:lnTo>
                    <a:pt x="2365" y="238"/>
                  </a:lnTo>
                  <a:lnTo>
                    <a:pt x="236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0"/>
            <p:cNvSpPr/>
            <p:nvPr/>
          </p:nvSpPr>
          <p:spPr>
            <a:xfrm>
              <a:off x="7324896" y="2599072"/>
              <a:ext cx="88999" cy="92546"/>
            </a:xfrm>
            <a:custGeom>
              <a:avLst/>
              <a:gdLst/>
              <a:ahLst/>
              <a:cxnLst/>
              <a:rect l="l" t="t" r="r" b="b"/>
              <a:pathLst>
                <a:path w="1104" h="1148" extrusionOk="0">
                  <a:moveTo>
                    <a:pt x="1" y="0"/>
                  </a:moveTo>
                  <a:lnTo>
                    <a:pt x="1" y="1148"/>
                  </a:lnTo>
                  <a:lnTo>
                    <a:pt x="1103" y="1148"/>
                  </a:lnTo>
                  <a:lnTo>
                    <a:pt x="11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0"/>
            <p:cNvSpPr/>
            <p:nvPr/>
          </p:nvSpPr>
          <p:spPr>
            <a:xfrm>
              <a:off x="7451381" y="2882192"/>
              <a:ext cx="47724" cy="49578"/>
            </a:xfrm>
            <a:custGeom>
              <a:avLst/>
              <a:gdLst/>
              <a:ahLst/>
              <a:cxnLst/>
              <a:rect l="l" t="t" r="r" b="b"/>
              <a:pathLst>
                <a:path w="592" h="615" extrusionOk="0">
                  <a:moveTo>
                    <a:pt x="1" y="1"/>
                  </a:moveTo>
                  <a:lnTo>
                    <a:pt x="1" y="614"/>
                  </a:lnTo>
                  <a:lnTo>
                    <a:pt x="592" y="614"/>
                  </a:lnTo>
                  <a:lnTo>
                    <a:pt x="5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0"/>
            <p:cNvSpPr/>
            <p:nvPr/>
          </p:nvSpPr>
          <p:spPr>
            <a:xfrm>
              <a:off x="7326750" y="2757562"/>
              <a:ext cx="180578" cy="91740"/>
            </a:xfrm>
            <a:custGeom>
              <a:avLst/>
              <a:gdLst/>
              <a:ahLst/>
              <a:cxnLst/>
              <a:rect l="l" t="t" r="r" b="b"/>
              <a:pathLst>
                <a:path w="2240" h="1138" extrusionOk="0">
                  <a:moveTo>
                    <a:pt x="1" y="0"/>
                  </a:moveTo>
                  <a:lnTo>
                    <a:pt x="1" y="1137"/>
                  </a:lnTo>
                  <a:lnTo>
                    <a:pt x="2240" y="1137"/>
                  </a:lnTo>
                  <a:lnTo>
                    <a:pt x="22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0"/>
            <p:cNvSpPr/>
            <p:nvPr/>
          </p:nvSpPr>
          <p:spPr>
            <a:xfrm>
              <a:off x="7425745" y="2601733"/>
              <a:ext cx="80696" cy="8384"/>
            </a:xfrm>
            <a:custGeom>
              <a:avLst/>
              <a:gdLst/>
              <a:ahLst/>
              <a:cxnLst/>
              <a:rect l="l" t="t" r="r" b="b"/>
              <a:pathLst>
                <a:path w="1001" h="104" extrusionOk="0">
                  <a:moveTo>
                    <a:pt x="57" y="1"/>
                  </a:moveTo>
                  <a:cubicBezTo>
                    <a:pt x="23" y="1"/>
                    <a:pt x="0" y="24"/>
                    <a:pt x="0" y="58"/>
                  </a:cubicBezTo>
                  <a:cubicBezTo>
                    <a:pt x="0" y="81"/>
                    <a:pt x="23" y="104"/>
                    <a:pt x="57" y="104"/>
                  </a:cubicBezTo>
                  <a:lnTo>
                    <a:pt x="944" y="104"/>
                  </a:lnTo>
                  <a:cubicBezTo>
                    <a:pt x="978" y="104"/>
                    <a:pt x="1001" y="81"/>
                    <a:pt x="1001" y="58"/>
                  </a:cubicBezTo>
                  <a:cubicBezTo>
                    <a:pt x="1001" y="24"/>
                    <a:pt x="978" y="1"/>
                    <a:pt x="9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60"/>
            <p:cNvSpPr/>
            <p:nvPr/>
          </p:nvSpPr>
          <p:spPr>
            <a:xfrm>
              <a:off x="7425745" y="2624708"/>
              <a:ext cx="80696" cy="8303"/>
            </a:xfrm>
            <a:custGeom>
              <a:avLst/>
              <a:gdLst/>
              <a:ahLst/>
              <a:cxnLst/>
              <a:rect l="l" t="t" r="r" b="b"/>
              <a:pathLst>
                <a:path w="1001" h="103" extrusionOk="0">
                  <a:moveTo>
                    <a:pt x="57" y="0"/>
                  </a:moveTo>
                  <a:cubicBezTo>
                    <a:pt x="23" y="0"/>
                    <a:pt x="0" y="23"/>
                    <a:pt x="0" y="57"/>
                  </a:cubicBezTo>
                  <a:cubicBezTo>
                    <a:pt x="0" y="80"/>
                    <a:pt x="23" y="102"/>
                    <a:pt x="57" y="102"/>
                  </a:cubicBezTo>
                  <a:lnTo>
                    <a:pt x="944" y="102"/>
                  </a:lnTo>
                  <a:cubicBezTo>
                    <a:pt x="978" y="102"/>
                    <a:pt x="1001" y="80"/>
                    <a:pt x="1001" y="57"/>
                  </a:cubicBezTo>
                  <a:cubicBezTo>
                    <a:pt x="1001" y="23"/>
                    <a:pt x="978" y="0"/>
                    <a:pt x="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0"/>
            <p:cNvSpPr/>
            <p:nvPr/>
          </p:nvSpPr>
          <p:spPr>
            <a:xfrm>
              <a:off x="7425745" y="2647603"/>
              <a:ext cx="80696" cy="8303"/>
            </a:xfrm>
            <a:custGeom>
              <a:avLst/>
              <a:gdLst/>
              <a:ahLst/>
              <a:cxnLst/>
              <a:rect l="l" t="t" r="r" b="b"/>
              <a:pathLst>
                <a:path w="1001" h="103" extrusionOk="0">
                  <a:moveTo>
                    <a:pt x="57" y="0"/>
                  </a:moveTo>
                  <a:cubicBezTo>
                    <a:pt x="23" y="0"/>
                    <a:pt x="0" y="23"/>
                    <a:pt x="0" y="57"/>
                  </a:cubicBezTo>
                  <a:cubicBezTo>
                    <a:pt x="0" y="80"/>
                    <a:pt x="23" y="103"/>
                    <a:pt x="57" y="103"/>
                  </a:cubicBezTo>
                  <a:lnTo>
                    <a:pt x="944" y="103"/>
                  </a:lnTo>
                  <a:cubicBezTo>
                    <a:pt x="978" y="103"/>
                    <a:pt x="1001" y="80"/>
                    <a:pt x="1001" y="57"/>
                  </a:cubicBezTo>
                  <a:cubicBezTo>
                    <a:pt x="1001" y="23"/>
                    <a:pt x="978" y="0"/>
                    <a:pt x="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60"/>
            <p:cNvSpPr/>
            <p:nvPr/>
          </p:nvSpPr>
          <p:spPr>
            <a:xfrm>
              <a:off x="7425745" y="2670497"/>
              <a:ext cx="80696" cy="8303"/>
            </a:xfrm>
            <a:custGeom>
              <a:avLst/>
              <a:gdLst/>
              <a:ahLst/>
              <a:cxnLst/>
              <a:rect l="l" t="t" r="r" b="b"/>
              <a:pathLst>
                <a:path w="1001" h="103" extrusionOk="0">
                  <a:moveTo>
                    <a:pt x="57" y="1"/>
                  </a:moveTo>
                  <a:cubicBezTo>
                    <a:pt x="23" y="1"/>
                    <a:pt x="0" y="24"/>
                    <a:pt x="0" y="57"/>
                  </a:cubicBezTo>
                  <a:cubicBezTo>
                    <a:pt x="0" y="80"/>
                    <a:pt x="23" y="103"/>
                    <a:pt x="57" y="103"/>
                  </a:cubicBezTo>
                  <a:lnTo>
                    <a:pt x="944" y="103"/>
                  </a:lnTo>
                  <a:cubicBezTo>
                    <a:pt x="978" y="103"/>
                    <a:pt x="1001" y="80"/>
                    <a:pt x="1001" y="57"/>
                  </a:cubicBezTo>
                  <a:cubicBezTo>
                    <a:pt x="1001" y="24"/>
                    <a:pt x="978" y="1"/>
                    <a:pt x="9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0"/>
            <p:cNvSpPr/>
            <p:nvPr/>
          </p:nvSpPr>
          <p:spPr>
            <a:xfrm>
              <a:off x="7325783" y="2723703"/>
              <a:ext cx="182512" cy="8303"/>
            </a:xfrm>
            <a:custGeom>
              <a:avLst/>
              <a:gdLst/>
              <a:ahLst/>
              <a:cxnLst/>
              <a:rect l="l" t="t" r="r" b="b"/>
              <a:pathLst>
                <a:path w="2264" h="103" extrusionOk="0">
                  <a:moveTo>
                    <a:pt x="58" y="0"/>
                  </a:moveTo>
                  <a:cubicBezTo>
                    <a:pt x="24" y="0"/>
                    <a:pt x="1" y="23"/>
                    <a:pt x="1" y="46"/>
                  </a:cubicBezTo>
                  <a:cubicBezTo>
                    <a:pt x="1" y="79"/>
                    <a:pt x="24" y="102"/>
                    <a:pt x="58" y="102"/>
                  </a:cubicBezTo>
                  <a:lnTo>
                    <a:pt x="2218" y="102"/>
                  </a:lnTo>
                  <a:cubicBezTo>
                    <a:pt x="2241" y="102"/>
                    <a:pt x="2264" y="79"/>
                    <a:pt x="2264" y="46"/>
                  </a:cubicBezTo>
                  <a:cubicBezTo>
                    <a:pt x="2264" y="23"/>
                    <a:pt x="2241" y="0"/>
                    <a:pt x="2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0"/>
            <p:cNvSpPr/>
            <p:nvPr/>
          </p:nvSpPr>
          <p:spPr>
            <a:xfrm>
              <a:off x="7325783" y="2868488"/>
              <a:ext cx="182512" cy="8303"/>
            </a:xfrm>
            <a:custGeom>
              <a:avLst/>
              <a:gdLst/>
              <a:ahLst/>
              <a:cxnLst/>
              <a:rect l="l" t="t" r="r" b="b"/>
              <a:pathLst>
                <a:path w="2264" h="103" extrusionOk="0">
                  <a:moveTo>
                    <a:pt x="58" y="0"/>
                  </a:moveTo>
                  <a:cubicBezTo>
                    <a:pt x="24" y="0"/>
                    <a:pt x="1" y="23"/>
                    <a:pt x="1" y="46"/>
                  </a:cubicBezTo>
                  <a:cubicBezTo>
                    <a:pt x="1" y="80"/>
                    <a:pt x="24" y="102"/>
                    <a:pt x="58" y="102"/>
                  </a:cubicBezTo>
                  <a:lnTo>
                    <a:pt x="2218" y="102"/>
                  </a:lnTo>
                  <a:cubicBezTo>
                    <a:pt x="2241" y="102"/>
                    <a:pt x="2264" y="80"/>
                    <a:pt x="2264" y="46"/>
                  </a:cubicBezTo>
                  <a:cubicBezTo>
                    <a:pt x="2264" y="23"/>
                    <a:pt x="2241" y="0"/>
                    <a:pt x="2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60"/>
            <p:cNvSpPr/>
            <p:nvPr/>
          </p:nvSpPr>
          <p:spPr>
            <a:xfrm>
              <a:off x="7301114" y="2533049"/>
              <a:ext cx="231929" cy="422503"/>
            </a:xfrm>
            <a:custGeom>
              <a:avLst/>
              <a:gdLst/>
              <a:ahLst/>
              <a:cxnLst/>
              <a:rect l="l" t="t" r="r" b="b"/>
              <a:pathLst>
                <a:path w="2877" h="5241" extrusionOk="0">
                  <a:moveTo>
                    <a:pt x="2774" y="102"/>
                  </a:moveTo>
                  <a:lnTo>
                    <a:pt x="2774" y="5139"/>
                  </a:lnTo>
                  <a:lnTo>
                    <a:pt x="102" y="5139"/>
                  </a:lnTo>
                  <a:lnTo>
                    <a:pt x="102" y="102"/>
                  </a:lnTo>
                  <a:close/>
                  <a:moveTo>
                    <a:pt x="46" y="1"/>
                  </a:moveTo>
                  <a:cubicBezTo>
                    <a:pt x="23" y="1"/>
                    <a:pt x="0" y="23"/>
                    <a:pt x="0" y="46"/>
                  </a:cubicBezTo>
                  <a:lnTo>
                    <a:pt x="0" y="5185"/>
                  </a:lnTo>
                  <a:cubicBezTo>
                    <a:pt x="0" y="5218"/>
                    <a:pt x="23" y="5241"/>
                    <a:pt x="46" y="5241"/>
                  </a:cubicBezTo>
                  <a:lnTo>
                    <a:pt x="2820" y="5241"/>
                  </a:lnTo>
                  <a:cubicBezTo>
                    <a:pt x="2853" y="5241"/>
                    <a:pt x="2876" y="5218"/>
                    <a:pt x="2876" y="5185"/>
                  </a:cubicBezTo>
                  <a:lnTo>
                    <a:pt x="2876" y="46"/>
                  </a:lnTo>
                  <a:cubicBezTo>
                    <a:pt x="2876" y="23"/>
                    <a:pt x="2853" y="1"/>
                    <a:pt x="28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0"/>
            <p:cNvSpPr/>
            <p:nvPr/>
          </p:nvSpPr>
          <p:spPr>
            <a:xfrm>
              <a:off x="7590684" y="2536757"/>
              <a:ext cx="210889" cy="154861"/>
            </a:xfrm>
            <a:custGeom>
              <a:avLst/>
              <a:gdLst/>
              <a:ahLst/>
              <a:cxnLst/>
              <a:rect l="l" t="t" r="r" b="b"/>
              <a:pathLst>
                <a:path w="2616" h="1921" extrusionOk="0">
                  <a:moveTo>
                    <a:pt x="1" y="0"/>
                  </a:moveTo>
                  <a:lnTo>
                    <a:pt x="1" y="1921"/>
                  </a:lnTo>
                  <a:lnTo>
                    <a:pt x="2615" y="1921"/>
                  </a:lnTo>
                  <a:lnTo>
                    <a:pt x="2615"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0"/>
            <p:cNvSpPr/>
            <p:nvPr/>
          </p:nvSpPr>
          <p:spPr>
            <a:xfrm>
              <a:off x="7590684" y="2536757"/>
              <a:ext cx="210889" cy="33052"/>
            </a:xfrm>
            <a:custGeom>
              <a:avLst/>
              <a:gdLst/>
              <a:ahLst/>
              <a:cxnLst/>
              <a:rect l="l" t="t" r="r" b="b"/>
              <a:pathLst>
                <a:path w="2616" h="410" extrusionOk="0">
                  <a:moveTo>
                    <a:pt x="1" y="0"/>
                  </a:moveTo>
                  <a:lnTo>
                    <a:pt x="1" y="409"/>
                  </a:lnTo>
                  <a:lnTo>
                    <a:pt x="2615" y="409"/>
                  </a:ln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0"/>
            <p:cNvSpPr/>
            <p:nvPr/>
          </p:nvSpPr>
          <p:spPr>
            <a:xfrm>
              <a:off x="7603501" y="2589882"/>
              <a:ext cx="63283" cy="61429"/>
            </a:xfrm>
            <a:custGeom>
              <a:avLst/>
              <a:gdLst/>
              <a:ahLst/>
              <a:cxnLst/>
              <a:rect l="l" t="t" r="r" b="b"/>
              <a:pathLst>
                <a:path w="785" h="762" extrusionOk="0">
                  <a:moveTo>
                    <a:pt x="683" y="102"/>
                  </a:moveTo>
                  <a:lnTo>
                    <a:pt x="683" y="660"/>
                  </a:lnTo>
                  <a:lnTo>
                    <a:pt x="103" y="660"/>
                  </a:lnTo>
                  <a:lnTo>
                    <a:pt x="103" y="102"/>
                  </a:lnTo>
                  <a:close/>
                  <a:moveTo>
                    <a:pt x="46" y="0"/>
                  </a:moveTo>
                  <a:cubicBezTo>
                    <a:pt x="24" y="0"/>
                    <a:pt x="1" y="23"/>
                    <a:pt x="1" y="46"/>
                  </a:cubicBezTo>
                  <a:lnTo>
                    <a:pt x="1" y="705"/>
                  </a:lnTo>
                  <a:cubicBezTo>
                    <a:pt x="1" y="739"/>
                    <a:pt x="24" y="762"/>
                    <a:pt x="46" y="762"/>
                  </a:cubicBezTo>
                  <a:lnTo>
                    <a:pt x="728" y="762"/>
                  </a:lnTo>
                  <a:cubicBezTo>
                    <a:pt x="762" y="762"/>
                    <a:pt x="785" y="739"/>
                    <a:pt x="785" y="705"/>
                  </a:cubicBezTo>
                  <a:lnTo>
                    <a:pt x="785" y="46"/>
                  </a:lnTo>
                  <a:cubicBezTo>
                    <a:pt x="785" y="23"/>
                    <a:pt x="762" y="0"/>
                    <a:pt x="7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60"/>
            <p:cNvSpPr/>
            <p:nvPr/>
          </p:nvSpPr>
          <p:spPr>
            <a:xfrm>
              <a:off x="7713541" y="2589882"/>
              <a:ext cx="63283" cy="61429"/>
            </a:xfrm>
            <a:custGeom>
              <a:avLst/>
              <a:gdLst/>
              <a:ahLst/>
              <a:cxnLst/>
              <a:rect l="l" t="t" r="r" b="b"/>
              <a:pathLst>
                <a:path w="785" h="762" extrusionOk="0">
                  <a:moveTo>
                    <a:pt x="682" y="102"/>
                  </a:moveTo>
                  <a:lnTo>
                    <a:pt x="682" y="660"/>
                  </a:lnTo>
                  <a:lnTo>
                    <a:pt x="102" y="660"/>
                  </a:lnTo>
                  <a:lnTo>
                    <a:pt x="102" y="102"/>
                  </a:lnTo>
                  <a:close/>
                  <a:moveTo>
                    <a:pt x="46" y="0"/>
                  </a:moveTo>
                  <a:cubicBezTo>
                    <a:pt x="23" y="0"/>
                    <a:pt x="0" y="23"/>
                    <a:pt x="0" y="46"/>
                  </a:cubicBezTo>
                  <a:lnTo>
                    <a:pt x="0" y="705"/>
                  </a:lnTo>
                  <a:cubicBezTo>
                    <a:pt x="0" y="739"/>
                    <a:pt x="23" y="762"/>
                    <a:pt x="46" y="762"/>
                  </a:cubicBezTo>
                  <a:lnTo>
                    <a:pt x="728" y="762"/>
                  </a:lnTo>
                  <a:cubicBezTo>
                    <a:pt x="761" y="762"/>
                    <a:pt x="784" y="739"/>
                    <a:pt x="784" y="705"/>
                  </a:cubicBezTo>
                  <a:lnTo>
                    <a:pt x="784" y="46"/>
                  </a:lnTo>
                  <a:cubicBezTo>
                    <a:pt x="784" y="23"/>
                    <a:pt x="761" y="0"/>
                    <a:pt x="7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60"/>
            <p:cNvSpPr/>
            <p:nvPr/>
          </p:nvSpPr>
          <p:spPr>
            <a:xfrm>
              <a:off x="7764812" y="2547721"/>
              <a:ext cx="16607" cy="15639"/>
            </a:xfrm>
            <a:custGeom>
              <a:avLst/>
              <a:gdLst/>
              <a:ahLst/>
              <a:cxnLst/>
              <a:rect l="l" t="t" r="r" b="b"/>
              <a:pathLst>
                <a:path w="206" h="194" extrusionOk="0">
                  <a:moveTo>
                    <a:pt x="103" y="0"/>
                  </a:moveTo>
                  <a:cubicBezTo>
                    <a:pt x="46" y="0"/>
                    <a:pt x="1" y="46"/>
                    <a:pt x="1" y="102"/>
                  </a:cubicBezTo>
                  <a:cubicBezTo>
                    <a:pt x="1" y="148"/>
                    <a:pt x="46" y="193"/>
                    <a:pt x="103" y="193"/>
                  </a:cubicBezTo>
                  <a:cubicBezTo>
                    <a:pt x="160" y="193"/>
                    <a:pt x="205" y="148"/>
                    <a:pt x="205" y="102"/>
                  </a:cubicBezTo>
                  <a:cubicBezTo>
                    <a:pt x="205" y="46"/>
                    <a:pt x="16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0"/>
            <p:cNvSpPr/>
            <p:nvPr/>
          </p:nvSpPr>
          <p:spPr>
            <a:xfrm>
              <a:off x="7727245" y="2547721"/>
              <a:ext cx="15639" cy="15639"/>
            </a:xfrm>
            <a:custGeom>
              <a:avLst/>
              <a:gdLst/>
              <a:ahLst/>
              <a:cxnLst/>
              <a:rect l="l" t="t" r="r" b="b"/>
              <a:pathLst>
                <a:path w="194" h="194" extrusionOk="0">
                  <a:moveTo>
                    <a:pt x="103" y="0"/>
                  </a:moveTo>
                  <a:cubicBezTo>
                    <a:pt x="46" y="0"/>
                    <a:pt x="0" y="46"/>
                    <a:pt x="0" y="102"/>
                  </a:cubicBezTo>
                  <a:cubicBezTo>
                    <a:pt x="0" y="148"/>
                    <a:pt x="46" y="193"/>
                    <a:pt x="103" y="193"/>
                  </a:cubicBezTo>
                  <a:cubicBezTo>
                    <a:pt x="148" y="193"/>
                    <a:pt x="194" y="148"/>
                    <a:pt x="194" y="102"/>
                  </a:cubicBezTo>
                  <a:cubicBezTo>
                    <a:pt x="194" y="46"/>
                    <a:pt x="148"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0"/>
            <p:cNvSpPr/>
            <p:nvPr/>
          </p:nvSpPr>
          <p:spPr>
            <a:xfrm>
              <a:off x="7623655" y="2774974"/>
              <a:ext cx="161391" cy="118262"/>
            </a:xfrm>
            <a:custGeom>
              <a:avLst/>
              <a:gdLst/>
              <a:ahLst/>
              <a:cxnLst/>
              <a:rect l="l" t="t" r="r" b="b"/>
              <a:pathLst>
                <a:path w="2002" h="1467" extrusionOk="0">
                  <a:moveTo>
                    <a:pt x="1" y="1"/>
                  </a:moveTo>
                  <a:lnTo>
                    <a:pt x="1" y="1467"/>
                  </a:lnTo>
                  <a:lnTo>
                    <a:pt x="2002" y="1467"/>
                  </a:lnTo>
                  <a:lnTo>
                    <a:pt x="2002"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60"/>
            <p:cNvSpPr/>
            <p:nvPr/>
          </p:nvSpPr>
          <p:spPr>
            <a:xfrm>
              <a:off x="7623655" y="2774974"/>
              <a:ext cx="161391" cy="25797"/>
            </a:xfrm>
            <a:custGeom>
              <a:avLst/>
              <a:gdLst/>
              <a:ahLst/>
              <a:cxnLst/>
              <a:rect l="l" t="t" r="r" b="b"/>
              <a:pathLst>
                <a:path w="2002" h="320" extrusionOk="0">
                  <a:moveTo>
                    <a:pt x="1" y="1"/>
                  </a:moveTo>
                  <a:lnTo>
                    <a:pt x="1" y="319"/>
                  </a:lnTo>
                  <a:lnTo>
                    <a:pt x="2002" y="319"/>
                  </a:lnTo>
                  <a:lnTo>
                    <a:pt x="20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60"/>
            <p:cNvSpPr/>
            <p:nvPr/>
          </p:nvSpPr>
          <p:spPr>
            <a:xfrm>
              <a:off x="7756509" y="2783197"/>
              <a:ext cx="12979" cy="12898"/>
            </a:xfrm>
            <a:custGeom>
              <a:avLst/>
              <a:gdLst/>
              <a:ahLst/>
              <a:cxnLst/>
              <a:rect l="l" t="t" r="r" b="b"/>
              <a:pathLst>
                <a:path w="161" h="160" extrusionOk="0">
                  <a:moveTo>
                    <a:pt x="81" y="1"/>
                  </a:moveTo>
                  <a:cubicBezTo>
                    <a:pt x="36" y="1"/>
                    <a:pt x="1" y="35"/>
                    <a:pt x="1" y="81"/>
                  </a:cubicBezTo>
                  <a:cubicBezTo>
                    <a:pt x="1" y="126"/>
                    <a:pt x="36" y="160"/>
                    <a:pt x="81" y="160"/>
                  </a:cubicBezTo>
                  <a:cubicBezTo>
                    <a:pt x="126" y="160"/>
                    <a:pt x="160" y="126"/>
                    <a:pt x="160" y="81"/>
                  </a:cubicBezTo>
                  <a:cubicBezTo>
                    <a:pt x="160" y="35"/>
                    <a:pt x="126"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60"/>
            <p:cNvSpPr/>
            <p:nvPr/>
          </p:nvSpPr>
          <p:spPr>
            <a:xfrm>
              <a:off x="7728132" y="2783197"/>
              <a:ext cx="12012" cy="12012"/>
            </a:xfrm>
            <a:custGeom>
              <a:avLst/>
              <a:gdLst/>
              <a:ahLst/>
              <a:cxnLst/>
              <a:rect l="l" t="t" r="r" b="b"/>
              <a:pathLst>
                <a:path w="149" h="149" extrusionOk="0">
                  <a:moveTo>
                    <a:pt x="69" y="1"/>
                  </a:moveTo>
                  <a:cubicBezTo>
                    <a:pt x="35" y="1"/>
                    <a:pt x="1" y="35"/>
                    <a:pt x="1" y="81"/>
                  </a:cubicBezTo>
                  <a:cubicBezTo>
                    <a:pt x="1" y="114"/>
                    <a:pt x="35" y="149"/>
                    <a:pt x="69" y="149"/>
                  </a:cubicBezTo>
                  <a:cubicBezTo>
                    <a:pt x="115" y="149"/>
                    <a:pt x="148" y="114"/>
                    <a:pt x="148" y="81"/>
                  </a:cubicBezTo>
                  <a:cubicBezTo>
                    <a:pt x="148" y="35"/>
                    <a:pt x="115" y="1"/>
                    <a:pt x="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60"/>
            <p:cNvSpPr/>
            <p:nvPr/>
          </p:nvSpPr>
          <p:spPr>
            <a:xfrm>
              <a:off x="6904247" y="2479923"/>
              <a:ext cx="67878" cy="530689"/>
            </a:xfrm>
            <a:custGeom>
              <a:avLst/>
              <a:gdLst/>
              <a:ahLst/>
              <a:cxnLst/>
              <a:rect l="l" t="t" r="r" b="b"/>
              <a:pathLst>
                <a:path w="842" h="6583" extrusionOk="0">
                  <a:moveTo>
                    <a:pt x="0" y="0"/>
                  </a:moveTo>
                  <a:lnTo>
                    <a:pt x="0" y="6582"/>
                  </a:lnTo>
                  <a:lnTo>
                    <a:pt x="842" y="6582"/>
                  </a:lnTo>
                  <a:lnTo>
                    <a:pt x="842"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60"/>
            <p:cNvSpPr/>
            <p:nvPr/>
          </p:nvSpPr>
          <p:spPr>
            <a:xfrm>
              <a:off x="6904247" y="2479923"/>
              <a:ext cx="67878" cy="23862"/>
            </a:xfrm>
            <a:custGeom>
              <a:avLst/>
              <a:gdLst/>
              <a:ahLst/>
              <a:cxnLst/>
              <a:rect l="l" t="t" r="r" b="b"/>
              <a:pathLst>
                <a:path w="842" h="296" extrusionOk="0">
                  <a:moveTo>
                    <a:pt x="0" y="0"/>
                  </a:moveTo>
                  <a:lnTo>
                    <a:pt x="0" y="296"/>
                  </a:lnTo>
                  <a:lnTo>
                    <a:pt x="842" y="296"/>
                  </a:lnTo>
                  <a:lnTo>
                    <a:pt x="84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60"/>
            <p:cNvSpPr/>
            <p:nvPr/>
          </p:nvSpPr>
          <p:spPr>
            <a:xfrm>
              <a:off x="6916178" y="2516523"/>
              <a:ext cx="41275" cy="45951"/>
            </a:xfrm>
            <a:custGeom>
              <a:avLst/>
              <a:gdLst/>
              <a:ahLst/>
              <a:cxnLst/>
              <a:rect l="l" t="t" r="r" b="b"/>
              <a:pathLst>
                <a:path w="512" h="570" extrusionOk="0">
                  <a:moveTo>
                    <a:pt x="410" y="103"/>
                  </a:moveTo>
                  <a:lnTo>
                    <a:pt x="410" y="467"/>
                  </a:lnTo>
                  <a:lnTo>
                    <a:pt x="102" y="467"/>
                  </a:lnTo>
                  <a:lnTo>
                    <a:pt x="102" y="103"/>
                  </a:lnTo>
                  <a:close/>
                  <a:moveTo>
                    <a:pt x="57" y="1"/>
                  </a:moveTo>
                  <a:cubicBezTo>
                    <a:pt x="23" y="1"/>
                    <a:pt x="1" y="24"/>
                    <a:pt x="1" y="46"/>
                  </a:cubicBezTo>
                  <a:lnTo>
                    <a:pt x="1" y="512"/>
                  </a:lnTo>
                  <a:cubicBezTo>
                    <a:pt x="1" y="547"/>
                    <a:pt x="23" y="569"/>
                    <a:pt x="57" y="569"/>
                  </a:cubicBezTo>
                  <a:lnTo>
                    <a:pt x="455" y="569"/>
                  </a:lnTo>
                  <a:cubicBezTo>
                    <a:pt x="489" y="569"/>
                    <a:pt x="512" y="547"/>
                    <a:pt x="512" y="512"/>
                  </a:cubicBezTo>
                  <a:lnTo>
                    <a:pt x="512" y="46"/>
                  </a:lnTo>
                  <a:cubicBezTo>
                    <a:pt x="512" y="24"/>
                    <a:pt x="489" y="1"/>
                    <a:pt x="4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60"/>
            <p:cNvSpPr/>
            <p:nvPr/>
          </p:nvSpPr>
          <p:spPr>
            <a:xfrm>
              <a:off x="6916178" y="2578919"/>
              <a:ext cx="41275" cy="45870"/>
            </a:xfrm>
            <a:custGeom>
              <a:avLst/>
              <a:gdLst/>
              <a:ahLst/>
              <a:cxnLst/>
              <a:rect l="l" t="t" r="r" b="b"/>
              <a:pathLst>
                <a:path w="512" h="569" extrusionOk="0">
                  <a:moveTo>
                    <a:pt x="410" y="91"/>
                  </a:moveTo>
                  <a:lnTo>
                    <a:pt x="410" y="466"/>
                  </a:lnTo>
                  <a:lnTo>
                    <a:pt x="102" y="466"/>
                  </a:lnTo>
                  <a:lnTo>
                    <a:pt x="102" y="91"/>
                  </a:lnTo>
                  <a:close/>
                  <a:moveTo>
                    <a:pt x="57" y="0"/>
                  </a:moveTo>
                  <a:cubicBezTo>
                    <a:pt x="23" y="0"/>
                    <a:pt x="1" y="23"/>
                    <a:pt x="1" y="45"/>
                  </a:cubicBezTo>
                  <a:lnTo>
                    <a:pt x="1" y="511"/>
                  </a:lnTo>
                  <a:cubicBezTo>
                    <a:pt x="1" y="546"/>
                    <a:pt x="23" y="568"/>
                    <a:pt x="57" y="568"/>
                  </a:cubicBezTo>
                  <a:lnTo>
                    <a:pt x="455" y="568"/>
                  </a:lnTo>
                  <a:cubicBezTo>
                    <a:pt x="489" y="568"/>
                    <a:pt x="512" y="546"/>
                    <a:pt x="512" y="511"/>
                  </a:cubicBezTo>
                  <a:lnTo>
                    <a:pt x="512" y="45"/>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60"/>
            <p:cNvSpPr/>
            <p:nvPr/>
          </p:nvSpPr>
          <p:spPr>
            <a:xfrm>
              <a:off x="6916178" y="2641234"/>
              <a:ext cx="41275" cy="45870"/>
            </a:xfrm>
            <a:custGeom>
              <a:avLst/>
              <a:gdLst/>
              <a:ahLst/>
              <a:cxnLst/>
              <a:rect l="l" t="t" r="r" b="b"/>
              <a:pathLst>
                <a:path w="512" h="569" extrusionOk="0">
                  <a:moveTo>
                    <a:pt x="410" y="91"/>
                  </a:moveTo>
                  <a:lnTo>
                    <a:pt x="410" y="466"/>
                  </a:lnTo>
                  <a:lnTo>
                    <a:pt x="102" y="466"/>
                  </a:lnTo>
                  <a:lnTo>
                    <a:pt x="102" y="91"/>
                  </a:lnTo>
                  <a:close/>
                  <a:moveTo>
                    <a:pt x="57" y="0"/>
                  </a:moveTo>
                  <a:cubicBezTo>
                    <a:pt x="23" y="0"/>
                    <a:pt x="1" y="23"/>
                    <a:pt x="1" y="46"/>
                  </a:cubicBezTo>
                  <a:lnTo>
                    <a:pt x="1" y="511"/>
                  </a:lnTo>
                  <a:cubicBezTo>
                    <a:pt x="1" y="546"/>
                    <a:pt x="23" y="568"/>
                    <a:pt x="57" y="568"/>
                  </a:cubicBezTo>
                  <a:lnTo>
                    <a:pt x="455" y="568"/>
                  </a:lnTo>
                  <a:cubicBezTo>
                    <a:pt x="489" y="568"/>
                    <a:pt x="512" y="546"/>
                    <a:pt x="512" y="511"/>
                  </a:cubicBezTo>
                  <a:lnTo>
                    <a:pt x="512" y="46"/>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60"/>
            <p:cNvSpPr/>
            <p:nvPr/>
          </p:nvSpPr>
          <p:spPr>
            <a:xfrm>
              <a:off x="6916178" y="2703550"/>
              <a:ext cx="41275" cy="45870"/>
            </a:xfrm>
            <a:custGeom>
              <a:avLst/>
              <a:gdLst/>
              <a:ahLst/>
              <a:cxnLst/>
              <a:rect l="l" t="t" r="r" b="b"/>
              <a:pathLst>
                <a:path w="512" h="569" extrusionOk="0">
                  <a:moveTo>
                    <a:pt x="410" y="91"/>
                  </a:moveTo>
                  <a:lnTo>
                    <a:pt x="410" y="466"/>
                  </a:lnTo>
                  <a:lnTo>
                    <a:pt x="102" y="466"/>
                  </a:lnTo>
                  <a:lnTo>
                    <a:pt x="102" y="91"/>
                  </a:lnTo>
                  <a:close/>
                  <a:moveTo>
                    <a:pt x="57" y="0"/>
                  </a:moveTo>
                  <a:cubicBezTo>
                    <a:pt x="23" y="0"/>
                    <a:pt x="1" y="23"/>
                    <a:pt x="1" y="46"/>
                  </a:cubicBezTo>
                  <a:lnTo>
                    <a:pt x="1" y="511"/>
                  </a:lnTo>
                  <a:cubicBezTo>
                    <a:pt x="1" y="546"/>
                    <a:pt x="23" y="569"/>
                    <a:pt x="57" y="569"/>
                  </a:cubicBezTo>
                  <a:lnTo>
                    <a:pt x="455" y="569"/>
                  </a:lnTo>
                  <a:cubicBezTo>
                    <a:pt x="489" y="569"/>
                    <a:pt x="512" y="546"/>
                    <a:pt x="512" y="511"/>
                  </a:cubicBezTo>
                  <a:lnTo>
                    <a:pt x="512" y="46"/>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60"/>
            <p:cNvSpPr/>
            <p:nvPr/>
          </p:nvSpPr>
          <p:spPr>
            <a:xfrm>
              <a:off x="6916178" y="2764898"/>
              <a:ext cx="41275" cy="46837"/>
            </a:xfrm>
            <a:custGeom>
              <a:avLst/>
              <a:gdLst/>
              <a:ahLst/>
              <a:cxnLst/>
              <a:rect l="l" t="t" r="r" b="b"/>
              <a:pathLst>
                <a:path w="512" h="581" extrusionOk="0">
                  <a:moveTo>
                    <a:pt x="410" y="103"/>
                  </a:moveTo>
                  <a:lnTo>
                    <a:pt x="410" y="478"/>
                  </a:lnTo>
                  <a:lnTo>
                    <a:pt x="102" y="478"/>
                  </a:lnTo>
                  <a:lnTo>
                    <a:pt x="102" y="103"/>
                  </a:lnTo>
                  <a:close/>
                  <a:moveTo>
                    <a:pt x="57" y="0"/>
                  </a:moveTo>
                  <a:cubicBezTo>
                    <a:pt x="23" y="0"/>
                    <a:pt x="1" y="23"/>
                    <a:pt x="1" y="58"/>
                  </a:cubicBezTo>
                  <a:lnTo>
                    <a:pt x="1" y="523"/>
                  </a:lnTo>
                  <a:cubicBezTo>
                    <a:pt x="1" y="558"/>
                    <a:pt x="23" y="581"/>
                    <a:pt x="57" y="581"/>
                  </a:cubicBezTo>
                  <a:lnTo>
                    <a:pt x="455" y="581"/>
                  </a:lnTo>
                  <a:cubicBezTo>
                    <a:pt x="489" y="581"/>
                    <a:pt x="512" y="558"/>
                    <a:pt x="512" y="523"/>
                  </a:cubicBezTo>
                  <a:lnTo>
                    <a:pt x="512" y="58"/>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60"/>
            <p:cNvSpPr/>
            <p:nvPr/>
          </p:nvSpPr>
          <p:spPr>
            <a:xfrm>
              <a:off x="6916178" y="2827213"/>
              <a:ext cx="41275" cy="46837"/>
            </a:xfrm>
            <a:custGeom>
              <a:avLst/>
              <a:gdLst/>
              <a:ahLst/>
              <a:cxnLst/>
              <a:rect l="l" t="t" r="r" b="b"/>
              <a:pathLst>
                <a:path w="512" h="581" extrusionOk="0">
                  <a:moveTo>
                    <a:pt x="410" y="103"/>
                  </a:moveTo>
                  <a:lnTo>
                    <a:pt x="410" y="478"/>
                  </a:lnTo>
                  <a:lnTo>
                    <a:pt x="102" y="478"/>
                  </a:lnTo>
                  <a:lnTo>
                    <a:pt x="102" y="103"/>
                  </a:lnTo>
                  <a:close/>
                  <a:moveTo>
                    <a:pt x="57" y="0"/>
                  </a:moveTo>
                  <a:cubicBezTo>
                    <a:pt x="23" y="0"/>
                    <a:pt x="1" y="23"/>
                    <a:pt x="1" y="58"/>
                  </a:cubicBezTo>
                  <a:lnTo>
                    <a:pt x="1" y="523"/>
                  </a:lnTo>
                  <a:cubicBezTo>
                    <a:pt x="1" y="558"/>
                    <a:pt x="23" y="581"/>
                    <a:pt x="57" y="581"/>
                  </a:cubicBezTo>
                  <a:lnTo>
                    <a:pt x="455" y="581"/>
                  </a:lnTo>
                  <a:cubicBezTo>
                    <a:pt x="489" y="581"/>
                    <a:pt x="512" y="558"/>
                    <a:pt x="512" y="523"/>
                  </a:cubicBezTo>
                  <a:lnTo>
                    <a:pt x="512" y="58"/>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60"/>
            <p:cNvSpPr/>
            <p:nvPr/>
          </p:nvSpPr>
          <p:spPr>
            <a:xfrm>
              <a:off x="6916178" y="2889528"/>
              <a:ext cx="41275" cy="46837"/>
            </a:xfrm>
            <a:custGeom>
              <a:avLst/>
              <a:gdLst/>
              <a:ahLst/>
              <a:cxnLst/>
              <a:rect l="l" t="t" r="r" b="b"/>
              <a:pathLst>
                <a:path w="512" h="581" extrusionOk="0">
                  <a:moveTo>
                    <a:pt x="410" y="103"/>
                  </a:moveTo>
                  <a:lnTo>
                    <a:pt x="410" y="478"/>
                  </a:lnTo>
                  <a:lnTo>
                    <a:pt x="102" y="478"/>
                  </a:lnTo>
                  <a:lnTo>
                    <a:pt x="102" y="103"/>
                  </a:lnTo>
                  <a:close/>
                  <a:moveTo>
                    <a:pt x="57" y="0"/>
                  </a:moveTo>
                  <a:cubicBezTo>
                    <a:pt x="23" y="0"/>
                    <a:pt x="1" y="23"/>
                    <a:pt x="1" y="58"/>
                  </a:cubicBezTo>
                  <a:lnTo>
                    <a:pt x="1" y="523"/>
                  </a:lnTo>
                  <a:cubicBezTo>
                    <a:pt x="1" y="558"/>
                    <a:pt x="23" y="581"/>
                    <a:pt x="57" y="581"/>
                  </a:cubicBezTo>
                  <a:lnTo>
                    <a:pt x="455" y="581"/>
                  </a:lnTo>
                  <a:cubicBezTo>
                    <a:pt x="489" y="581"/>
                    <a:pt x="512" y="558"/>
                    <a:pt x="512" y="523"/>
                  </a:cubicBezTo>
                  <a:lnTo>
                    <a:pt x="512" y="58"/>
                  </a:lnTo>
                  <a:cubicBezTo>
                    <a:pt x="512" y="23"/>
                    <a:pt x="489" y="0"/>
                    <a:pt x="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60"/>
            <p:cNvSpPr/>
            <p:nvPr/>
          </p:nvSpPr>
          <p:spPr>
            <a:xfrm>
              <a:off x="6916178" y="2951844"/>
              <a:ext cx="41275" cy="46837"/>
            </a:xfrm>
            <a:custGeom>
              <a:avLst/>
              <a:gdLst/>
              <a:ahLst/>
              <a:cxnLst/>
              <a:rect l="l" t="t" r="r" b="b"/>
              <a:pathLst>
                <a:path w="512" h="581" extrusionOk="0">
                  <a:moveTo>
                    <a:pt x="410" y="103"/>
                  </a:moveTo>
                  <a:lnTo>
                    <a:pt x="410" y="478"/>
                  </a:lnTo>
                  <a:lnTo>
                    <a:pt x="102" y="478"/>
                  </a:lnTo>
                  <a:lnTo>
                    <a:pt x="102" y="103"/>
                  </a:lnTo>
                  <a:close/>
                  <a:moveTo>
                    <a:pt x="57" y="1"/>
                  </a:moveTo>
                  <a:cubicBezTo>
                    <a:pt x="23" y="1"/>
                    <a:pt x="1" y="23"/>
                    <a:pt x="1" y="58"/>
                  </a:cubicBezTo>
                  <a:lnTo>
                    <a:pt x="1" y="523"/>
                  </a:lnTo>
                  <a:cubicBezTo>
                    <a:pt x="1" y="558"/>
                    <a:pt x="23" y="581"/>
                    <a:pt x="57" y="581"/>
                  </a:cubicBezTo>
                  <a:lnTo>
                    <a:pt x="455" y="581"/>
                  </a:lnTo>
                  <a:cubicBezTo>
                    <a:pt x="489" y="581"/>
                    <a:pt x="512" y="558"/>
                    <a:pt x="512" y="523"/>
                  </a:cubicBezTo>
                  <a:lnTo>
                    <a:pt x="512" y="58"/>
                  </a:lnTo>
                  <a:cubicBezTo>
                    <a:pt x="512" y="23"/>
                    <a:pt x="489" y="1"/>
                    <a:pt x="4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60"/>
            <p:cNvSpPr/>
            <p:nvPr/>
          </p:nvSpPr>
          <p:spPr>
            <a:xfrm>
              <a:off x="7015173" y="2474442"/>
              <a:ext cx="861533" cy="21121"/>
            </a:xfrm>
            <a:custGeom>
              <a:avLst/>
              <a:gdLst/>
              <a:ahLst/>
              <a:cxnLst/>
              <a:rect l="l" t="t" r="r" b="b"/>
              <a:pathLst>
                <a:path w="10687" h="262" extrusionOk="0">
                  <a:moveTo>
                    <a:pt x="0" y="0"/>
                  </a:moveTo>
                  <a:lnTo>
                    <a:pt x="0" y="261"/>
                  </a:lnTo>
                  <a:lnTo>
                    <a:pt x="10687" y="261"/>
                  </a:lnTo>
                  <a:lnTo>
                    <a:pt x="10687"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60"/>
            <p:cNvSpPr/>
            <p:nvPr/>
          </p:nvSpPr>
          <p:spPr>
            <a:xfrm>
              <a:off x="7015173" y="2999487"/>
              <a:ext cx="861533" cy="22089"/>
            </a:xfrm>
            <a:custGeom>
              <a:avLst/>
              <a:gdLst/>
              <a:ahLst/>
              <a:cxnLst/>
              <a:rect l="l" t="t" r="r" b="b"/>
              <a:pathLst>
                <a:path w="10687" h="274" extrusionOk="0">
                  <a:moveTo>
                    <a:pt x="0" y="1"/>
                  </a:moveTo>
                  <a:lnTo>
                    <a:pt x="0" y="274"/>
                  </a:lnTo>
                  <a:lnTo>
                    <a:pt x="10687" y="274"/>
                  </a:lnTo>
                  <a:lnTo>
                    <a:pt x="10687"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60"/>
            <p:cNvSpPr/>
            <p:nvPr/>
          </p:nvSpPr>
          <p:spPr>
            <a:xfrm>
              <a:off x="7202119" y="3407399"/>
              <a:ext cx="373006" cy="17413"/>
            </a:xfrm>
            <a:custGeom>
              <a:avLst/>
              <a:gdLst/>
              <a:ahLst/>
              <a:cxnLst/>
              <a:rect l="l" t="t" r="r" b="b"/>
              <a:pathLst>
                <a:path w="4627" h="216" extrusionOk="0">
                  <a:moveTo>
                    <a:pt x="0" y="0"/>
                  </a:moveTo>
                  <a:lnTo>
                    <a:pt x="0" y="216"/>
                  </a:lnTo>
                  <a:lnTo>
                    <a:pt x="4627" y="216"/>
                  </a:lnTo>
                  <a:lnTo>
                    <a:pt x="46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60"/>
            <p:cNvSpPr/>
            <p:nvPr/>
          </p:nvSpPr>
          <p:spPr>
            <a:xfrm>
              <a:off x="7198492" y="3403691"/>
              <a:ext cx="380342" cy="24829"/>
            </a:xfrm>
            <a:custGeom>
              <a:avLst/>
              <a:gdLst/>
              <a:ahLst/>
              <a:cxnLst/>
              <a:rect l="l" t="t" r="r" b="b"/>
              <a:pathLst>
                <a:path w="4718" h="308" extrusionOk="0">
                  <a:moveTo>
                    <a:pt x="4616" y="102"/>
                  </a:moveTo>
                  <a:lnTo>
                    <a:pt x="4616" y="216"/>
                  </a:lnTo>
                  <a:lnTo>
                    <a:pt x="91" y="216"/>
                  </a:lnTo>
                  <a:lnTo>
                    <a:pt x="91" y="102"/>
                  </a:lnTo>
                  <a:close/>
                  <a:moveTo>
                    <a:pt x="45" y="1"/>
                  </a:moveTo>
                  <a:cubicBezTo>
                    <a:pt x="11" y="1"/>
                    <a:pt x="0" y="23"/>
                    <a:pt x="0" y="46"/>
                  </a:cubicBezTo>
                  <a:lnTo>
                    <a:pt x="0" y="262"/>
                  </a:lnTo>
                  <a:cubicBezTo>
                    <a:pt x="0" y="284"/>
                    <a:pt x="11" y="307"/>
                    <a:pt x="45" y="307"/>
                  </a:cubicBezTo>
                  <a:lnTo>
                    <a:pt x="4672" y="307"/>
                  </a:lnTo>
                  <a:cubicBezTo>
                    <a:pt x="4695" y="307"/>
                    <a:pt x="4717" y="284"/>
                    <a:pt x="4717" y="262"/>
                  </a:cubicBezTo>
                  <a:lnTo>
                    <a:pt x="4717" y="46"/>
                  </a:lnTo>
                  <a:cubicBezTo>
                    <a:pt x="4717" y="23"/>
                    <a:pt x="4695" y="1"/>
                    <a:pt x="46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60"/>
            <p:cNvSpPr/>
            <p:nvPr/>
          </p:nvSpPr>
          <p:spPr>
            <a:xfrm>
              <a:off x="6952858" y="3393614"/>
              <a:ext cx="865241" cy="31198"/>
            </a:xfrm>
            <a:custGeom>
              <a:avLst/>
              <a:gdLst/>
              <a:ahLst/>
              <a:cxnLst/>
              <a:rect l="l" t="t" r="r" b="b"/>
              <a:pathLst>
                <a:path w="10733" h="387" extrusionOk="0">
                  <a:moveTo>
                    <a:pt x="0" y="0"/>
                  </a:moveTo>
                  <a:lnTo>
                    <a:pt x="0" y="387"/>
                  </a:lnTo>
                  <a:lnTo>
                    <a:pt x="10732" y="387"/>
                  </a:lnTo>
                  <a:lnTo>
                    <a:pt x="107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60"/>
            <p:cNvSpPr/>
            <p:nvPr/>
          </p:nvSpPr>
          <p:spPr>
            <a:xfrm>
              <a:off x="6949149" y="3389906"/>
              <a:ext cx="873464" cy="38615"/>
            </a:xfrm>
            <a:custGeom>
              <a:avLst/>
              <a:gdLst/>
              <a:ahLst/>
              <a:cxnLst/>
              <a:rect l="l" t="t" r="r" b="b"/>
              <a:pathLst>
                <a:path w="10835" h="479" extrusionOk="0">
                  <a:moveTo>
                    <a:pt x="10733" y="103"/>
                  </a:moveTo>
                  <a:lnTo>
                    <a:pt x="10733" y="387"/>
                  </a:lnTo>
                  <a:lnTo>
                    <a:pt x="103" y="387"/>
                  </a:lnTo>
                  <a:lnTo>
                    <a:pt x="103" y="103"/>
                  </a:lnTo>
                  <a:close/>
                  <a:moveTo>
                    <a:pt x="46" y="1"/>
                  </a:moveTo>
                  <a:cubicBezTo>
                    <a:pt x="24" y="1"/>
                    <a:pt x="1" y="23"/>
                    <a:pt x="1" y="46"/>
                  </a:cubicBezTo>
                  <a:lnTo>
                    <a:pt x="1" y="433"/>
                  </a:lnTo>
                  <a:cubicBezTo>
                    <a:pt x="1" y="455"/>
                    <a:pt x="24" y="478"/>
                    <a:pt x="46" y="478"/>
                  </a:cubicBezTo>
                  <a:lnTo>
                    <a:pt x="10778" y="478"/>
                  </a:lnTo>
                  <a:cubicBezTo>
                    <a:pt x="10812" y="478"/>
                    <a:pt x="10834" y="455"/>
                    <a:pt x="10834" y="433"/>
                  </a:cubicBezTo>
                  <a:lnTo>
                    <a:pt x="10834" y="46"/>
                  </a:lnTo>
                  <a:cubicBezTo>
                    <a:pt x="10834" y="23"/>
                    <a:pt x="10812" y="1"/>
                    <a:pt x="10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60"/>
            <p:cNvSpPr/>
            <p:nvPr/>
          </p:nvSpPr>
          <p:spPr>
            <a:xfrm>
              <a:off x="6125264" y="3520986"/>
              <a:ext cx="70619" cy="1077903"/>
            </a:xfrm>
            <a:custGeom>
              <a:avLst/>
              <a:gdLst/>
              <a:ahLst/>
              <a:cxnLst/>
              <a:rect l="l" t="t" r="r" b="b"/>
              <a:pathLst>
                <a:path w="876" h="13371" extrusionOk="0">
                  <a:moveTo>
                    <a:pt x="0" y="1"/>
                  </a:moveTo>
                  <a:lnTo>
                    <a:pt x="217" y="13370"/>
                  </a:lnTo>
                  <a:lnTo>
                    <a:pt x="659" y="13370"/>
                  </a:lnTo>
                  <a:lnTo>
                    <a:pt x="8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60"/>
            <p:cNvSpPr/>
            <p:nvPr/>
          </p:nvSpPr>
          <p:spPr>
            <a:xfrm>
              <a:off x="6120669" y="3517358"/>
              <a:ext cx="78922" cy="1086045"/>
            </a:xfrm>
            <a:custGeom>
              <a:avLst/>
              <a:gdLst/>
              <a:ahLst/>
              <a:cxnLst/>
              <a:rect l="l" t="t" r="r" b="b"/>
              <a:pathLst>
                <a:path w="979" h="13472" extrusionOk="0">
                  <a:moveTo>
                    <a:pt x="876" y="102"/>
                  </a:moveTo>
                  <a:lnTo>
                    <a:pt x="660" y="13370"/>
                  </a:lnTo>
                  <a:lnTo>
                    <a:pt x="319" y="13370"/>
                  </a:lnTo>
                  <a:lnTo>
                    <a:pt x="103" y="102"/>
                  </a:lnTo>
                  <a:close/>
                  <a:moveTo>
                    <a:pt x="57" y="0"/>
                  </a:moveTo>
                  <a:cubicBezTo>
                    <a:pt x="46" y="0"/>
                    <a:pt x="34" y="0"/>
                    <a:pt x="23" y="11"/>
                  </a:cubicBezTo>
                  <a:cubicBezTo>
                    <a:pt x="12" y="23"/>
                    <a:pt x="1" y="34"/>
                    <a:pt x="1" y="46"/>
                  </a:cubicBezTo>
                  <a:lnTo>
                    <a:pt x="228" y="13415"/>
                  </a:lnTo>
                  <a:cubicBezTo>
                    <a:pt x="228" y="13449"/>
                    <a:pt x="251" y="13472"/>
                    <a:pt x="274" y="13472"/>
                  </a:cubicBezTo>
                  <a:lnTo>
                    <a:pt x="716" y="13472"/>
                  </a:lnTo>
                  <a:cubicBezTo>
                    <a:pt x="739" y="13472"/>
                    <a:pt x="762" y="13449"/>
                    <a:pt x="762" y="13415"/>
                  </a:cubicBezTo>
                  <a:lnTo>
                    <a:pt x="978" y="46"/>
                  </a:lnTo>
                  <a:cubicBezTo>
                    <a:pt x="978" y="34"/>
                    <a:pt x="978" y="23"/>
                    <a:pt x="967" y="11"/>
                  </a:cubicBezTo>
                  <a:cubicBezTo>
                    <a:pt x="956" y="0"/>
                    <a:pt x="944" y="0"/>
                    <a:pt x="9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60"/>
            <p:cNvSpPr/>
            <p:nvPr/>
          </p:nvSpPr>
          <p:spPr>
            <a:xfrm>
              <a:off x="6162831" y="3520986"/>
              <a:ext cx="33052" cy="1077903"/>
            </a:xfrm>
            <a:custGeom>
              <a:avLst/>
              <a:gdLst/>
              <a:ahLst/>
              <a:cxnLst/>
              <a:rect l="l" t="t" r="r" b="b"/>
              <a:pathLst>
                <a:path w="410" h="13371" extrusionOk="0">
                  <a:moveTo>
                    <a:pt x="23" y="1"/>
                  </a:moveTo>
                  <a:lnTo>
                    <a:pt x="1" y="13370"/>
                  </a:lnTo>
                  <a:lnTo>
                    <a:pt x="193" y="13370"/>
                  </a:lnTo>
                  <a:lnTo>
                    <a:pt x="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60"/>
            <p:cNvSpPr/>
            <p:nvPr/>
          </p:nvSpPr>
          <p:spPr>
            <a:xfrm>
              <a:off x="6158236" y="3517358"/>
              <a:ext cx="41355" cy="1086045"/>
            </a:xfrm>
            <a:custGeom>
              <a:avLst/>
              <a:gdLst/>
              <a:ahLst/>
              <a:cxnLst/>
              <a:rect l="l" t="t" r="r" b="b"/>
              <a:pathLst>
                <a:path w="513" h="13472" extrusionOk="0">
                  <a:moveTo>
                    <a:pt x="410" y="102"/>
                  </a:moveTo>
                  <a:lnTo>
                    <a:pt x="194" y="13370"/>
                  </a:lnTo>
                  <a:lnTo>
                    <a:pt x="103" y="13370"/>
                  </a:lnTo>
                  <a:lnTo>
                    <a:pt x="126" y="102"/>
                  </a:lnTo>
                  <a:close/>
                  <a:moveTo>
                    <a:pt x="80" y="0"/>
                  </a:moveTo>
                  <a:cubicBezTo>
                    <a:pt x="46" y="0"/>
                    <a:pt x="23" y="23"/>
                    <a:pt x="23" y="46"/>
                  </a:cubicBezTo>
                  <a:lnTo>
                    <a:pt x="0" y="13415"/>
                  </a:lnTo>
                  <a:cubicBezTo>
                    <a:pt x="0" y="13438"/>
                    <a:pt x="12" y="13449"/>
                    <a:pt x="12" y="13449"/>
                  </a:cubicBezTo>
                  <a:cubicBezTo>
                    <a:pt x="23" y="13461"/>
                    <a:pt x="35" y="13472"/>
                    <a:pt x="58" y="13472"/>
                  </a:cubicBezTo>
                  <a:lnTo>
                    <a:pt x="250" y="13472"/>
                  </a:lnTo>
                  <a:cubicBezTo>
                    <a:pt x="273" y="13472"/>
                    <a:pt x="296" y="13449"/>
                    <a:pt x="296" y="13415"/>
                  </a:cubicBezTo>
                  <a:lnTo>
                    <a:pt x="512" y="46"/>
                  </a:lnTo>
                  <a:cubicBezTo>
                    <a:pt x="512" y="34"/>
                    <a:pt x="512" y="23"/>
                    <a:pt x="501" y="11"/>
                  </a:cubicBezTo>
                  <a:cubicBezTo>
                    <a:pt x="490" y="0"/>
                    <a:pt x="478" y="0"/>
                    <a:pt x="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60"/>
            <p:cNvSpPr/>
            <p:nvPr/>
          </p:nvSpPr>
          <p:spPr>
            <a:xfrm>
              <a:off x="6626609" y="3520986"/>
              <a:ext cx="70619" cy="1077903"/>
            </a:xfrm>
            <a:custGeom>
              <a:avLst/>
              <a:gdLst/>
              <a:ahLst/>
              <a:cxnLst/>
              <a:rect l="l" t="t" r="r" b="b"/>
              <a:pathLst>
                <a:path w="876" h="13371" extrusionOk="0">
                  <a:moveTo>
                    <a:pt x="0" y="1"/>
                  </a:moveTo>
                  <a:lnTo>
                    <a:pt x="216" y="13370"/>
                  </a:lnTo>
                  <a:lnTo>
                    <a:pt x="659" y="13370"/>
                  </a:lnTo>
                  <a:lnTo>
                    <a:pt x="8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60"/>
            <p:cNvSpPr/>
            <p:nvPr/>
          </p:nvSpPr>
          <p:spPr>
            <a:xfrm>
              <a:off x="6622900" y="3517358"/>
              <a:ext cx="77955" cy="1086045"/>
            </a:xfrm>
            <a:custGeom>
              <a:avLst/>
              <a:gdLst/>
              <a:ahLst/>
              <a:cxnLst/>
              <a:rect l="l" t="t" r="r" b="b"/>
              <a:pathLst>
                <a:path w="967" h="13472" extrusionOk="0">
                  <a:moveTo>
                    <a:pt x="876" y="102"/>
                  </a:moveTo>
                  <a:lnTo>
                    <a:pt x="648" y="13370"/>
                  </a:lnTo>
                  <a:lnTo>
                    <a:pt x="319" y="13370"/>
                  </a:lnTo>
                  <a:lnTo>
                    <a:pt x="102" y="102"/>
                  </a:lnTo>
                  <a:close/>
                  <a:moveTo>
                    <a:pt x="46" y="0"/>
                  </a:moveTo>
                  <a:cubicBezTo>
                    <a:pt x="34" y="0"/>
                    <a:pt x="23" y="0"/>
                    <a:pt x="12" y="11"/>
                  </a:cubicBezTo>
                  <a:cubicBezTo>
                    <a:pt x="1" y="23"/>
                    <a:pt x="1" y="34"/>
                    <a:pt x="1" y="46"/>
                  </a:cubicBezTo>
                  <a:lnTo>
                    <a:pt x="216" y="13415"/>
                  </a:lnTo>
                  <a:cubicBezTo>
                    <a:pt x="216" y="13449"/>
                    <a:pt x="239" y="13472"/>
                    <a:pt x="262" y="13472"/>
                  </a:cubicBezTo>
                  <a:lnTo>
                    <a:pt x="705" y="13472"/>
                  </a:lnTo>
                  <a:cubicBezTo>
                    <a:pt x="728" y="13472"/>
                    <a:pt x="751" y="13449"/>
                    <a:pt x="751" y="13415"/>
                  </a:cubicBezTo>
                  <a:lnTo>
                    <a:pt x="966" y="46"/>
                  </a:lnTo>
                  <a:cubicBezTo>
                    <a:pt x="966" y="34"/>
                    <a:pt x="966" y="23"/>
                    <a:pt x="956" y="11"/>
                  </a:cubicBezTo>
                  <a:cubicBezTo>
                    <a:pt x="944" y="0"/>
                    <a:pt x="933" y="0"/>
                    <a:pt x="9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60"/>
            <p:cNvSpPr/>
            <p:nvPr/>
          </p:nvSpPr>
          <p:spPr>
            <a:xfrm>
              <a:off x="6664095" y="3520986"/>
              <a:ext cx="33133" cy="1077903"/>
            </a:xfrm>
            <a:custGeom>
              <a:avLst/>
              <a:gdLst/>
              <a:ahLst/>
              <a:cxnLst/>
              <a:rect l="l" t="t" r="r" b="b"/>
              <a:pathLst>
                <a:path w="411" h="13371" extrusionOk="0">
                  <a:moveTo>
                    <a:pt x="23" y="1"/>
                  </a:moveTo>
                  <a:lnTo>
                    <a:pt x="1" y="13370"/>
                  </a:lnTo>
                  <a:lnTo>
                    <a:pt x="194" y="13370"/>
                  </a:lnTo>
                  <a:lnTo>
                    <a:pt x="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60"/>
            <p:cNvSpPr/>
            <p:nvPr/>
          </p:nvSpPr>
          <p:spPr>
            <a:xfrm>
              <a:off x="6659580" y="3517358"/>
              <a:ext cx="41275" cy="1086045"/>
            </a:xfrm>
            <a:custGeom>
              <a:avLst/>
              <a:gdLst/>
              <a:ahLst/>
              <a:cxnLst/>
              <a:rect l="l" t="t" r="r" b="b"/>
              <a:pathLst>
                <a:path w="512" h="13472" extrusionOk="0">
                  <a:moveTo>
                    <a:pt x="421" y="102"/>
                  </a:moveTo>
                  <a:lnTo>
                    <a:pt x="193" y="13370"/>
                  </a:lnTo>
                  <a:lnTo>
                    <a:pt x="102" y="13370"/>
                  </a:lnTo>
                  <a:lnTo>
                    <a:pt x="137" y="102"/>
                  </a:lnTo>
                  <a:close/>
                  <a:moveTo>
                    <a:pt x="79" y="0"/>
                  </a:moveTo>
                  <a:cubicBezTo>
                    <a:pt x="57" y="0"/>
                    <a:pt x="34" y="23"/>
                    <a:pt x="34" y="46"/>
                  </a:cubicBezTo>
                  <a:lnTo>
                    <a:pt x="0" y="13415"/>
                  </a:lnTo>
                  <a:cubicBezTo>
                    <a:pt x="0" y="13438"/>
                    <a:pt x="11" y="13449"/>
                    <a:pt x="23" y="13449"/>
                  </a:cubicBezTo>
                  <a:cubicBezTo>
                    <a:pt x="34" y="13461"/>
                    <a:pt x="46" y="13472"/>
                    <a:pt x="57" y="13472"/>
                  </a:cubicBezTo>
                  <a:lnTo>
                    <a:pt x="250" y="13472"/>
                  </a:lnTo>
                  <a:cubicBezTo>
                    <a:pt x="273" y="13472"/>
                    <a:pt x="296" y="13449"/>
                    <a:pt x="296" y="13415"/>
                  </a:cubicBezTo>
                  <a:lnTo>
                    <a:pt x="511" y="46"/>
                  </a:lnTo>
                  <a:cubicBezTo>
                    <a:pt x="511" y="34"/>
                    <a:pt x="511" y="23"/>
                    <a:pt x="501" y="11"/>
                  </a:cubicBezTo>
                  <a:cubicBezTo>
                    <a:pt x="489" y="0"/>
                    <a:pt x="478"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60"/>
            <p:cNvSpPr/>
            <p:nvPr/>
          </p:nvSpPr>
          <p:spPr>
            <a:xfrm>
              <a:off x="6446918" y="3520986"/>
              <a:ext cx="70619" cy="1077903"/>
            </a:xfrm>
            <a:custGeom>
              <a:avLst/>
              <a:gdLst/>
              <a:ahLst/>
              <a:cxnLst/>
              <a:rect l="l" t="t" r="r" b="b"/>
              <a:pathLst>
                <a:path w="876" h="13371" extrusionOk="0">
                  <a:moveTo>
                    <a:pt x="1" y="1"/>
                  </a:moveTo>
                  <a:lnTo>
                    <a:pt x="216" y="13370"/>
                  </a:lnTo>
                  <a:lnTo>
                    <a:pt x="660" y="13370"/>
                  </a:lnTo>
                  <a:lnTo>
                    <a:pt x="8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60"/>
            <p:cNvSpPr/>
            <p:nvPr/>
          </p:nvSpPr>
          <p:spPr>
            <a:xfrm>
              <a:off x="6443290" y="3517358"/>
              <a:ext cx="77955" cy="1086045"/>
            </a:xfrm>
            <a:custGeom>
              <a:avLst/>
              <a:gdLst/>
              <a:ahLst/>
              <a:cxnLst/>
              <a:rect l="l" t="t" r="r" b="b"/>
              <a:pathLst>
                <a:path w="967" h="13472" extrusionOk="0">
                  <a:moveTo>
                    <a:pt x="875" y="102"/>
                  </a:moveTo>
                  <a:lnTo>
                    <a:pt x="648" y="13370"/>
                  </a:lnTo>
                  <a:lnTo>
                    <a:pt x="319" y="13370"/>
                  </a:lnTo>
                  <a:lnTo>
                    <a:pt x="102" y="102"/>
                  </a:lnTo>
                  <a:close/>
                  <a:moveTo>
                    <a:pt x="46" y="0"/>
                  </a:moveTo>
                  <a:cubicBezTo>
                    <a:pt x="34" y="0"/>
                    <a:pt x="23" y="0"/>
                    <a:pt x="11" y="11"/>
                  </a:cubicBezTo>
                  <a:cubicBezTo>
                    <a:pt x="0" y="23"/>
                    <a:pt x="0" y="34"/>
                    <a:pt x="0" y="46"/>
                  </a:cubicBezTo>
                  <a:lnTo>
                    <a:pt x="216" y="13415"/>
                  </a:lnTo>
                  <a:cubicBezTo>
                    <a:pt x="216" y="13449"/>
                    <a:pt x="239" y="13472"/>
                    <a:pt x="261" y="13472"/>
                  </a:cubicBezTo>
                  <a:lnTo>
                    <a:pt x="705" y="13472"/>
                  </a:lnTo>
                  <a:cubicBezTo>
                    <a:pt x="728" y="13472"/>
                    <a:pt x="751" y="13449"/>
                    <a:pt x="751" y="13415"/>
                  </a:cubicBezTo>
                  <a:lnTo>
                    <a:pt x="966" y="46"/>
                  </a:lnTo>
                  <a:cubicBezTo>
                    <a:pt x="966" y="34"/>
                    <a:pt x="966" y="23"/>
                    <a:pt x="955" y="11"/>
                  </a:cubicBezTo>
                  <a:cubicBezTo>
                    <a:pt x="944" y="0"/>
                    <a:pt x="933" y="0"/>
                    <a:pt x="9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60"/>
            <p:cNvSpPr/>
            <p:nvPr/>
          </p:nvSpPr>
          <p:spPr>
            <a:xfrm>
              <a:off x="6484485" y="3520986"/>
              <a:ext cx="33052" cy="1077903"/>
            </a:xfrm>
            <a:custGeom>
              <a:avLst/>
              <a:gdLst/>
              <a:ahLst/>
              <a:cxnLst/>
              <a:rect l="l" t="t" r="r" b="b"/>
              <a:pathLst>
                <a:path w="410" h="13371" extrusionOk="0">
                  <a:moveTo>
                    <a:pt x="23" y="1"/>
                  </a:moveTo>
                  <a:lnTo>
                    <a:pt x="1" y="13370"/>
                  </a:lnTo>
                  <a:lnTo>
                    <a:pt x="194" y="13370"/>
                  </a:lnTo>
                  <a:lnTo>
                    <a:pt x="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60"/>
            <p:cNvSpPr/>
            <p:nvPr/>
          </p:nvSpPr>
          <p:spPr>
            <a:xfrm>
              <a:off x="6479970" y="3517358"/>
              <a:ext cx="41275" cy="1086045"/>
            </a:xfrm>
            <a:custGeom>
              <a:avLst/>
              <a:gdLst/>
              <a:ahLst/>
              <a:cxnLst/>
              <a:rect l="l" t="t" r="r" b="b"/>
              <a:pathLst>
                <a:path w="512" h="13472" extrusionOk="0">
                  <a:moveTo>
                    <a:pt x="420" y="102"/>
                  </a:moveTo>
                  <a:lnTo>
                    <a:pt x="193" y="13370"/>
                  </a:lnTo>
                  <a:lnTo>
                    <a:pt x="102" y="13370"/>
                  </a:lnTo>
                  <a:lnTo>
                    <a:pt x="137" y="102"/>
                  </a:lnTo>
                  <a:close/>
                  <a:moveTo>
                    <a:pt x="79" y="0"/>
                  </a:moveTo>
                  <a:cubicBezTo>
                    <a:pt x="57" y="0"/>
                    <a:pt x="34" y="23"/>
                    <a:pt x="34" y="46"/>
                  </a:cubicBezTo>
                  <a:lnTo>
                    <a:pt x="0" y="13415"/>
                  </a:lnTo>
                  <a:cubicBezTo>
                    <a:pt x="0" y="13438"/>
                    <a:pt x="11" y="13449"/>
                    <a:pt x="23" y="13449"/>
                  </a:cubicBezTo>
                  <a:cubicBezTo>
                    <a:pt x="34" y="13461"/>
                    <a:pt x="46" y="13472"/>
                    <a:pt x="57" y="13472"/>
                  </a:cubicBezTo>
                  <a:lnTo>
                    <a:pt x="250" y="13472"/>
                  </a:lnTo>
                  <a:cubicBezTo>
                    <a:pt x="273" y="13472"/>
                    <a:pt x="296" y="13449"/>
                    <a:pt x="296" y="13415"/>
                  </a:cubicBezTo>
                  <a:lnTo>
                    <a:pt x="511" y="46"/>
                  </a:lnTo>
                  <a:cubicBezTo>
                    <a:pt x="511" y="34"/>
                    <a:pt x="511" y="23"/>
                    <a:pt x="500" y="11"/>
                  </a:cubicBezTo>
                  <a:cubicBezTo>
                    <a:pt x="489" y="0"/>
                    <a:pt x="478"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60"/>
            <p:cNvSpPr/>
            <p:nvPr/>
          </p:nvSpPr>
          <p:spPr>
            <a:xfrm>
              <a:off x="6786065" y="3520986"/>
              <a:ext cx="70619" cy="1077903"/>
            </a:xfrm>
            <a:custGeom>
              <a:avLst/>
              <a:gdLst/>
              <a:ahLst/>
              <a:cxnLst/>
              <a:rect l="l" t="t" r="r" b="b"/>
              <a:pathLst>
                <a:path w="876" h="13371" extrusionOk="0">
                  <a:moveTo>
                    <a:pt x="0" y="1"/>
                  </a:moveTo>
                  <a:lnTo>
                    <a:pt x="216" y="13370"/>
                  </a:lnTo>
                  <a:lnTo>
                    <a:pt x="660" y="13370"/>
                  </a:lnTo>
                  <a:lnTo>
                    <a:pt x="8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60"/>
            <p:cNvSpPr/>
            <p:nvPr/>
          </p:nvSpPr>
          <p:spPr>
            <a:xfrm>
              <a:off x="6782357" y="3517358"/>
              <a:ext cx="77955" cy="1086045"/>
            </a:xfrm>
            <a:custGeom>
              <a:avLst/>
              <a:gdLst/>
              <a:ahLst/>
              <a:cxnLst/>
              <a:rect l="l" t="t" r="r" b="b"/>
              <a:pathLst>
                <a:path w="967" h="13472" extrusionOk="0">
                  <a:moveTo>
                    <a:pt x="865" y="102"/>
                  </a:moveTo>
                  <a:lnTo>
                    <a:pt x="648" y="13370"/>
                  </a:lnTo>
                  <a:lnTo>
                    <a:pt x="319" y="13370"/>
                  </a:lnTo>
                  <a:lnTo>
                    <a:pt x="103" y="102"/>
                  </a:lnTo>
                  <a:close/>
                  <a:moveTo>
                    <a:pt x="46" y="0"/>
                  </a:moveTo>
                  <a:cubicBezTo>
                    <a:pt x="34" y="0"/>
                    <a:pt x="23" y="0"/>
                    <a:pt x="12" y="11"/>
                  </a:cubicBezTo>
                  <a:cubicBezTo>
                    <a:pt x="1" y="23"/>
                    <a:pt x="1" y="34"/>
                    <a:pt x="1" y="46"/>
                  </a:cubicBezTo>
                  <a:lnTo>
                    <a:pt x="216" y="13415"/>
                  </a:lnTo>
                  <a:cubicBezTo>
                    <a:pt x="216" y="13449"/>
                    <a:pt x="239" y="13472"/>
                    <a:pt x="262" y="13472"/>
                  </a:cubicBezTo>
                  <a:lnTo>
                    <a:pt x="706" y="13472"/>
                  </a:lnTo>
                  <a:cubicBezTo>
                    <a:pt x="728" y="13472"/>
                    <a:pt x="751" y="13449"/>
                    <a:pt x="751" y="13415"/>
                  </a:cubicBezTo>
                  <a:lnTo>
                    <a:pt x="967" y="46"/>
                  </a:lnTo>
                  <a:cubicBezTo>
                    <a:pt x="967" y="34"/>
                    <a:pt x="967" y="23"/>
                    <a:pt x="956" y="11"/>
                  </a:cubicBezTo>
                  <a:cubicBezTo>
                    <a:pt x="944" y="0"/>
                    <a:pt x="933" y="0"/>
                    <a:pt x="9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60"/>
            <p:cNvSpPr/>
            <p:nvPr/>
          </p:nvSpPr>
          <p:spPr>
            <a:xfrm>
              <a:off x="6823551" y="3520986"/>
              <a:ext cx="33133" cy="1077903"/>
            </a:xfrm>
            <a:custGeom>
              <a:avLst/>
              <a:gdLst/>
              <a:ahLst/>
              <a:cxnLst/>
              <a:rect l="l" t="t" r="r" b="b"/>
              <a:pathLst>
                <a:path w="411" h="13371" extrusionOk="0">
                  <a:moveTo>
                    <a:pt x="24" y="1"/>
                  </a:moveTo>
                  <a:lnTo>
                    <a:pt x="1" y="13370"/>
                  </a:lnTo>
                  <a:lnTo>
                    <a:pt x="195" y="13370"/>
                  </a:lnTo>
                  <a:lnTo>
                    <a:pt x="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60"/>
            <p:cNvSpPr/>
            <p:nvPr/>
          </p:nvSpPr>
          <p:spPr>
            <a:xfrm>
              <a:off x="6819037" y="3517358"/>
              <a:ext cx="41275" cy="1086045"/>
            </a:xfrm>
            <a:custGeom>
              <a:avLst/>
              <a:gdLst/>
              <a:ahLst/>
              <a:cxnLst/>
              <a:rect l="l" t="t" r="r" b="b"/>
              <a:pathLst>
                <a:path w="512" h="13472" extrusionOk="0">
                  <a:moveTo>
                    <a:pt x="410" y="102"/>
                  </a:moveTo>
                  <a:lnTo>
                    <a:pt x="193" y="13370"/>
                  </a:lnTo>
                  <a:lnTo>
                    <a:pt x="102" y="13370"/>
                  </a:lnTo>
                  <a:lnTo>
                    <a:pt x="125" y="102"/>
                  </a:lnTo>
                  <a:close/>
                  <a:moveTo>
                    <a:pt x="80" y="0"/>
                  </a:moveTo>
                  <a:cubicBezTo>
                    <a:pt x="46" y="0"/>
                    <a:pt x="34" y="23"/>
                    <a:pt x="23" y="46"/>
                  </a:cubicBezTo>
                  <a:lnTo>
                    <a:pt x="0" y="13415"/>
                  </a:lnTo>
                  <a:cubicBezTo>
                    <a:pt x="0" y="13438"/>
                    <a:pt x="11" y="13449"/>
                    <a:pt x="11" y="13449"/>
                  </a:cubicBezTo>
                  <a:cubicBezTo>
                    <a:pt x="23" y="13461"/>
                    <a:pt x="34" y="13472"/>
                    <a:pt x="57" y="13472"/>
                  </a:cubicBezTo>
                  <a:lnTo>
                    <a:pt x="251" y="13472"/>
                  </a:lnTo>
                  <a:cubicBezTo>
                    <a:pt x="273" y="13472"/>
                    <a:pt x="296" y="13449"/>
                    <a:pt x="296" y="13415"/>
                  </a:cubicBezTo>
                  <a:lnTo>
                    <a:pt x="512" y="46"/>
                  </a:lnTo>
                  <a:cubicBezTo>
                    <a:pt x="512" y="34"/>
                    <a:pt x="512" y="23"/>
                    <a:pt x="501" y="11"/>
                  </a:cubicBezTo>
                  <a:cubicBezTo>
                    <a:pt x="489" y="0"/>
                    <a:pt x="478"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60"/>
            <p:cNvSpPr/>
            <p:nvPr/>
          </p:nvSpPr>
          <p:spPr>
            <a:xfrm>
              <a:off x="6313178" y="3537512"/>
              <a:ext cx="551729" cy="674586"/>
            </a:xfrm>
            <a:custGeom>
              <a:avLst/>
              <a:gdLst/>
              <a:ahLst/>
              <a:cxnLst/>
              <a:rect l="l" t="t" r="r" b="b"/>
              <a:pathLst>
                <a:path w="6844" h="8368" extrusionOk="0">
                  <a:moveTo>
                    <a:pt x="0" y="0"/>
                  </a:moveTo>
                  <a:lnTo>
                    <a:pt x="0" y="8368"/>
                  </a:lnTo>
                  <a:lnTo>
                    <a:pt x="6844" y="8368"/>
                  </a:lnTo>
                  <a:lnTo>
                    <a:pt x="68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60"/>
            <p:cNvSpPr/>
            <p:nvPr/>
          </p:nvSpPr>
          <p:spPr>
            <a:xfrm>
              <a:off x="6308502" y="3533803"/>
              <a:ext cx="561000" cy="682003"/>
            </a:xfrm>
            <a:custGeom>
              <a:avLst/>
              <a:gdLst/>
              <a:ahLst/>
              <a:cxnLst/>
              <a:rect l="l" t="t" r="r" b="b"/>
              <a:pathLst>
                <a:path w="6959" h="8460" extrusionOk="0">
                  <a:moveTo>
                    <a:pt x="6856" y="103"/>
                  </a:moveTo>
                  <a:lnTo>
                    <a:pt x="6856" y="8368"/>
                  </a:lnTo>
                  <a:lnTo>
                    <a:pt x="104" y="8368"/>
                  </a:lnTo>
                  <a:lnTo>
                    <a:pt x="104" y="103"/>
                  </a:lnTo>
                  <a:close/>
                  <a:moveTo>
                    <a:pt x="58" y="1"/>
                  </a:moveTo>
                  <a:cubicBezTo>
                    <a:pt x="24" y="1"/>
                    <a:pt x="1" y="24"/>
                    <a:pt x="1" y="46"/>
                  </a:cubicBezTo>
                  <a:lnTo>
                    <a:pt x="1" y="8414"/>
                  </a:lnTo>
                  <a:cubicBezTo>
                    <a:pt x="1" y="8436"/>
                    <a:pt x="24" y="8459"/>
                    <a:pt x="58" y="8459"/>
                  </a:cubicBezTo>
                  <a:lnTo>
                    <a:pt x="6902" y="8459"/>
                  </a:lnTo>
                  <a:cubicBezTo>
                    <a:pt x="6936" y="8459"/>
                    <a:pt x="6958" y="8436"/>
                    <a:pt x="6958" y="8414"/>
                  </a:cubicBezTo>
                  <a:lnTo>
                    <a:pt x="6958" y="46"/>
                  </a:lnTo>
                  <a:cubicBezTo>
                    <a:pt x="6958" y="24"/>
                    <a:pt x="6936"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60"/>
            <p:cNvSpPr/>
            <p:nvPr/>
          </p:nvSpPr>
          <p:spPr>
            <a:xfrm>
              <a:off x="6160090" y="3537512"/>
              <a:ext cx="552696" cy="674586"/>
            </a:xfrm>
            <a:custGeom>
              <a:avLst/>
              <a:gdLst/>
              <a:ahLst/>
              <a:cxnLst/>
              <a:rect l="l" t="t" r="r" b="b"/>
              <a:pathLst>
                <a:path w="6856" h="8368" extrusionOk="0">
                  <a:moveTo>
                    <a:pt x="0" y="0"/>
                  </a:moveTo>
                  <a:lnTo>
                    <a:pt x="0" y="8368"/>
                  </a:lnTo>
                  <a:lnTo>
                    <a:pt x="6856" y="8368"/>
                  </a:lnTo>
                  <a:lnTo>
                    <a:pt x="6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60"/>
            <p:cNvSpPr/>
            <p:nvPr/>
          </p:nvSpPr>
          <p:spPr>
            <a:xfrm>
              <a:off x="6156381" y="3533803"/>
              <a:ext cx="560113" cy="682003"/>
            </a:xfrm>
            <a:custGeom>
              <a:avLst/>
              <a:gdLst/>
              <a:ahLst/>
              <a:cxnLst/>
              <a:rect l="l" t="t" r="r" b="b"/>
              <a:pathLst>
                <a:path w="6948" h="8460" extrusionOk="0">
                  <a:moveTo>
                    <a:pt x="6856" y="103"/>
                  </a:moveTo>
                  <a:lnTo>
                    <a:pt x="6856" y="8368"/>
                  </a:lnTo>
                  <a:lnTo>
                    <a:pt x="103" y="8368"/>
                  </a:lnTo>
                  <a:lnTo>
                    <a:pt x="103" y="103"/>
                  </a:lnTo>
                  <a:close/>
                  <a:moveTo>
                    <a:pt x="46" y="1"/>
                  </a:moveTo>
                  <a:cubicBezTo>
                    <a:pt x="23" y="1"/>
                    <a:pt x="1" y="24"/>
                    <a:pt x="1" y="46"/>
                  </a:cubicBezTo>
                  <a:lnTo>
                    <a:pt x="1" y="8414"/>
                  </a:lnTo>
                  <a:cubicBezTo>
                    <a:pt x="1" y="8436"/>
                    <a:pt x="23" y="8459"/>
                    <a:pt x="46" y="8459"/>
                  </a:cubicBezTo>
                  <a:lnTo>
                    <a:pt x="6902" y="8459"/>
                  </a:lnTo>
                  <a:cubicBezTo>
                    <a:pt x="6935" y="8459"/>
                    <a:pt x="6947" y="8436"/>
                    <a:pt x="6947" y="8414"/>
                  </a:cubicBezTo>
                  <a:lnTo>
                    <a:pt x="6947" y="46"/>
                  </a:lnTo>
                  <a:cubicBezTo>
                    <a:pt x="6947" y="24"/>
                    <a:pt x="693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60"/>
            <p:cNvSpPr/>
            <p:nvPr/>
          </p:nvSpPr>
          <p:spPr>
            <a:xfrm>
              <a:off x="7775856" y="3520986"/>
              <a:ext cx="70619" cy="1077903"/>
            </a:xfrm>
            <a:custGeom>
              <a:avLst/>
              <a:gdLst/>
              <a:ahLst/>
              <a:cxnLst/>
              <a:rect l="l" t="t" r="r" b="b"/>
              <a:pathLst>
                <a:path w="876" h="13371" extrusionOk="0">
                  <a:moveTo>
                    <a:pt x="0" y="1"/>
                  </a:moveTo>
                  <a:lnTo>
                    <a:pt x="216" y="13370"/>
                  </a:lnTo>
                  <a:lnTo>
                    <a:pt x="648" y="13370"/>
                  </a:lnTo>
                  <a:lnTo>
                    <a:pt x="8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60"/>
            <p:cNvSpPr/>
            <p:nvPr/>
          </p:nvSpPr>
          <p:spPr>
            <a:xfrm>
              <a:off x="7771181" y="3517358"/>
              <a:ext cx="78922" cy="1086045"/>
            </a:xfrm>
            <a:custGeom>
              <a:avLst/>
              <a:gdLst/>
              <a:ahLst/>
              <a:cxnLst/>
              <a:rect l="l" t="t" r="r" b="b"/>
              <a:pathLst>
                <a:path w="979" h="13472" extrusionOk="0">
                  <a:moveTo>
                    <a:pt x="877" y="102"/>
                  </a:moveTo>
                  <a:lnTo>
                    <a:pt x="660" y="13370"/>
                  </a:lnTo>
                  <a:lnTo>
                    <a:pt x="319" y="13370"/>
                  </a:lnTo>
                  <a:lnTo>
                    <a:pt x="104" y="102"/>
                  </a:lnTo>
                  <a:close/>
                  <a:moveTo>
                    <a:pt x="58" y="0"/>
                  </a:moveTo>
                  <a:cubicBezTo>
                    <a:pt x="35" y="0"/>
                    <a:pt x="24" y="0"/>
                    <a:pt x="24" y="11"/>
                  </a:cubicBezTo>
                  <a:cubicBezTo>
                    <a:pt x="13" y="23"/>
                    <a:pt x="1" y="34"/>
                    <a:pt x="1" y="46"/>
                  </a:cubicBezTo>
                  <a:lnTo>
                    <a:pt x="217" y="13415"/>
                  </a:lnTo>
                  <a:cubicBezTo>
                    <a:pt x="228" y="13449"/>
                    <a:pt x="240" y="13472"/>
                    <a:pt x="274" y="13472"/>
                  </a:cubicBezTo>
                  <a:lnTo>
                    <a:pt x="706" y="13472"/>
                  </a:lnTo>
                  <a:cubicBezTo>
                    <a:pt x="740" y="13472"/>
                    <a:pt x="763" y="13449"/>
                    <a:pt x="763" y="13415"/>
                  </a:cubicBezTo>
                  <a:lnTo>
                    <a:pt x="979" y="46"/>
                  </a:lnTo>
                  <a:cubicBezTo>
                    <a:pt x="979" y="34"/>
                    <a:pt x="979" y="23"/>
                    <a:pt x="968" y="11"/>
                  </a:cubicBezTo>
                  <a:cubicBezTo>
                    <a:pt x="956" y="0"/>
                    <a:pt x="945" y="0"/>
                    <a:pt x="9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60"/>
            <p:cNvSpPr/>
            <p:nvPr/>
          </p:nvSpPr>
          <p:spPr>
            <a:xfrm>
              <a:off x="7812455" y="3520986"/>
              <a:ext cx="34020" cy="1077903"/>
            </a:xfrm>
            <a:custGeom>
              <a:avLst/>
              <a:gdLst/>
              <a:ahLst/>
              <a:cxnLst/>
              <a:rect l="l" t="t" r="r" b="b"/>
              <a:pathLst>
                <a:path w="422" h="13371" extrusionOk="0">
                  <a:moveTo>
                    <a:pt x="35" y="1"/>
                  </a:moveTo>
                  <a:lnTo>
                    <a:pt x="1" y="13370"/>
                  </a:lnTo>
                  <a:lnTo>
                    <a:pt x="194" y="13370"/>
                  </a:lnTo>
                  <a:lnTo>
                    <a:pt x="4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60"/>
            <p:cNvSpPr/>
            <p:nvPr/>
          </p:nvSpPr>
          <p:spPr>
            <a:xfrm>
              <a:off x="7808828" y="3517358"/>
              <a:ext cx="41275" cy="1086045"/>
            </a:xfrm>
            <a:custGeom>
              <a:avLst/>
              <a:gdLst/>
              <a:ahLst/>
              <a:cxnLst/>
              <a:rect l="l" t="t" r="r" b="b"/>
              <a:pathLst>
                <a:path w="512" h="13472" extrusionOk="0">
                  <a:moveTo>
                    <a:pt x="410" y="102"/>
                  </a:moveTo>
                  <a:lnTo>
                    <a:pt x="193" y="13370"/>
                  </a:lnTo>
                  <a:lnTo>
                    <a:pt x="102" y="13370"/>
                  </a:lnTo>
                  <a:lnTo>
                    <a:pt x="125" y="102"/>
                  </a:lnTo>
                  <a:close/>
                  <a:moveTo>
                    <a:pt x="80" y="0"/>
                  </a:moveTo>
                  <a:cubicBezTo>
                    <a:pt x="46" y="0"/>
                    <a:pt x="23" y="23"/>
                    <a:pt x="23" y="46"/>
                  </a:cubicBezTo>
                  <a:lnTo>
                    <a:pt x="0" y="13415"/>
                  </a:lnTo>
                  <a:cubicBezTo>
                    <a:pt x="0" y="13438"/>
                    <a:pt x="0" y="13449"/>
                    <a:pt x="11" y="13449"/>
                  </a:cubicBezTo>
                  <a:cubicBezTo>
                    <a:pt x="23" y="13461"/>
                    <a:pt x="34" y="13472"/>
                    <a:pt x="46" y="13472"/>
                  </a:cubicBezTo>
                  <a:lnTo>
                    <a:pt x="239" y="13472"/>
                  </a:lnTo>
                  <a:cubicBezTo>
                    <a:pt x="273" y="13472"/>
                    <a:pt x="296" y="13449"/>
                    <a:pt x="296" y="13415"/>
                  </a:cubicBezTo>
                  <a:lnTo>
                    <a:pt x="512" y="46"/>
                  </a:lnTo>
                  <a:cubicBezTo>
                    <a:pt x="512" y="34"/>
                    <a:pt x="512" y="23"/>
                    <a:pt x="501" y="11"/>
                  </a:cubicBezTo>
                  <a:cubicBezTo>
                    <a:pt x="489" y="0"/>
                    <a:pt x="478"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60"/>
            <p:cNvSpPr/>
            <p:nvPr/>
          </p:nvSpPr>
          <p:spPr>
            <a:xfrm>
              <a:off x="6078507" y="3480678"/>
              <a:ext cx="2111629" cy="74246"/>
            </a:xfrm>
            <a:custGeom>
              <a:avLst/>
              <a:gdLst/>
              <a:ahLst/>
              <a:cxnLst/>
              <a:rect l="l" t="t" r="r" b="b"/>
              <a:pathLst>
                <a:path w="26194" h="921" extrusionOk="0">
                  <a:moveTo>
                    <a:pt x="1" y="1"/>
                  </a:moveTo>
                  <a:lnTo>
                    <a:pt x="1" y="921"/>
                  </a:lnTo>
                  <a:lnTo>
                    <a:pt x="26194" y="921"/>
                  </a:lnTo>
                  <a:lnTo>
                    <a:pt x="26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60"/>
            <p:cNvSpPr/>
            <p:nvPr/>
          </p:nvSpPr>
          <p:spPr>
            <a:xfrm>
              <a:off x="6074880" y="3476083"/>
              <a:ext cx="2119852" cy="82550"/>
            </a:xfrm>
            <a:custGeom>
              <a:avLst/>
              <a:gdLst/>
              <a:ahLst/>
              <a:cxnLst/>
              <a:rect l="l" t="t" r="r" b="b"/>
              <a:pathLst>
                <a:path w="26296" h="1024" extrusionOk="0">
                  <a:moveTo>
                    <a:pt x="26193" y="103"/>
                  </a:moveTo>
                  <a:lnTo>
                    <a:pt x="26193" y="922"/>
                  </a:lnTo>
                  <a:lnTo>
                    <a:pt x="102" y="922"/>
                  </a:lnTo>
                  <a:lnTo>
                    <a:pt x="102" y="103"/>
                  </a:lnTo>
                  <a:close/>
                  <a:moveTo>
                    <a:pt x="46" y="0"/>
                  </a:moveTo>
                  <a:cubicBezTo>
                    <a:pt x="23" y="0"/>
                    <a:pt x="0" y="23"/>
                    <a:pt x="0" y="58"/>
                  </a:cubicBezTo>
                  <a:lnTo>
                    <a:pt x="0" y="978"/>
                  </a:lnTo>
                  <a:cubicBezTo>
                    <a:pt x="0" y="1001"/>
                    <a:pt x="23" y="1023"/>
                    <a:pt x="46" y="1023"/>
                  </a:cubicBezTo>
                  <a:lnTo>
                    <a:pt x="26239" y="1023"/>
                  </a:lnTo>
                  <a:cubicBezTo>
                    <a:pt x="26272" y="1023"/>
                    <a:pt x="26295" y="1001"/>
                    <a:pt x="26295" y="978"/>
                  </a:cubicBezTo>
                  <a:lnTo>
                    <a:pt x="26295" y="58"/>
                  </a:lnTo>
                  <a:cubicBezTo>
                    <a:pt x="26295" y="23"/>
                    <a:pt x="26272" y="0"/>
                    <a:pt x="262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60"/>
            <p:cNvSpPr/>
            <p:nvPr/>
          </p:nvSpPr>
          <p:spPr>
            <a:xfrm>
              <a:off x="6078507" y="3480678"/>
              <a:ext cx="2111629" cy="36760"/>
            </a:xfrm>
            <a:custGeom>
              <a:avLst/>
              <a:gdLst/>
              <a:ahLst/>
              <a:cxnLst/>
              <a:rect l="l" t="t" r="r" b="b"/>
              <a:pathLst>
                <a:path w="26194" h="456" extrusionOk="0">
                  <a:moveTo>
                    <a:pt x="1" y="1"/>
                  </a:moveTo>
                  <a:lnTo>
                    <a:pt x="1" y="455"/>
                  </a:lnTo>
                  <a:lnTo>
                    <a:pt x="26194" y="455"/>
                  </a:lnTo>
                  <a:lnTo>
                    <a:pt x="261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60"/>
            <p:cNvSpPr/>
            <p:nvPr/>
          </p:nvSpPr>
          <p:spPr>
            <a:xfrm>
              <a:off x="6074880" y="3476083"/>
              <a:ext cx="2119852" cy="45870"/>
            </a:xfrm>
            <a:custGeom>
              <a:avLst/>
              <a:gdLst/>
              <a:ahLst/>
              <a:cxnLst/>
              <a:rect l="l" t="t" r="r" b="b"/>
              <a:pathLst>
                <a:path w="26296" h="569" extrusionOk="0">
                  <a:moveTo>
                    <a:pt x="26193" y="103"/>
                  </a:moveTo>
                  <a:lnTo>
                    <a:pt x="26193" y="467"/>
                  </a:lnTo>
                  <a:lnTo>
                    <a:pt x="102" y="467"/>
                  </a:lnTo>
                  <a:lnTo>
                    <a:pt x="102" y="103"/>
                  </a:lnTo>
                  <a:close/>
                  <a:moveTo>
                    <a:pt x="46" y="0"/>
                  </a:moveTo>
                  <a:cubicBezTo>
                    <a:pt x="23" y="0"/>
                    <a:pt x="0" y="23"/>
                    <a:pt x="0" y="58"/>
                  </a:cubicBezTo>
                  <a:lnTo>
                    <a:pt x="0" y="512"/>
                  </a:lnTo>
                  <a:cubicBezTo>
                    <a:pt x="0" y="546"/>
                    <a:pt x="23" y="569"/>
                    <a:pt x="46" y="569"/>
                  </a:cubicBezTo>
                  <a:lnTo>
                    <a:pt x="26239" y="569"/>
                  </a:lnTo>
                  <a:cubicBezTo>
                    <a:pt x="26272" y="569"/>
                    <a:pt x="26295" y="546"/>
                    <a:pt x="26295" y="512"/>
                  </a:cubicBezTo>
                  <a:lnTo>
                    <a:pt x="26295" y="58"/>
                  </a:lnTo>
                  <a:cubicBezTo>
                    <a:pt x="26295" y="23"/>
                    <a:pt x="26272" y="0"/>
                    <a:pt x="262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60"/>
            <p:cNvSpPr/>
            <p:nvPr/>
          </p:nvSpPr>
          <p:spPr>
            <a:xfrm>
              <a:off x="7878479" y="3480678"/>
              <a:ext cx="311658" cy="74246"/>
            </a:xfrm>
            <a:custGeom>
              <a:avLst/>
              <a:gdLst/>
              <a:ahLst/>
              <a:cxnLst/>
              <a:rect l="l" t="t" r="r" b="b"/>
              <a:pathLst>
                <a:path w="3866" h="921" extrusionOk="0">
                  <a:moveTo>
                    <a:pt x="0" y="1"/>
                  </a:moveTo>
                  <a:lnTo>
                    <a:pt x="0" y="921"/>
                  </a:lnTo>
                  <a:lnTo>
                    <a:pt x="3866" y="921"/>
                  </a:lnTo>
                  <a:lnTo>
                    <a:pt x="38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60"/>
            <p:cNvSpPr/>
            <p:nvPr/>
          </p:nvSpPr>
          <p:spPr>
            <a:xfrm>
              <a:off x="7874771" y="3476083"/>
              <a:ext cx="319961" cy="82550"/>
            </a:xfrm>
            <a:custGeom>
              <a:avLst/>
              <a:gdLst/>
              <a:ahLst/>
              <a:cxnLst/>
              <a:rect l="l" t="t" r="r" b="b"/>
              <a:pathLst>
                <a:path w="3969" h="1024" extrusionOk="0">
                  <a:moveTo>
                    <a:pt x="3866" y="103"/>
                  </a:moveTo>
                  <a:lnTo>
                    <a:pt x="3866" y="922"/>
                  </a:lnTo>
                  <a:lnTo>
                    <a:pt x="92" y="922"/>
                  </a:lnTo>
                  <a:lnTo>
                    <a:pt x="92" y="103"/>
                  </a:lnTo>
                  <a:close/>
                  <a:moveTo>
                    <a:pt x="46" y="0"/>
                  </a:moveTo>
                  <a:cubicBezTo>
                    <a:pt x="24" y="0"/>
                    <a:pt x="1" y="23"/>
                    <a:pt x="1" y="58"/>
                  </a:cubicBezTo>
                  <a:lnTo>
                    <a:pt x="1" y="978"/>
                  </a:lnTo>
                  <a:cubicBezTo>
                    <a:pt x="1" y="1001"/>
                    <a:pt x="24" y="1023"/>
                    <a:pt x="46" y="1023"/>
                  </a:cubicBezTo>
                  <a:lnTo>
                    <a:pt x="3912" y="1023"/>
                  </a:lnTo>
                  <a:cubicBezTo>
                    <a:pt x="3945" y="1023"/>
                    <a:pt x="3968" y="1001"/>
                    <a:pt x="3968" y="978"/>
                  </a:cubicBezTo>
                  <a:lnTo>
                    <a:pt x="3968" y="58"/>
                  </a:lnTo>
                  <a:cubicBezTo>
                    <a:pt x="3968" y="23"/>
                    <a:pt x="3945" y="0"/>
                    <a:pt x="3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60"/>
            <p:cNvSpPr/>
            <p:nvPr/>
          </p:nvSpPr>
          <p:spPr>
            <a:xfrm>
              <a:off x="6021674" y="3421104"/>
              <a:ext cx="2237147" cy="74327"/>
            </a:xfrm>
            <a:custGeom>
              <a:avLst/>
              <a:gdLst/>
              <a:ahLst/>
              <a:cxnLst/>
              <a:rect l="l" t="t" r="r" b="b"/>
              <a:pathLst>
                <a:path w="27751" h="922" extrusionOk="0">
                  <a:moveTo>
                    <a:pt x="1" y="0"/>
                  </a:moveTo>
                  <a:lnTo>
                    <a:pt x="1" y="921"/>
                  </a:lnTo>
                  <a:lnTo>
                    <a:pt x="27751" y="921"/>
                  </a:lnTo>
                  <a:lnTo>
                    <a:pt x="277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1" name="Google Shape;1281;p60"/>
            <p:cNvSpPr/>
            <p:nvPr/>
          </p:nvSpPr>
          <p:spPr>
            <a:xfrm>
              <a:off x="6017079" y="3416509"/>
              <a:ext cx="2245450" cy="82550"/>
            </a:xfrm>
            <a:custGeom>
              <a:avLst/>
              <a:gdLst/>
              <a:ahLst/>
              <a:cxnLst/>
              <a:rect l="l" t="t" r="r" b="b"/>
              <a:pathLst>
                <a:path w="27854" h="1024" extrusionOk="0">
                  <a:moveTo>
                    <a:pt x="27751" y="103"/>
                  </a:moveTo>
                  <a:lnTo>
                    <a:pt x="27751" y="921"/>
                  </a:lnTo>
                  <a:lnTo>
                    <a:pt x="103" y="921"/>
                  </a:lnTo>
                  <a:lnTo>
                    <a:pt x="103" y="103"/>
                  </a:lnTo>
                  <a:close/>
                  <a:moveTo>
                    <a:pt x="58" y="1"/>
                  </a:moveTo>
                  <a:cubicBezTo>
                    <a:pt x="23" y="1"/>
                    <a:pt x="1" y="24"/>
                    <a:pt x="1" y="57"/>
                  </a:cubicBezTo>
                  <a:lnTo>
                    <a:pt x="1" y="978"/>
                  </a:lnTo>
                  <a:cubicBezTo>
                    <a:pt x="1" y="1001"/>
                    <a:pt x="23" y="1024"/>
                    <a:pt x="58" y="1024"/>
                  </a:cubicBezTo>
                  <a:lnTo>
                    <a:pt x="27808" y="1024"/>
                  </a:lnTo>
                  <a:cubicBezTo>
                    <a:pt x="27831" y="1024"/>
                    <a:pt x="27853" y="1001"/>
                    <a:pt x="27853" y="978"/>
                  </a:cubicBezTo>
                  <a:lnTo>
                    <a:pt x="27853" y="57"/>
                  </a:lnTo>
                  <a:cubicBezTo>
                    <a:pt x="27853" y="24"/>
                    <a:pt x="27831" y="1"/>
                    <a:pt x="278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60"/>
            <p:cNvSpPr/>
            <p:nvPr/>
          </p:nvSpPr>
          <p:spPr>
            <a:xfrm>
              <a:off x="6195802" y="3602568"/>
              <a:ext cx="483045" cy="235638"/>
            </a:xfrm>
            <a:custGeom>
              <a:avLst/>
              <a:gdLst/>
              <a:ahLst/>
              <a:cxnLst/>
              <a:rect l="l" t="t" r="r" b="b"/>
              <a:pathLst>
                <a:path w="5992" h="2923" extrusionOk="0">
                  <a:moveTo>
                    <a:pt x="1" y="0"/>
                  </a:moveTo>
                  <a:lnTo>
                    <a:pt x="1" y="2922"/>
                  </a:lnTo>
                  <a:lnTo>
                    <a:pt x="5992" y="2922"/>
                  </a:lnTo>
                  <a:lnTo>
                    <a:pt x="59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60"/>
            <p:cNvSpPr/>
            <p:nvPr/>
          </p:nvSpPr>
          <p:spPr>
            <a:xfrm>
              <a:off x="6191207" y="3597973"/>
              <a:ext cx="492235" cy="243860"/>
            </a:xfrm>
            <a:custGeom>
              <a:avLst/>
              <a:gdLst/>
              <a:ahLst/>
              <a:cxnLst/>
              <a:rect l="l" t="t" r="r" b="b"/>
              <a:pathLst>
                <a:path w="6106" h="3025" extrusionOk="0">
                  <a:moveTo>
                    <a:pt x="6003" y="103"/>
                  </a:moveTo>
                  <a:lnTo>
                    <a:pt x="6003" y="2922"/>
                  </a:lnTo>
                  <a:lnTo>
                    <a:pt x="103" y="2922"/>
                  </a:lnTo>
                  <a:lnTo>
                    <a:pt x="103" y="103"/>
                  </a:lnTo>
                  <a:close/>
                  <a:moveTo>
                    <a:pt x="58" y="1"/>
                  </a:moveTo>
                  <a:cubicBezTo>
                    <a:pt x="23" y="1"/>
                    <a:pt x="1" y="23"/>
                    <a:pt x="1" y="57"/>
                  </a:cubicBezTo>
                  <a:lnTo>
                    <a:pt x="1" y="2979"/>
                  </a:lnTo>
                  <a:cubicBezTo>
                    <a:pt x="1" y="3002"/>
                    <a:pt x="23" y="3025"/>
                    <a:pt x="58" y="3025"/>
                  </a:cubicBezTo>
                  <a:lnTo>
                    <a:pt x="6049" y="3025"/>
                  </a:lnTo>
                  <a:cubicBezTo>
                    <a:pt x="6083" y="3025"/>
                    <a:pt x="6106" y="3002"/>
                    <a:pt x="6106" y="2979"/>
                  </a:cubicBezTo>
                  <a:lnTo>
                    <a:pt x="6106" y="57"/>
                  </a:lnTo>
                  <a:cubicBezTo>
                    <a:pt x="6106" y="23"/>
                    <a:pt x="6083" y="1"/>
                    <a:pt x="60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60"/>
            <p:cNvSpPr/>
            <p:nvPr/>
          </p:nvSpPr>
          <p:spPr>
            <a:xfrm>
              <a:off x="6384603" y="3696001"/>
              <a:ext cx="105444" cy="36760"/>
            </a:xfrm>
            <a:custGeom>
              <a:avLst/>
              <a:gdLst/>
              <a:ahLst/>
              <a:cxnLst/>
              <a:rect l="l" t="t" r="r" b="b"/>
              <a:pathLst>
                <a:path w="1308" h="456" extrusionOk="0">
                  <a:moveTo>
                    <a:pt x="1" y="1"/>
                  </a:moveTo>
                  <a:lnTo>
                    <a:pt x="1" y="455"/>
                  </a:lnTo>
                  <a:lnTo>
                    <a:pt x="1308" y="455"/>
                  </a:lnTo>
                  <a:lnTo>
                    <a:pt x="13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60"/>
            <p:cNvSpPr/>
            <p:nvPr/>
          </p:nvSpPr>
          <p:spPr>
            <a:xfrm>
              <a:off x="6380007" y="3691486"/>
              <a:ext cx="113748" cy="44903"/>
            </a:xfrm>
            <a:custGeom>
              <a:avLst/>
              <a:gdLst/>
              <a:ahLst/>
              <a:cxnLst/>
              <a:rect l="l" t="t" r="r" b="b"/>
              <a:pathLst>
                <a:path w="1411" h="557" extrusionOk="0">
                  <a:moveTo>
                    <a:pt x="1319" y="102"/>
                  </a:moveTo>
                  <a:lnTo>
                    <a:pt x="1319" y="455"/>
                  </a:lnTo>
                  <a:lnTo>
                    <a:pt x="103" y="455"/>
                  </a:lnTo>
                  <a:lnTo>
                    <a:pt x="103" y="102"/>
                  </a:lnTo>
                  <a:close/>
                  <a:moveTo>
                    <a:pt x="58" y="0"/>
                  </a:moveTo>
                  <a:cubicBezTo>
                    <a:pt x="23" y="0"/>
                    <a:pt x="1" y="23"/>
                    <a:pt x="1" y="57"/>
                  </a:cubicBezTo>
                  <a:lnTo>
                    <a:pt x="1" y="511"/>
                  </a:lnTo>
                  <a:cubicBezTo>
                    <a:pt x="1" y="534"/>
                    <a:pt x="23" y="557"/>
                    <a:pt x="58" y="557"/>
                  </a:cubicBezTo>
                  <a:lnTo>
                    <a:pt x="1365" y="557"/>
                  </a:lnTo>
                  <a:cubicBezTo>
                    <a:pt x="1387" y="557"/>
                    <a:pt x="1410" y="534"/>
                    <a:pt x="1410" y="511"/>
                  </a:cubicBezTo>
                  <a:lnTo>
                    <a:pt x="1410" y="57"/>
                  </a:lnTo>
                  <a:cubicBezTo>
                    <a:pt x="1410" y="23"/>
                    <a:pt x="1387" y="0"/>
                    <a:pt x="13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60"/>
            <p:cNvSpPr/>
            <p:nvPr/>
          </p:nvSpPr>
          <p:spPr>
            <a:xfrm>
              <a:off x="6195802" y="3898586"/>
              <a:ext cx="483045" cy="236524"/>
            </a:xfrm>
            <a:custGeom>
              <a:avLst/>
              <a:gdLst/>
              <a:ahLst/>
              <a:cxnLst/>
              <a:rect l="l" t="t" r="r" b="b"/>
              <a:pathLst>
                <a:path w="5992" h="2934" extrusionOk="0">
                  <a:moveTo>
                    <a:pt x="1" y="1"/>
                  </a:moveTo>
                  <a:lnTo>
                    <a:pt x="1" y="2934"/>
                  </a:lnTo>
                  <a:lnTo>
                    <a:pt x="5992" y="2934"/>
                  </a:lnTo>
                  <a:lnTo>
                    <a:pt x="59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60"/>
            <p:cNvSpPr/>
            <p:nvPr/>
          </p:nvSpPr>
          <p:spPr>
            <a:xfrm>
              <a:off x="6191207" y="3894959"/>
              <a:ext cx="492235" cy="243860"/>
            </a:xfrm>
            <a:custGeom>
              <a:avLst/>
              <a:gdLst/>
              <a:ahLst/>
              <a:cxnLst/>
              <a:rect l="l" t="t" r="r" b="b"/>
              <a:pathLst>
                <a:path w="6106" h="3025" extrusionOk="0">
                  <a:moveTo>
                    <a:pt x="6003" y="102"/>
                  </a:moveTo>
                  <a:lnTo>
                    <a:pt x="6003" y="2921"/>
                  </a:lnTo>
                  <a:lnTo>
                    <a:pt x="103" y="2921"/>
                  </a:lnTo>
                  <a:lnTo>
                    <a:pt x="103" y="102"/>
                  </a:lnTo>
                  <a:close/>
                  <a:moveTo>
                    <a:pt x="58" y="0"/>
                  </a:moveTo>
                  <a:cubicBezTo>
                    <a:pt x="23" y="0"/>
                    <a:pt x="1" y="23"/>
                    <a:pt x="1" y="46"/>
                  </a:cubicBezTo>
                  <a:lnTo>
                    <a:pt x="1" y="2979"/>
                  </a:lnTo>
                  <a:cubicBezTo>
                    <a:pt x="1" y="3001"/>
                    <a:pt x="23" y="3024"/>
                    <a:pt x="58" y="3024"/>
                  </a:cubicBezTo>
                  <a:lnTo>
                    <a:pt x="6049" y="3024"/>
                  </a:lnTo>
                  <a:cubicBezTo>
                    <a:pt x="6083" y="3024"/>
                    <a:pt x="6106" y="3001"/>
                    <a:pt x="6106" y="2979"/>
                  </a:cubicBezTo>
                  <a:lnTo>
                    <a:pt x="6106" y="46"/>
                  </a:lnTo>
                  <a:cubicBezTo>
                    <a:pt x="6106" y="23"/>
                    <a:pt x="6083" y="0"/>
                    <a:pt x="6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60"/>
            <p:cNvSpPr/>
            <p:nvPr/>
          </p:nvSpPr>
          <p:spPr>
            <a:xfrm>
              <a:off x="6384603" y="3992100"/>
              <a:ext cx="105444" cy="36680"/>
            </a:xfrm>
            <a:custGeom>
              <a:avLst/>
              <a:gdLst/>
              <a:ahLst/>
              <a:cxnLst/>
              <a:rect l="l" t="t" r="r" b="b"/>
              <a:pathLst>
                <a:path w="1308" h="455" extrusionOk="0">
                  <a:moveTo>
                    <a:pt x="1" y="0"/>
                  </a:moveTo>
                  <a:lnTo>
                    <a:pt x="1" y="455"/>
                  </a:lnTo>
                  <a:lnTo>
                    <a:pt x="1308" y="455"/>
                  </a:lnTo>
                  <a:lnTo>
                    <a:pt x="13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60"/>
            <p:cNvSpPr/>
            <p:nvPr/>
          </p:nvSpPr>
          <p:spPr>
            <a:xfrm>
              <a:off x="6380007" y="3988391"/>
              <a:ext cx="113748" cy="44983"/>
            </a:xfrm>
            <a:custGeom>
              <a:avLst/>
              <a:gdLst/>
              <a:ahLst/>
              <a:cxnLst/>
              <a:rect l="l" t="t" r="r" b="b"/>
              <a:pathLst>
                <a:path w="1411" h="558" extrusionOk="0">
                  <a:moveTo>
                    <a:pt x="1319" y="103"/>
                  </a:moveTo>
                  <a:lnTo>
                    <a:pt x="1319" y="455"/>
                  </a:lnTo>
                  <a:lnTo>
                    <a:pt x="103" y="455"/>
                  </a:lnTo>
                  <a:lnTo>
                    <a:pt x="103" y="103"/>
                  </a:lnTo>
                  <a:close/>
                  <a:moveTo>
                    <a:pt x="58" y="1"/>
                  </a:moveTo>
                  <a:cubicBezTo>
                    <a:pt x="23" y="1"/>
                    <a:pt x="1" y="23"/>
                    <a:pt x="1" y="46"/>
                  </a:cubicBezTo>
                  <a:lnTo>
                    <a:pt x="1" y="501"/>
                  </a:lnTo>
                  <a:cubicBezTo>
                    <a:pt x="1" y="535"/>
                    <a:pt x="23" y="557"/>
                    <a:pt x="58" y="557"/>
                  </a:cubicBezTo>
                  <a:lnTo>
                    <a:pt x="1365" y="557"/>
                  </a:lnTo>
                  <a:cubicBezTo>
                    <a:pt x="1387" y="557"/>
                    <a:pt x="1410" y="535"/>
                    <a:pt x="1410" y="501"/>
                  </a:cubicBezTo>
                  <a:lnTo>
                    <a:pt x="1410" y="46"/>
                  </a:lnTo>
                  <a:cubicBezTo>
                    <a:pt x="1410" y="23"/>
                    <a:pt x="1387" y="1"/>
                    <a:pt x="13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60"/>
            <p:cNvSpPr/>
            <p:nvPr/>
          </p:nvSpPr>
          <p:spPr>
            <a:xfrm>
              <a:off x="7422924" y="3678669"/>
              <a:ext cx="144946" cy="290536"/>
            </a:xfrm>
            <a:custGeom>
              <a:avLst/>
              <a:gdLst/>
              <a:ahLst/>
              <a:cxnLst/>
              <a:rect l="l" t="t" r="r" b="b"/>
              <a:pathLst>
                <a:path w="1798" h="3604" extrusionOk="0">
                  <a:moveTo>
                    <a:pt x="1" y="0"/>
                  </a:moveTo>
                  <a:lnTo>
                    <a:pt x="1" y="3604"/>
                  </a:lnTo>
                  <a:lnTo>
                    <a:pt x="1797" y="3604"/>
                  </a:lnTo>
                  <a:lnTo>
                    <a:pt x="1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60"/>
            <p:cNvSpPr/>
            <p:nvPr/>
          </p:nvSpPr>
          <p:spPr>
            <a:xfrm>
              <a:off x="7459604" y="3865615"/>
              <a:ext cx="71586" cy="402349"/>
            </a:xfrm>
            <a:custGeom>
              <a:avLst/>
              <a:gdLst/>
              <a:ahLst/>
              <a:cxnLst/>
              <a:rect l="l" t="t" r="r" b="b"/>
              <a:pathLst>
                <a:path w="888" h="4991" extrusionOk="0">
                  <a:moveTo>
                    <a:pt x="1" y="0"/>
                  </a:moveTo>
                  <a:lnTo>
                    <a:pt x="1" y="4991"/>
                  </a:lnTo>
                  <a:lnTo>
                    <a:pt x="887" y="4991"/>
                  </a:lnTo>
                  <a:lnTo>
                    <a:pt x="8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60"/>
            <p:cNvSpPr/>
            <p:nvPr/>
          </p:nvSpPr>
          <p:spPr>
            <a:xfrm>
              <a:off x="7488947" y="4237653"/>
              <a:ext cx="638874" cy="362123"/>
            </a:xfrm>
            <a:custGeom>
              <a:avLst/>
              <a:gdLst/>
              <a:ahLst/>
              <a:cxnLst/>
              <a:rect l="l" t="t" r="r" b="b"/>
              <a:pathLst>
                <a:path w="7925" h="4492" extrusionOk="0">
                  <a:moveTo>
                    <a:pt x="444" y="1"/>
                  </a:moveTo>
                  <a:lnTo>
                    <a:pt x="0" y="319"/>
                  </a:lnTo>
                  <a:cubicBezTo>
                    <a:pt x="2069" y="1694"/>
                    <a:pt x="3138" y="1558"/>
                    <a:pt x="4616" y="1888"/>
                  </a:cubicBezTo>
                  <a:cubicBezTo>
                    <a:pt x="5469" y="2058"/>
                    <a:pt x="6219" y="2570"/>
                    <a:pt x="6697" y="3298"/>
                  </a:cubicBezTo>
                  <a:cubicBezTo>
                    <a:pt x="6571" y="3434"/>
                    <a:pt x="6503" y="3604"/>
                    <a:pt x="6503" y="3786"/>
                  </a:cubicBezTo>
                  <a:cubicBezTo>
                    <a:pt x="6515" y="4185"/>
                    <a:pt x="6833" y="4491"/>
                    <a:pt x="7220" y="4491"/>
                  </a:cubicBezTo>
                  <a:cubicBezTo>
                    <a:pt x="7606" y="4491"/>
                    <a:pt x="7925" y="4173"/>
                    <a:pt x="7913" y="3775"/>
                  </a:cubicBezTo>
                  <a:cubicBezTo>
                    <a:pt x="7913" y="2990"/>
                    <a:pt x="6730" y="2308"/>
                    <a:pt x="6139" y="1990"/>
                  </a:cubicBezTo>
                  <a:cubicBezTo>
                    <a:pt x="5219" y="1502"/>
                    <a:pt x="4150" y="1308"/>
                    <a:pt x="3138" y="1149"/>
                  </a:cubicBezTo>
                  <a:cubicBezTo>
                    <a:pt x="1195" y="853"/>
                    <a:pt x="444" y="1"/>
                    <a:pt x="4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60"/>
            <p:cNvSpPr/>
            <p:nvPr/>
          </p:nvSpPr>
          <p:spPr>
            <a:xfrm>
              <a:off x="6870389" y="4237653"/>
              <a:ext cx="638793" cy="362123"/>
            </a:xfrm>
            <a:custGeom>
              <a:avLst/>
              <a:gdLst/>
              <a:ahLst/>
              <a:cxnLst/>
              <a:rect l="l" t="t" r="r" b="b"/>
              <a:pathLst>
                <a:path w="7924" h="4492" extrusionOk="0">
                  <a:moveTo>
                    <a:pt x="7481" y="1"/>
                  </a:moveTo>
                  <a:cubicBezTo>
                    <a:pt x="7481" y="1"/>
                    <a:pt x="6730" y="853"/>
                    <a:pt x="4786" y="1149"/>
                  </a:cubicBezTo>
                  <a:cubicBezTo>
                    <a:pt x="3763" y="1308"/>
                    <a:pt x="2706" y="1502"/>
                    <a:pt x="1785" y="1990"/>
                  </a:cubicBezTo>
                  <a:cubicBezTo>
                    <a:pt x="1182" y="2308"/>
                    <a:pt x="0" y="2990"/>
                    <a:pt x="0" y="3775"/>
                  </a:cubicBezTo>
                  <a:cubicBezTo>
                    <a:pt x="0" y="4173"/>
                    <a:pt x="318" y="4491"/>
                    <a:pt x="705" y="4491"/>
                  </a:cubicBezTo>
                  <a:cubicBezTo>
                    <a:pt x="1091" y="4491"/>
                    <a:pt x="1410" y="4185"/>
                    <a:pt x="1421" y="3798"/>
                  </a:cubicBezTo>
                  <a:cubicBezTo>
                    <a:pt x="1421" y="3604"/>
                    <a:pt x="1353" y="3434"/>
                    <a:pt x="1216" y="3298"/>
                  </a:cubicBezTo>
                  <a:cubicBezTo>
                    <a:pt x="1705" y="2570"/>
                    <a:pt x="2456" y="2070"/>
                    <a:pt x="3308" y="1888"/>
                  </a:cubicBezTo>
                  <a:cubicBezTo>
                    <a:pt x="4786" y="1558"/>
                    <a:pt x="5854" y="1694"/>
                    <a:pt x="7923" y="319"/>
                  </a:cubicBezTo>
                  <a:lnTo>
                    <a:pt x="748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60"/>
            <p:cNvSpPr/>
            <p:nvPr/>
          </p:nvSpPr>
          <p:spPr>
            <a:xfrm>
              <a:off x="7465085" y="4492477"/>
              <a:ext cx="65218" cy="106412"/>
            </a:xfrm>
            <a:custGeom>
              <a:avLst/>
              <a:gdLst/>
              <a:ahLst/>
              <a:cxnLst/>
              <a:rect l="l" t="t" r="r" b="b"/>
              <a:pathLst>
                <a:path w="809" h="1320" extrusionOk="0">
                  <a:moveTo>
                    <a:pt x="69" y="0"/>
                  </a:moveTo>
                  <a:cubicBezTo>
                    <a:pt x="35" y="0"/>
                    <a:pt x="1" y="34"/>
                    <a:pt x="1" y="69"/>
                  </a:cubicBezTo>
                  <a:lnTo>
                    <a:pt x="1" y="1251"/>
                  </a:lnTo>
                  <a:cubicBezTo>
                    <a:pt x="1" y="1296"/>
                    <a:pt x="35" y="1319"/>
                    <a:pt x="69" y="1319"/>
                  </a:cubicBezTo>
                  <a:lnTo>
                    <a:pt x="751" y="1319"/>
                  </a:lnTo>
                  <a:cubicBezTo>
                    <a:pt x="786" y="1319"/>
                    <a:pt x="808" y="1296"/>
                    <a:pt x="808" y="1251"/>
                  </a:cubicBezTo>
                  <a:lnTo>
                    <a:pt x="808" y="69"/>
                  </a:lnTo>
                  <a:cubicBezTo>
                    <a:pt x="808" y="34"/>
                    <a:pt x="786" y="0"/>
                    <a:pt x="7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60"/>
            <p:cNvSpPr/>
            <p:nvPr/>
          </p:nvSpPr>
          <p:spPr>
            <a:xfrm>
              <a:off x="7482579" y="4246843"/>
              <a:ext cx="31198" cy="352046"/>
            </a:xfrm>
            <a:custGeom>
              <a:avLst/>
              <a:gdLst/>
              <a:ahLst/>
              <a:cxnLst/>
              <a:rect l="l" t="t" r="r" b="b"/>
              <a:pathLst>
                <a:path w="387" h="4367" extrusionOk="0">
                  <a:moveTo>
                    <a:pt x="0" y="1"/>
                  </a:moveTo>
                  <a:lnTo>
                    <a:pt x="0" y="4366"/>
                  </a:lnTo>
                  <a:lnTo>
                    <a:pt x="387" y="4366"/>
                  </a:lnTo>
                  <a:lnTo>
                    <a:pt x="3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60"/>
            <p:cNvSpPr/>
            <p:nvPr/>
          </p:nvSpPr>
          <p:spPr>
            <a:xfrm>
              <a:off x="7013319" y="2840031"/>
              <a:ext cx="1090721" cy="858872"/>
            </a:xfrm>
            <a:custGeom>
              <a:avLst/>
              <a:gdLst/>
              <a:ahLst/>
              <a:cxnLst/>
              <a:rect l="l" t="t" r="r" b="b"/>
              <a:pathLst>
                <a:path w="13530" h="10654" extrusionOk="0">
                  <a:moveTo>
                    <a:pt x="10323" y="1"/>
                  </a:moveTo>
                  <a:cubicBezTo>
                    <a:pt x="10096" y="1195"/>
                    <a:pt x="9959" y="2400"/>
                    <a:pt x="9914" y="3616"/>
                  </a:cubicBezTo>
                  <a:cubicBezTo>
                    <a:pt x="9891" y="4548"/>
                    <a:pt x="9868" y="5344"/>
                    <a:pt x="9857" y="6049"/>
                  </a:cubicBezTo>
                  <a:cubicBezTo>
                    <a:pt x="9811" y="8254"/>
                    <a:pt x="9788" y="9471"/>
                    <a:pt x="9447" y="9800"/>
                  </a:cubicBezTo>
                  <a:cubicBezTo>
                    <a:pt x="9402" y="9823"/>
                    <a:pt x="9118" y="10005"/>
                    <a:pt x="8515" y="10050"/>
                  </a:cubicBezTo>
                  <a:cubicBezTo>
                    <a:pt x="8345" y="10062"/>
                    <a:pt x="7822" y="10073"/>
                    <a:pt x="7095" y="10073"/>
                  </a:cubicBezTo>
                  <a:cubicBezTo>
                    <a:pt x="4798" y="10073"/>
                    <a:pt x="2388" y="10050"/>
                    <a:pt x="2353" y="10050"/>
                  </a:cubicBezTo>
                  <a:lnTo>
                    <a:pt x="2206" y="10050"/>
                  </a:lnTo>
                  <a:lnTo>
                    <a:pt x="2194" y="10062"/>
                  </a:lnTo>
                  <a:cubicBezTo>
                    <a:pt x="819" y="10062"/>
                    <a:pt x="455" y="10050"/>
                    <a:pt x="433" y="10050"/>
                  </a:cubicBezTo>
                  <a:lnTo>
                    <a:pt x="296" y="10050"/>
                  </a:lnTo>
                  <a:cubicBezTo>
                    <a:pt x="1" y="10300"/>
                    <a:pt x="182" y="10619"/>
                    <a:pt x="433" y="10631"/>
                  </a:cubicBezTo>
                  <a:cubicBezTo>
                    <a:pt x="614" y="10631"/>
                    <a:pt x="3900" y="10653"/>
                    <a:pt x="6150" y="10653"/>
                  </a:cubicBezTo>
                  <a:lnTo>
                    <a:pt x="8765" y="10653"/>
                  </a:lnTo>
                  <a:cubicBezTo>
                    <a:pt x="9948" y="10653"/>
                    <a:pt x="10914" y="10653"/>
                    <a:pt x="11187" y="10631"/>
                  </a:cubicBezTo>
                  <a:cubicBezTo>
                    <a:pt x="12017" y="10562"/>
                    <a:pt x="12392" y="10278"/>
                    <a:pt x="12426" y="10244"/>
                  </a:cubicBezTo>
                  <a:cubicBezTo>
                    <a:pt x="12983" y="9755"/>
                    <a:pt x="13006" y="8675"/>
                    <a:pt x="13062" y="6060"/>
                  </a:cubicBezTo>
                  <a:cubicBezTo>
                    <a:pt x="13074" y="5356"/>
                    <a:pt x="13085" y="4560"/>
                    <a:pt x="13120" y="3628"/>
                  </a:cubicBezTo>
                  <a:cubicBezTo>
                    <a:pt x="13165" y="2411"/>
                    <a:pt x="13302" y="1195"/>
                    <a:pt x="135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60"/>
            <p:cNvSpPr/>
            <p:nvPr/>
          </p:nvSpPr>
          <p:spPr>
            <a:xfrm>
              <a:off x="6250862" y="4345193"/>
              <a:ext cx="395981" cy="253776"/>
            </a:xfrm>
            <a:custGeom>
              <a:avLst/>
              <a:gdLst/>
              <a:ahLst/>
              <a:cxnLst/>
              <a:rect l="l" t="t" r="r" b="b"/>
              <a:pathLst>
                <a:path w="4912" h="3148" extrusionOk="0">
                  <a:moveTo>
                    <a:pt x="2296" y="1"/>
                  </a:moveTo>
                  <a:cubicBezTo>
                    <a:pt x="2183" y="1"/>
                    <a:pt x="2065" y="39"/>
                    <a:pt x="1955" y="145"/>
                  </a:cubicBezTo>
                  <a:lnTo>
                    <a:pt x="2183" y="1327"/>
                  </a:lnTo>
                  <a:cubicBezTo>
                    <a:pt x="2183" y="1327"/>
                    <a:pt x="1989" y="1759"/>
                    <a:pt x="1205" y="2111"/>
                  </a:cubicBezTo>
                  <a:cubicBezTo>
                    <a:pt x="420" y="2464"/>
                    <a:pt x="46" y="2611"/>
                    <a:pt x="46" y="2714"/>
                  </a:cubicBezTo>
                  <a:cubicBezTo>
                    <a:pt x="46" y="2816"/>
                    <a:pt x="0" y="3043"/>
                    <a:pt x="193" y="3112"/>
                  </a:cubicBezTo>
                  <a:cubicBezTo>
                    <a:pt x="261" y="3138"/>
                    <a:pt x="783" y="3147"/>
                    <a:pt x="1448" y="3147"/>
                  </a:cubicBezTo>
                  <a:cubicBezTo>
                    <a:pt x="2779" y="3147"/>
                    <a:pt x="4684" y="3112"/>
                    <a:pt x="4684" y="3112"/>
                  </a:cubicBezTo>
                  <a:cubicBezTo>
                    <a:pt x="4684" y="3112"/>
                    <a:pt x="4911" y="3021"/>
                    <a:pt x="4911" y="2532"/>
                  </a:cubicBezTo>
                  <a:cubicBezTo>
                    <a:pt x="4911" y="2055"/>
                    <a:pt x="4707" y="1179"/>
                    <a:pt x="4707" y="974"/>
                  </a:cubicBezTo>
                  <a:cubicBezTo>
                    <a:pt x="4707" y="770"/>
                    <a:pt x="4558" y="292"/>
                    <a:pt x="4558" y="224"/>
                  </a:cubicBezTo>
                  <a:cubicBezTo>
                    <a:pt x="4558" y="205"/>
                    <a:pt x="4431" y="199"/>
                    <a:pt x="4245" y="199"/>
                  </a:cubicBezTo>
                  <a:cubicBezTo>
                    <a:pt x="3750" y="199"/>
                    <a:pt x="2842" y="247"/>
                    <a:pt x="2842" y="247"/>
                  </a:cubicBezTo>
                  <a:cubicBezTo>
                    <a:pt x="2842" y="247"/>
                    <a:pt x="2584" y="1"/>
                    <a:pt x="2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60"/>
            <p:cNvSpPr/>
            <p:nvPr/>
          </p:nvSpPr>
          <p:spPr>
            <a:xfrm>
              <a:off x="6249008" y="4341163"/>
              <a:ext cx="401463" cy="262241"/>
            </a:xfrm>
            <a:custGeom>
              <a:avLst/>
              <a:gdLst/>
              <a:ahLst/>
              <a:cxnLst/>
              <a:rect l="l" t="t" r="r" b="b"/>
              <a:pathLst>
                <a:path w="4980" h="3253" extrusionOk="0">
                  <a:moveTo>
                    <a:pt x="2320" y="97"/>
                  </a:moveTo>
                  <a:cubicBezTo>
                    <a:pt x="2578" y="97"/>
                    <a:pt x="2814" y="315"/>
                    <a:pt x="2831" y="331"/>
                  </a:cubicBezTo>
                  <a:cubicBezTo>
                    <a:pt x="2842" y="342"/>
                    <a:pt x="2853" y="342"/>
                    <a:pt x="2865" y="342"/>
                  </a:cubicBezTo>
                  <a:cubicBezTo>
                    <a:pt x="3274" y="318"/>
                    <a:pt x="3860" y="294"/>
                    <a:pt x="4224" y="294"/>
                  </a:cubicBezTo>
                  <a:cubicBezTo>
                    <a:pt x="4376" y="294"/>
                    <a:pt x="4489" y="298"/>
                    <a:pt x="4536" y="309"/>
                  </a:cubicBezTo>
                  <a:cubicBezTo>
                    <a:pt x="4548" y="342"/>
                    <a:pt x="4559" y="399"/>
                    <a:pt x="4581" y="490"/>
                  </a:cubicBezTo>
                  <a:cubicBezTo>
                    <a:pt x="4627" y="660"/>
                    <a:pt x="4684" y="900"/>
                    <a:pt x="4684" y="1024"/>
                  </a:cubicBezTo>
                  <a:cubicBezTo>
                    <a:pt x="4684" y="1104"/>
                    <a:pt x="4707" y="1286"/>
                    <a:pt x="4752" y="1525"/>
                  </a:cubicBezTo>
                  <a:cubicBezTo>
                    <a:pt x="4809" y="1866"/>
                    <a:pt x="4877" y="2298"/>
                    <a:pt x="4877" y="2582"/>
                  </a:cubicBezTo>
                  <a:cubicBezTo>
                    <a:pt x="4877" y="2969"/>
                    <a:pt x="4730" y="3093"/>
                    <a:pt x="4695" y="3116"/>
                  </a:cubicBezTo>
                  <a:cubicBezTo>
                    <a:pt x="3735" y="3135"/>
                    <a:pt x="2501" y="3151"/>
                    <a:pt x="1574" y="3151"/>
                  </a:cubicBezTo>
                  <a:cubicBezTo>
                    <a:pt x="844" y="3151"/>
                    <a:pt x="304" y="3141"/>
                    <a:pt x="239" y="3116"/>
                  </a:cubicBezTo>
                  <a:cubicBezTo>
                    <a:pt x="114" y="3071"/>
                    <a:pt x="102" y="2957"/>
                    <a:pt x="114" y="2821"/>
                  </a:cubicBezTo>
                  <a:lnTo>
                    <a:pt x="114" y="2764"/>
                  </a:lnTo>
                  <a:cubicBezTo>
                    <a:pt x="137" y="2707"/>
                    <a:pt x="478" y="2548"/>
                    <a:pt x="921" y="2355"/>
                  </a:cubicBezTo>
                  <a:cubicBezTo>
                    <a:pt x="1023" y="2309"/>
                    <a:pt x="1125" y="2264"/>
                    <a:pt x="1251" y="2207"/>
                  </a:cubicBezTo>
                  <a:cubicBezTo>
                    <a:pt x="2035" y="1843"/>
                    <a:pt x="2251" y="1423"/>
                    <a:pt x="2251" y="1400"/>
                  </a:cubicBezTo>
                  <a:cubicBezTo>
                    <a:pt x="2262" y="1388"/>
                    <a:pt x="2262" y="1377"/>
                    <a:pt x="2262" y="1365"/>
                  </a:cubicBezTo>
                  <a:lnTo>
                    <a:pt x="2035" y="206"/>
                  </a:lnTo>
                  <a:cubicBezTo>
                    <a:pt x="2126" y="126"/>
                    <a:pt x="2225" y="97"/>
                    <a:pt x="2320" y="97"/>
                  </a:cubicBezTo>
                  <a:close/>
                  <a:moveTo>
                    <a:pt x="2318" y="1"/>
                  </a:moveTo>
                  <a:cubicBezTo>
                    <a:pt x="2190" y="1"/>
                    <a:pt x="2060" y="44"/>
                    <a:pt x="1944" y="160"/>
                  </a:cubicBezTo>
                  <a:cubicBezTo>
                    <a:pt x="1933" y="172"/>
                    <a:pt x="1933" y="183"/>
                    <a:pt x="1933" y="206"/>
                  </a:cubicBezTo>
                  <a:lnTo>
                    <a:pt x="2160" y="1365"/>
                  </a:lnTo>
                  <a:cubicBezTo>
                    <a:pt x="2115" y="1445"/>
                    <a:pt x="1876" y="1809"/>
                    <a:pt x="1205" y="2116"/>
                  </a:cubicBezTo>
                  <a:cubicBezTo>
                    <a:pt x="1092" y="2161"/>
                    <a:pt x="978" y="2218"/>
                    <a:pt x="875" y="2264"/>
                  </a:cubicBezTo>
                  <a:cubicBezTo>
                    <a:pt x="193" y="2570"/>
                    <a:pt x="23" y="2650"/>
                    <a:pt x="23" y="2764"/>
                  </a:cubicBezTo>
                  <a:cubicBezTo>
                    <a:pt x="23" y="2775"/>
                    <a:pt x="11" y="2798"/>
                    <a:pt x="11" y="2810"/>
                  </a:cubicBezTo>
                  <a:cubicBezTo>
                    <a:pt x="11" y="2923"/>
                    <a:pt x="0" y="3139"/>
                    <a:pt x="205" y="3219"/>
                  </a:cubicBezTo>
                  <a:cubicBezTo>
                    <a:pt x="273" y="3242"/>
                    <a:pt x="830" y="3253"/>
                    <a:pt x="1524" y="3253"/>
                  </a:cubicBezTo>
                  <a:cubicBezTo>
                    <a:pt x="2751" y="3253"/>
                    <a:pt x="4422" y="3219"/>
                    <a:pt x="4707" y="3219"/>
                  </a:cubicBezTo>
                  <a:cubicBezTo>
                    <a:pt x="4707" y="3219"/>
                    <a:pt x="4718" y="3219"/>
                    <a:pt x="4730" y="3207"/>
                  </a:cubicBezTo>
                  <a:cubicBezTo>
                    <a:pt x="4730" y="3207"/>
                    <a:pt x="4980" y="3093"/>
                    <a:pt x="4980" y="2582"/>
                  </a:cubicBezTo>
                  <a:cubicBezTo>
                    <a:pt x="4980" y="2298"/>
                    <a:pt x="4911" y="1855"/>
                    <a:pt x="4843" y="1502"/>
                  </a:cubicBezTo>
                  <a:cubicBezTo>
                    <a:pt x="4809" y="1286"/>
                    <a:pt x="4775" y="1104"/>
                    <a:pt x="4775" y="1024"/>
                  </a:cubicBezTo>
                  <a:cubicBezTo>
                    <a:pt x="4775" y="888"/>
                    <a:pt x="4718" y="650"/>
                    <a:pt x="4684" y="468"/>
                  </a:cubicBezTo>
                  <a:cubicBezTo>
                    <a:pt x="4661" y="388"/>
                    <a:pt x="4639" y="286"/>
                    <a:pt x="4639" y="274"/>
                  </a:cubicBezTo>
                  <a:cubicBezTo>
                    <a:pt x="4639" y="251"/>
                    <a:pt x="4627" y="240"/>
                    <a:pt x="4616" y="228"/>
                  </a:cubicBezTo>
                  <a:cubicBezTo>
                    <a:pt x="4594" y="207"/>
                    <a:pt x="4452" y="196"/>
                    <a:pt x="4193" y="196"/>
                  </a:cubicBezTo>
                  <a:cubicBezTo>
                    <a:pt x="3902" y="196"/>
                    <a:pt x="3465" y="210"/>
                    <a:pt x="2888" y="240"/>
                  </a:cubicBezTo>
                  <a:cubicBezTo>
                    <a:pt x="2758" y="132"/>
                    <a:pt x="2541" y="1"/>
                    <a:pt x="23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0"/>
            <p:cNvSpPr/>
            <p:nvPr/>
          </p:nvSpPr>
          <p:spPr>
            <a:xfrm>
              <a:off x="6479970" y="4365025"/>
              <a:ext cx="150347" cy="103671"/>
            </a:xfrm>
            <a:custGeom>
              <a:avLst/>
              <a:gdLst/>
              <a:ahLst/>
              <a:cxnLst/>
              <a:rect l="l" t="t" r="r" b="b"/>
              <a:pathLst>
                <a:path w="1865" h="1286" extrusionOk="0">
                  <a:moveTo>
                    <a:pt x="0" y="1"/>
                  </a:moveTo>
                  <a:cubicBezTo>
                    <a:pt x="0" y="1"/>
                    <a:pt x="125" y="1127"/>
                    <a:pt x="205" y="1206"/>
                  </a:cubicBezTo>
                  <a:cubicBezTo>
                    <a:pt x="273" y="1286"/>
                    <a:pt x="1865" y="1286"/>
                    <a:pt x="1865" y="128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60"/>
            <p:cNvSpPr/>
            <p:nvPr/>
          </p:nvSpPr>
          <p:spPr>
            <a:xfrm>
              <a:off x="6475294" y="4360510"/>
              <a:ext cx="158731" cy="111894"/>
            </a:xfrm>
            <a:custGeom>
              <a:avLst/>
              <a:gdLst/>
              <a:ahLst/>
              <a:cxnLst/>
              <a:rect l="l" t="t" r="r" b="b"/>
              <a:pathLst>
                <a:path w="1969" h="1388" extrusionOk="0">
                  <a:moveTo>
                    <a:pt x="46" y="0"/>
                  </a:moveTo>
                  <a:cubicBezTo>
                    <a:pt x="24" y="11"/>
                    <a:pt x="1" y="34"/>
                    <a:pt x="13" y="57"/>
                  </a:cubicBezTo>
                  <a:cubicBezTo>
                    <a:pt x="46" y="410"/>
                    <a:pt x="149" y="1216"/>
                    <a:pt x="228" y="1296"/>
                  </a:cubicBezTo>
                  <a:cubicBezTo>
                    <a:pt x="296" y="1375"/>
                    <a:pt x="1183" y="1387"/>
                    <a:pt x="1923" y="1387"/>
                  </a:cubicBezTo>
                  <a:cubicBezTo>
                    <a:pt x="1945" y="1387"/>
                    <a:pt x="1968" y="1365"/>
                    <a:pt x="1968" y="1342"/>
                  </a:cubicBezTo>
                  <a:cubicBezTo>
                    <a:pt x="1968" y="1307"/>
                    <a:pt x="1945" y="1285"/>
                    <a:pt x="1923" y="1285"/>
                  </a:cubicBezTo>
                  <a:cubicBezTo>
                    <a:pt x="1195" y="1285"/>
                    <a:pt x="376" y="1262"/>
                    <a:pt x="296" y="1228"/>
                  </a:cubicBezTo>
                  <a:cubicBezTo>
                    <a:pt x="251" y="1171"/>
                    <a:pt x="172" y="580"/>
                    <a:pt x="104" y="46"/>
                  </a:cubicBezTo>
                  <a:cubicBezTo>
                    <a:pt x="104" y="23"/>
                    <a:pt x="81" y="0"/>
                    <a:pt x="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60"/>
            <p:cNvSpPr/>
            <p:nvPr/>
          </p:nvSpPr>
          <p:spPr>
            <a:xfrm>
              <a:off x="6483598" y="4420004"/>
              <a:ext cx="150428" cy="10238"/>
            </a:xfrm>
            <a:custGeom>
              <a:avLst/>
              <a:gdLst/>
              <a:ahLst/>
              <a:cxnLst/>
              <a:rect l="l" t="t" r="r" b="b"/>
              <a:pathLst>
                <a:path w="1866" h="127" extrusionOk="0">
                  <a:moveTo>
                    <a:pt x="1820" y="1"/>
                  </a:moveTo>
                  <a:lnTo>
                    <a:pt x="57" y="24"/>
                  </a:lnTo>
                  <a:cubicBezTo>
                    <a:pt x="23" y="24"/>
                    <a:pt x="1" y="46"/>
                    <a:pt x="1" y="69"/>
                  </a:cubicBezTo>
                  <a:cubicBezTo>
                    <a:pt x="1" y="104"/>
                    <a:pt x="23" y="126"/>
                    <a:pt x="57" y="126"/>
                  </a:cubicBezTo>
                  <a:lnTo>
                    <a:pt x="1820" y="92"/>
                  </a:lnTo>
                  <a:cubicBezTo>
                    <a:pt x="1842" y="92"/>
                    <a:pt x="1865" y="69"/>
                    <a:pt x="1865" y="46"/>
                  </a:cubicBezTo>
                  <a:cubicBezTo>
                    <a:pt x="1865" y="24"/>
                    <a:pt x="1842" y="1"/>
                    <a:pt x="18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60"/>
            <p:cNvSpPr/>
            <p:nvPr/>
          </p:nvSpPr>
          <p:spPr>
            <a:xfrm>
              <a:off x="6250862" y="4575833"/>
              <a:ext cx="395981" cy="8384"/>
            </a:xfrm>
            <a:custGeom>
              <a:avLst/>
              <a:gdLst/>
              <a:ahLst/>
              <a:cxnLst/>
              <a:rect l="l" t="t" r="r" b="b"/>
              <a:pathLst>
                <a:path w="4912" h="104" extrusionOk="0">
                  <a:moveTo>
                    <a:pt x="46" y="0"/>
                  </a:moveTo>
                  <a:cubicBezTo>
                    <a:pt x="11" y="0"/>
                    <a:pt x="0" y="23"/>
                    <a:pt x="0" y="58"/>
                  </a:cubicBezTo>
                  <a:cubicBezTo>
                    <a:pt x="0" y="80"/>
                    <a:pt x="11" y="103"/>
                    <a:pt x="46" y="103"/>
                  </a:cubicBezTo>
                  <a:lnTo>
                    <a:pt x="4854" y="103"/>
                  </a:lnTo>
                  <a:cubicBezTo>
                    <a:pt x="4888" y="103"/>
                    <a:pt x="4911" y="80"/>
                    <a:pt x="4911" y="58"/>
                  </a:cubicBezTo>
                  <a:cubicBezTo>
                    <a:pt x="4911" y="23"/>
                    <a:pt x="4888" y="0"/>
                    <a:pt x="48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60"/>
            <p:cNvSpPr/>
            <p:nvPr/>
          </p:nvSpPr>
          <p:spPr>
            <a:xfrm>
              <a:off x="6421282" y="3212150"/>
              <a:ext cx="241119" cy="1145620"/>
            </a:xfrm>
            <a:custGeom>
              <a:avLst/>
              <a:gdLst/>
              <a:ahLst/>
              <a:cxnLst/>
              <a:rect l="l" t="t" r="r" b="b"/>
              <a:pathLst>
                <a:path w="2991" h="14211" extrusionOk="0">
                  <a:moveTo>
                    <a:pt x="2990" y="0"/>
                  </a:moveTo>
                  <a:lnTo>
                    <a:pt x="1569" y="103"/>
                  </a:lnTo>
                  <a:cubicBezTo>
                    <a:pt x="1342" y="546"/>
                    <a:pt x="1171" y="1012"/>
                    <a:pt x="1057" y="1490"/>
                  </a:cubicBezTo>
                  <a:cubicBezTo>
                    <a:pt x="887" y="2240"/>
                    <a:pt x="1" y="4559"/>
                    <a:pt x="546" y="8617"/>
                  </a:cubicBezTo>
                  <a:cubicBezTo>
                    <a:pt x="1092" y="12676"/>
                    <a:pt x="1297" y="14211"/>
                    <a:pt x="1297" y="14211"/>
                  </a:cubicBezTo>
                  <a:lnTo>
                    <a:pt x="2115" y="14211"/>
                  </a:lnTo>
                  <a:cubicBezTo>
                    <a:pt x="2217" y="14177"/>
                    <a:pt x="2308" y="14120"/>
                    <a:pt x="2388" y="14041"/>
                  </a:cubicBezTo>
                  <a:cubicBezTo>
                    <a:pt x="2502" y="13927"/>
                    <a:pt x="2581" y="13779"/>
                    <a:pt x="2581" y="13631"/>
                  </a:cubicBezTo>
                  <a:cubicBezTo>
                    <a:pt x="2615" y="13427"/>
                    <a:pt x="2388" y="13188"/>
                    <a:pt x="2320" y="13086"/>
                  </a:cubicBezTo>
                  <a:cubicBezTo>
                    <a:pt x="2240" y="12983"/>
                    <a:pt x="2376" y="12881"/>
                    <a:pt x="2376" y="12540"/>
                  </a:cubicBezTo>
                  <a:cubicBezTo>
                    <a:pt x="2376" y="12199"/>
                    <a:pt x="2240" y="11892"/>
                    <a:pt x="2240" y="11790"/>
                  </a:cubicBezTo>
                  <a:cubicBezTo>
                    <a:pt x="2240" y="11687"/>
                    <a:pt x="1251" y="5992"/>
                    <a:pt x="1421" y="5343"/>
                  </a:cubicBezTo>
                  <a:cubicBezTo>
                    <a:pt x="1603" y="4696"/>
                    <a:pt x="2990" y="0"/>
                    <a:pt x="29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60"/>
            <p:cNvSpPr/>
            <p:nvPr/>
          </p:nvSpPr>
          <p:spPr>
            <a:xfrm>
              <a:off x="6422169" y="3207554"/>
              <a:ext cx="244828" cy="1153923"/>
            </a:xfrm>
            <a:custGeom>
              <a:avLst/>
              <a:gdLst/>
              <a:ahLst/>
              <a:cxnLst/>
              <a:rect l="l" t="t" r="r" b="b"/>
              <a:pathLst>
                <a:path w="3037" h="14314" extrusionOk="0">
                  <a:moveTo>
                    <a:pt x="2911" y="103"/>
                  </a:moveTo>
                  <a:lnTo>
                    <a:pt x="2911" y="103"/>
                  </a:lnTo>
                  <a:cubicBezTo>
                    <a:pt x="2741" y="694"/>
                    <a:pt x="1524" y="4786"/>
                    <a:pt x="1365" y="5389"/>
                  </a:cubicBezTo>
                  <a:cubicBezTo>
                    <a:pt x="1228" y="5923"/>
                    <a:pt x="1831" y="9641"/>
                    <a:pt x="2081" y="11221"/>
                  </a:cubicBezTo>
                  <a:cubicBezTo>
                    <a:pt x="2138" y="11562"/>
                    <a:pt x="2183" y="11824"/>
                    <a:pt x="2183" y="11847"/>
                  </a:cubicBezTo>
                  <a:cubicBezTo>
                    <a:pt x="2183" y="11892"/>
                    <a:pt x="2206" y="11949"/>
                    <a:pt x="2229" y="12040"/>
                  </a:cubicBezTo>
                  <a:cubicBezTo>
                    <a:pt x="2263" y="12176"/>
                    <a:pt x="2320" y="12381"/>
                    <a:pt x="2320" y="12597"/>
                  </a:cubicBezTo>
                  <a:cubicBezTo>
                    <a:pt x="2320" y="12756"/>
                    <a:pt x="2286" y="12870"/>
                    <a:pt x="2263" y="12949"/>
                  </a:cubicBezTo>
                  <a:cubicBezTo>
                    <a:pt x="2241" y="13029"/>
                    <a:pt x="2218" y="13097"/>
                    <a:pt x="2263" y="13165"/>
                  </a:cubicBezTo>
                  <a:cubicBezTo>
                    <a:pt x="2274" y="13188"/>
                    <a:pt x="2297" y="13211"/>
                    <a:pt x="2320" y="13245"/>
                  </a:cubicBezTo>
                  <a:cubicBezTo>
                    <a:pt x="2411" y="13358"/>
                    <a:pt x="2547" y="13529"/>
                    <a:pt x="2524" y="13677"/>
                  </a:cubicBezTo>
                  <a:cubicBezTo>
                    <a:pt x="2513" y="13825"/>
                    <a:pt x="2445" y="13961"/>
                    <a:pt x="2342" y="14063"/>
                  </a:cubicBezTo>
                  <a:cubicBezTo>
                    <a:pt x="2274" y="14131"/>
                    <a:pt x="2183" y="14177"/>
                    <a:pt x="2092" y="14211"/>
                  </a:cubicBezTo>
                  <a:lnTo>
                    <a:pt x="1331" y="14211"/>
                  </a:lnTo>
                  <a:cubicBezTo>
                    <a:pt x="1286" y="13939"/>
                    <a:pt x="1081" y="12312"/>
                    <a:pt x="581" y="8664"/>
                  </a:cubicBezTo>
                  <a:cubicBezTo>
                    <a:pt x="103" y="5150"/>
                    <a:pt x="705" y="2979"/>
                    <a:pt x="1001" y="1933"/>
                  </a:cubicBezTo>
                  <a:cubicBezTo>
                    <a:pt x="1035" y="1785"/>
                    <a:pt x="1069" y="1661"/>
                    <a:pt x="1092" y="1558"/>
                  </a:cubicBezTo>
                  <a:cubicBezTo>
                    <a:pt x="1206" y="1092"/>
                    <a:pt x="1377" y="637"/>
                    <a:pt x="1592" y="205"/>
                  </a:cubicBezTo>
                  <a:lnTo>
                    <a:pt x="2911" y="103"/>
                  </a:lnTo>
                  <a:close/>
                  <a:moveTo>
                    <a:pt x="2979" y="1"/>
                  </a:moveTo>
                  <a:lnTo>
                    <a:pt x="1547" y="103"/>
                  </a:lnTo>
                  <a:cubicBezTo>
                    <a:pt x="1536" y="103"/>
                    <a:pt x="1524" y="114"/>
                    <a:pt x="1513" y="137"/>
                  </a:cubicBezTo>
                  <a:cubicBezTo>
                    <a:pt x="1286" y="580"/>
                    <a:pt x="1115" y="1058"/>
                    <a:pt x="1001" y="1535"/>
                  </a:cubicBezTo>
                  <a:cubicBezTo>
                    <a:pt x="978" y="1638"/>
                    <a:pt x="945" y="1762"/>
                    <a:pt x="899" y="1911"/>
                  </a:cubicBezTo>
                  <a:cubicBezTo>
                    <a:pt x="603" y="2957"/>
                    <a:pt x="0" y="5139"/>
                    <a:pt x="478" y="8686"/>
                  </a:cubicBezTo>
                  <a:cubicBezTo>
                    <a:pt x="1024" y="12688"/>
                    <a:pt x="1228" y="14257"/>
                    <a:pt x="1228" y="14268"/>
                  </a:cubicBezTo>
                  <a:cubicBezTo>
                    <a:pt x="1240" y="14290"/>
                    <a:pt x="1263" y="14313"/>
                    <a:pt x="1286" y="14313"/>
                  </a:cubicBezTo>
                  <a:lnTo>
                    <a:pt x="2115" y="14313"/>
                  </a:lnTo>
                  <a:cubicBezTo>
                    <a:pt x="2229" y="14280"/>
                    <a:pt x="2331" y="14211"/>
                    <a:pt x="2411" y="14131"/>
                  </a:cubicBezTo>
                  <a:cubicBezTo>
                    <a:pt x="2536" y="14018"/>
                    <a:pt x="2615" y="13858"/>
                    <a:pt x="2627" y="13688"/>
                  </a:cubicBezTo>
                  <a:cubicBezTo>
                    <a:pt x="2650" y="13507"/>
                    <a:pt x="2502" y="13313"/>
                    <a:pt x="2400" y="13188"/>
                  </a:cubicBezTo>
                  <a:cubicBezTo>
                    <a:pt x="2377" y="13154"/>
                    <a:pt x="2354" y="13131"/>
                    <a:pt x="2342" y="13108"/>
                  </a:cubicBezTo>
                  <a:cubicBezTo>
                    <a:pt x="2331" y="13085"/>
                    <a:pt x="2331" y="13052"/>
                    <a:pt x="2354" y="12972"/>
                  </a:cubicBezTo>
                  <a:cubicBezTo>
                    <a:pt x="2388" y="12893"/>
                    <a:pt x="2422" y="12779"/>
                    <a:pt x="2422" y="12597"/>
                  </a:cubicBezTo>
                  <a:cubicBezTo>
                    <a:pt x="2422" y="12370"/>
                    <a:pt x="2365" y="12153"/>
                    <a:pt x="2320" y="12006"/>
                  </a:cubicBezTo>
                  <a:cubicBezTo>
                    <a:pt x="2297" y="11938"/>
                    <a:pt x="2286" y="11869"/>
                    <a:pt x="2286" y="11847"/>
                  </a:cubicBezTo>
                  <a:cubicBezTo>
                    <a:pt x="2286" y="11824"/>
                    <a:pt x="2263" y="11698"/>
                    <a:pt x="2183" y="11210"/>
                  </a:cubicBezTo>
                  <a:cubicBezTo>
                    <a:pt x="1956" y="9766"/>
                    <a:pt x="1331" y="5923"/>
                    <a:pt x="1467" y="5412"/>
                  </a:cubicBezTo>
                  <a:cubicBezTo>
                    <a:pt x="1638" y="4776"/>
                    <a:pt x="3014" y="114"/>
                    <a:pt x="3036" y="69"/>
                  </a:cubicBezTo>
                  <a:cubicBezTo>
                    <a:pt x="3036" y="46"/>
                    <a:pt x="3036" y="34"/>
                    <a:pt x="3024" y="24"/>
                  </a:cubicBezTo>
                  <a:cubicBezTo>
                    <a:pt x="3014" y="12"/>
                    <a:pt x="3002" y="1"/>
                    <a:pt x="29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60"/>
            <p:cNvSpPr/>
            <p:nvPr/>
          </p:nvSpPr>
          <p:spPr>
            <a:xfrm>
              <a:off x="6157349" y="4345193"/>
              <a:ext cx="395981" cy="253776"/>
            </a:xfrm>
            <a:custGeom>
              <a:avLst/>
              <a:gdLst/>
              <a:ahLst/>
              <a:cxnLst/>
              <a:rect l="l" t="t" r="r" b="b"/>
              <a:pathLst>
                <a:path w="4912" h="3148" extrusionOk="0">
                  <a:moveTo>
                    <a:pt x="2297" y="1"/>
                  </a:moveTo>
                  <a:cubicBezTo>
                    <a:pt x="2183" y="1"/>
                    <a:pt x="2065" y="39"/>
                    <a:pt x="1956" y="145"/>
                  </a:cubicBezTo>
                  <a:lnTo>
                    <a:pt x="2183" y="1327"/>
                  </a:lnTo>
                  <a:cubicBezTo>
                    <a:pt x="2183" y="1327"/>
                    <a:pt x="1989" y="1759"/>
                    <a:pt x="1206" y="2111"/>
                  </a:cubicBezTo>
                  <a:cubicBezTo>
                    <a:pt x="421" y="2464"/>
                    <a:pt x="46" y="2611"/>
                    <a:pt x="46" y="2714"/>
                  </a:cubicBezTo>
                  <a:cubicBezTo>
                    <a:pt x="46" y="2816"/>
                    <a:pt x="0" y="3043"/>
                    <a:pt x="193" y="3112"/>
                  </a:cubicBezTo>
                  <a:cubicBezTo>
                    <a:pt x="261" y="3138"/>
                    <a:pt x="783" y="3147"/>
                    <a:pt x="1449" y="3147"/>
                  </a:cubicBezTo>
                  <a:cubicBezTo>
                    <a:pt x="2779" y="3147"/>
                    <a:pt x="4684" y="3112"/>
                    <a:pt x="4684" y="3112"/>
                  </a:cubicBezTo>
                  <a:cubicBezTo>
                    <a:pt x="4684" y="3112"/>
                    <a:pt x="4912" y="3021"/>
                    <a:pt x="4912" y="2532"/>
                  </a:cubicBezTo>
                  <a:cubicBezTo>
                    <a:pt x="4912" y="2055"/>
                    <a:pt x="4707" y="1179"/>
                    <a:pt x="4707" y="974"/>
                  </a:cubicBezTo>
                  <a:cubicBezTo>
                    <a:pt x="4707" y="770"/>
                    <a:pt x="4571" y="292"/>
                    <a:pt x="4571" y="224"/>
                  </a:cubicBezTo>
                  <a:cubicBezTo>
                    <a:pt x="4571" y="205"/>
                    <a:pt x="4442" y="199"/>
                    <a:pt x="4255" y="199"/>
                  </a:cubicBezTo>
                  <a:cubicBezTo>
                    <a:pt x="3757" y="199"/>
                    <a:pt x="2843" y="247"/>
                    <a:pt x="2843" y="247"/>
                  </a:cubicBezTo>
                  <a:cubicBezTo>
                    <a:pt x="2843" y="247"/>
                    <a:pt x="2585" y="1"/>
                    <a:pt x="22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60"/>
            <p:cNvSpPr/>
            <p:nvPr/>
          </p:nvSpPr>
          <p:spPr>
            <a:xfrm>
              <a:off x="6155495" y="4341163"/>
              <a:ext cx="401543" cy="262241"/>
            </a:xfrm>
            <a:custGeom>
              <a:avLst/>
              <a:gdLst/>
              <a:ahLst/>
              <a:cxnLst/>
              <a:rect l="l" t="t" r="r" b="b"/>
              <a:pathLst>
                <a:path w="4981" h="3253" extrusionOk="0">
                  <a:moveTo>
                    <a:pt x="2320" y="97"/>
                  </a:moveTo>
                  <a:cubicBezTo>
                    <a:pt x="2579" y="97"/>
                    <a:pt x="2814" y="315"/>
                    <a:pt x="2831" y="331"/>
                  </a:cubicBezTo>
                  <a:cubicBezTo>
                    <a:pt x="2843" y="342"/>
                    <a:pt x="2854" y="342"/>
                    <a:pt x="2866" y="342"/>
                  </a:cubicBezTo>
                  <a:cubicBezTo>
                    <a:pt x="3275" y="318"/>
                    <a:pt x="3860" y="294"/>
                    <a:pt x="4225" y="294"/>
                  </a:cubicBezTo>
                  <a:cubicBezTo>
                    <a:pt x="4376" y="294"/>
                    <a:pt x="4490" y="298"/>
                    <a:pt x="4536" y="309"/>
                  </a:cubicBezTo>
                  <a:cubicBezTo>
                    <a:pt x="4548" y="342"/>
                    <a:pt x="4559" y="399"/>
                    <a:pt x="4582" y="490"/>
                  </a:cubicBezTo>
                  <a:cubicBezTo>
                    <a:pt x="4627" y="660"/>
                    <a:pt x="4685" y="900"/>
                    <a:pt x="4685" y="1024"/>
                  </a:cubicBezTo>
                  <a:cubicBezTo>
                    <a:pt x="4685" y="1104"/>
                    <a:pt x="4707" y="1286"/>
                    <a:pt x="4753" y="1525"/>
                  </a:cubicBezTo>
                  <a:cubicBezTo>
                    <a:pt x="4809" y="1866"/>
                    <a:pt x="4877" y="2298"/>
                    <a:pt x="4877" y="2582"/>
                  </a:cubicBezTo>
                  <a:cubicBezTo>
                    <a:pt x="4877" y="2969"/>
                    <a:pt x="4730" y="3093"/>
                    <a:pt x="4695" y="3116"/>
                  </a:cubicBezTo>
                  <a:cubicBezTo>
                    <a:pt x="3736" y="3135"/>
                    <a:pt x="2502" y="3151"/>
                    <a:pt x="1575" y="3151"/>
                  </a:cubicBezTo>
                  <a:cubicBezTo>
                    <a:pt x="844" y="3151"/>
                    <a:pt x="304" y="3141"/>
                    <a:pt x="239" y="3116"/>
                  </a:cubicBezTo>
                  <a:cubicBezTo>
                    <a:pt x="114" y="3071"/>
                    <a:pt x="103" y="2957"/>
                    <a:pt x="114" y="2821"/>
                  </a:cubicBezTo>
                  <a:lnTo>
                    <a:pt x="114" y="2764"/>
                  </a:lnTo>
                  <a:cubicBezTo>
                    <a:pt x="137" y="2707"/>
                    <a:pt x="478" y="2548"/>
                    <a:pt x="921" y="2355"/>
                  </a:cubicBezTo>
                  <a:cubicBezTo>
                    <a:pt x="1024" y="2309"/>
                    <a:pt x="1126" y="2264"/>
                    <a:pt x="1251" y="2207"/>
                  </a:cubicBezTo>
                  <a:cubicBezTo>
                    <a:pt x="2035" y="1843"/>
                    <a:pt x="2252" y="1423"/>
                    <a:pt x="2252" y="1400"/>
                  </a:cubicBezTo>
                  <a:cubicBezTo>
                    <a:pt x="2263" y="1388"/>
                    <a:pt x="2263" y="1377"/>
                    <a:pt x="2263" y="1365"/>
                  </a:cubicBezTo>
                  <a:lnTo>
                    <a:pt x="2035" y="206"/>
                  </a:lnTo>
                  <a:cubicBezTo>
                    <a:pt x="2127" y="126"/>
                    <a:pt x="2225" y="97"/>
                    <a:pt x="2320" y="97"/>
                  </a:cubicBezTo>
                  <a:close/>
                  <a:moveTo>
                    <a:pt x="2319" y="1"/>
                  </a:moveTo>
                  <a:cubicBezTo>
                    <a:pt x="2191" y="1"/>
                    <a:pt x="2061" y="44"/>
                    <a:pt x="1944" y="160"/>
                  </a:cubicBezTo>
                  <a:cubicBezTo>
                    <a:pt x="1933" y="172"/>
                    <a:pt x="1933" y="183"/>
                    <a:pt x="1933" y="206"/>
                  </a:cubicBezTo>
                  <a:lnTo>
                    <a:pt x="2161" y="1365"/>
                  </a:lnTo>
                  <a:cubicBezTo>
                    <a:pt x="2115" y="1445"/>
                    <a:pt x="1876" y="1809"/>
                    <a:pt x="1206" y="2116"/>
                  </a:cubicBezTo>
                  <a:cubicBezTo>
                    <a:pt x="1092" y="2161"/>
                    <a:pt x="978" y="2218"/>
                    <a:pt x="876" y="2264"/>
                  </a:cubicBezTo>
                  <a:cubicBezTo>
                    <a:pt x="194" y="2570"/>
                    <a:pt x="23" y="2650"/>
                    <a:pt x="23" y="2764"/>
                  </a:cubicBezTo>
                  <a:cubicBezTo>
                    <a:pt x="23" y="2775"/>
                    <a:pt x="12" y="2798"/>
                    <a:pt x="12" y="2810"/>
                  </a:cubicBezTo>
                  <a:cubicBezTo>
                    <a:pt x="12" y="2923"/>
                    <a:pt x="1" y="3139"/>
                    <a:pt x="205" y="3219"/>
                  </a:cubicBezTo>
                  <a:cubicBezTo>
                    <a:pt x="274" y="3242"/>
                    <a:pt x="830" y="3253"/>
                    <a:pt x="1524" y="3253"/>
                  </a:cubicBezTo>
                  <a:cubicBezTo>
                    <a:pt x="2752" y="3253"/>
                    <a:pt x="4423" y="3219"/>
                    <a:pt x="4707" y="3219"/>
                  </a:cubicBezTo>
                  <a:cubicBezTo>
                    <a:pt x="4707" y="3219"/>
                    <a:pt x="4718" y="3219"/>
                    <a:pt x="4730" y="3207"/>
                  </a:cubicBezTo>
                  <a:cubicBezTo>
                    <a:pt x="4741" y="3207"/>
                    <a:pt x="4980" y="3093"/>
                    <a:pt x="4980" y="2582"/>
                  </a:cubicBezTo>
                  <a:cubicBezTo>
                    <a:pt x="4980" y="2298"/>
                    <a:pt x="4912" y="1855"/>
                    <a:pt x="4844" y="1502"/>
                  </a:cubicBezTo>
                  <a:cubicBezTo>
                    <a:pt x="4809" y="1286"/>
                    <a:pt x="4775" y="1104"/>
                    <a:pt x="4775" y="1024"/>
                  </a:cubicBezTo>
                  <a:cubicBezTo>
                    <a:pt x="4775" y="888"/>
                    <a:pt x="4718" y="650"/>
                    <a:pt x="4685" y="468"/>
                  </a:cubicBezTo>
                  <a:cubicBezTo>
                    <a:pt x="4662" y="388"/>
                    <a:pt x="4639" y="286"/>
                    <a:pt x="4639" y="274"/>
                  </a:cubicBezTo>
                  <a:cubicBezTo>
                    <a:pt x="4639" y="251"/>
                    <a:pt x="4627" y="240"/>
                    <a:pt x="4616" y="228"/>
                  </a:cubicBezTo>
                  <a:cubicBezTo>
                    <a:pt x="4595" y="207"/>
                    <a:pt x="4452" y="196"/>
                    <a:pt x="4193" y="196"/>
                  </a:cubicBezTo>
                  <a:cubicBezTo>
                    <a:pt x="3903" y="196"/>
                    <a:pt x="3465" y="210"/>
                    <a:pt x="2888" y="240"/>
                  </a:cubicBezTo>
                  <a:cubicBezTo>
                    <a:pt x="2758" y="132"/>
                    <a:pt x="2541" y="1"/>
                    <a:pt x="23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60"/>
            <p:cNvSpPr/>
            <p:nvPr/>
          </p:nvSpPr>
          <p:spPr>
            <a:xfrm>
              <a:off x="6386457" y="4365025"/>
              <a:ext cx="150347" cy="103671"/>
            </a:xfrm>
            <a:custGeom>
              <a:avLst/>
              <a:gdLst/>
              <a:ahLst/>
              <a:cxnLst/>
              <a:rect l="l" t="t" r="r" b="b"/>
              <a:pathLst>
                <a:path w="1865" h="1286" extrusionOk="0">
                  <a:moveTo>
                    <a:pt x="1" y="1"/>
                  </a:moveTo>
                  <a:cubicBezTo>
                    <a:pt x="1" y="1"/>
                    <a:pt x="125" y="1127"/>
                    <a:pt x="205" y="1206"/>
                  </a:cubicBezTo>
                  <a:cubicBezTo>
                    <a:pt x="273" y="1286"/>
                    <a:pt x="1865" y="1286"/>
                    <a:pt x="1865" y="1286"/>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60"/>
            <p:cNvSpPr/>
            <p:nvPr/>
          </p:nvSpPr>
          <p:spPr>
            <a:xfrm>
              <a:off x="6381862" y="4360510"/>
              <a:ext cx="158650" cy="111894"/>
            </a:xfrm>
            <a:custGeom>
              <a:avLst/>
              <a:gdLst/>
              <a:ahLst/>
              <a:cxnLst/>
              <a:rect l="l" t="t" r="r" b="b"/>
              <a:pathLst>
                <a:path w="1968" h="1388" extrusionOk="0">
                  <a:moveTo>
                    <a:pt x="58" y="0"/>
                  </a:moveTo>
                  <a:cubicBezTo>
                    <a:pt x="23" y="11"/>
                    <a:pt x="0" y="34"/>
                    <a:pt x="12" y="57"/>
                  </a:cubicBezTo>
                  <a:cubicBezTo>
                    <a:pt x="46" y="410"/>
                    <a:pt x="149" y="1216"/>
                    <a:pt x="228" y="1296"/>
                  </a:cubicBezTo>
                  <a:cubicBezTo>
                    <a:pt x="296" y="1375"/>
                    <a:pt x="1183" y="1387"/>
                    <a:pt x="1922" y="1387"/>
                  </a:cubicBezTo>
                  <a:cubicBezTo>
                    <a:pt x="1945" y="1387"/>
                    <a:pt x="1967" y="1365"/>
                    <a:pt x="1967" y="1342"/>
                  </a:cubicBezTo>
                  <a:cubicBezTo>
                    <a:pt x="1967" y="1307"/>
                    <a:pt x="1945" y="1285"/>
                    <a:pt x="1922" y="1285"/>
                  </a:cubicBezTo>
                  <a:cubicBezTo>
                    <a:pt x="1194" y="1285"/>
                    <a:pt x="376" y="1262"/>
                    <a:pt x="296" y="1228"/>
                  </a:cubicBezTo>
                  <a:cubicBezTo>
                    <a:pt x="250" y="1171"/>
                    <a:pt x="171" y="580"/>
                    <a:pt x="103" y="46"/>
                  </a:cubicBezTo>
                  <a:cubicBezTo>
                    <a:pt x="103" y="23"/>
                    <a:pt x="80" y="0"/>
                    <a:pt x="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60"/>
            <p:cNvSpPr/>
            <p:nvPr/>
          </p:nvSpPr>
          <p:spPr>
            <a:xfrm>
              <a:off x="6390165" y="4420004"/>
              <a:ext cx="150347" cy="10238"/>
            </a:xfrm>
            <a:custGeom>
              <a:avLst/>
              <a:gdLst/>
              <a:ahLst/>
              <a:cxnLst/>
              <a:rect l="l" t="t" r="r" b="b"/>
              <a:pathLst>
                <a:path w="1865" h="127" extrusionOk="0">
                  <a:moveTo>
                    <a:pt x="1819" y="1"/>
                  </a:moveTo>
                  <a:lnTo>
                    <a:pt x="56" y="24"/>
                  </a:lnTo>
                  <a:cubicBezTo>
                    <a:pt x="23" y="24"/>
                    <a:pt x="0" y="46"/>
                    <a:pt x="0" y="69"/>
                  </a:cubicBezTo>
                  <a:cubicBezTo>
                    <a:pt x="0" y="104"/>
                    <a:pt x="23" y="126"/>
                    <a:pt x="56" y="126"/>
                  </a:cubicBezTo>
                  <a:lnTo>
                    <a:pt x="1819" y="92"/>
                  </a:lnTo>
                  <a:cubicBezTo>
                    <a:pt x="1853" y="92"/>
                    <a:pt x="1864" y="69"/>
                    <a:pt x="1864" y="46"/>
                  </a:cubicBezTo>
                  <a:cubicBezTo>
                    <a:pt x="1864" y="24"/>
                    <a:pt x="1842" y="1"/>
                    <a:pt x="18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0"/>
            <p:cNvSpPr/>
            <p:nvPr/>
          </p:nvSpPr>
          <p:spPr>
            <a:xfrm>
              <a:off x="6157349" y="4575833"/>
              <a:ext cx="395981" cy="8384"/>
            </a:xfrm>
            <a:custGeom>
              <a:avLst/>
              <a:gdLst/>
              <a:ahLst/>
              <a:cxnLst/>
              <a:rect l="l" t="t" r="r" b="b"/>
              <a:pathLst>
                <a:path w="4912" h="104" extrusionOk="0">
                  <a:moveTo>
                    <a:pt x="46" y="0"/>
                  </a:moveTo>
                  <a:cubicBezTo>
                    <a:pt x="23" y="0"/>
                    <a:pt x="0" y="23"/>
                    <a:pt x="0" y="58"/>
                  </a:cubicBezTo>
                  <a:cubicBezTo>
                    <a:pt x="0" y="80"/>
                    <a:pt x="23" y="103"/>
                    <a:pt x="46" y="103"/>
                  </a:cubicBezTo>
                  <a:lnTo>
                    <a:pt x="4854" y="103"/>
                  </a:lnTo>
                  <a:cubicBezTo>
                    <a:pt x="4889" y="103"/>
                    <a:pt x="4912" y="80"/>
                    <a:pt x="4912" y="58"/>
                  </a:cubicBezTo>
                  <a:cubicBezTo>
                    <a:pt x="4912" y="23"/>
                    <a:pt x="4889" y="0"/>
                    <a:pt x="48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0"/>
            <p:cNvSpPr/>
            <p:nvPr/>
          </p:nvSpPr>
          <p:spPr>
            <a:xfrm>
              <a:off x="6206846" y="3212150"/>
              <a:ext cx="378568" cy="1156019"/>
            </a:xfrm>
            <a:custGeom>
              <a:avLst/>
              <a:gdLst/>
              <a:ahLst/>
              <a:cxnLst/>
              <a:rect l="l" t="t" r="r" b="b"/>
              <a:pathLst>
                <a:path w="4696" h="14340" extrusionOk="0">
                  <a:moveTo>
                    <a:pt x="34" y="0"/>
                  </a:moveTo>
                  <a:cubicBezTo>
                    <a:pt x="34" y="0"/>
                    <a:pt x="0" y="2956"/>
                    <a:pt x="170" y="4218"/>
                  </a:cubicBezTo>
                  <a:cubicBezTo>
                    <a:pt x="341" y="5480"/>
                    <a:pt x="989" y="8413"/>
                    <a:pt x="1092" y="10016"/>
                  </a:cubicBezTo>
                  <a:cubicBezTo>
                    <a:pt x="1194" y="11619"/>
                    <a:pt x="1365" y="12369"/>
                    <a:pt x="1365" y="12369"/>
                  </a:cubicBezTo>
                  <a:cubicBezTo>
                    <a:pt x="1365" y="12369"/>
                    <a:pt x="1114" y="12574"/>
                    <a:pt x="1114" y="12767"/>
                  </a:cubicBezTo>
                  <a:cubicBezTo>
                    <a:pt x="1114" y="12972"/>
                    <a:pt x="1251" y="12972"/>
                    <a:pt x="1216" y="13279"/>
                  </a:cubicBezTo>
                  <a:cubicBezTo>
                    <a:pt x="1183" y="13597"/>
                    <a:pt x="1046" y="13688"/>
                    <a:pt x="1148" y="13824"/>
                  </a:cubicBezTo>
                  <a:cubicBezTo>
                    <a:pt x="1251" y="13961"/>
                    <a:pt x="1319" y="14233"/>
                    <a:pt x="1660" y="14302"/>
                  </a:cubicBezTo>
                  <a:cubicBezTo>
                    <a:pt x="1791" y="14328"/>
                    <a:pt x="2107" y="14339"/>
                    <a:pt x="2466" y="14339"/>
                  </a:cubicBezTo>
                  <a:cubicBezTo>
                    <a:pt x="3045" y="14339"/>
                    <a:pt x="3734" y="14310"/>
                    <a:pt x="3945" y="14268"/>
                  </a:cubicBezTo>
                  <a:cubicBezTo>
                    <a:pt x="4286" y="14200"/>
                    <a:pt x="4457" y="13859"/>
                    <a:pt x="4457" y="13586"/>
                  </a:cubicBezTo>
                  <a:cubicBezTo>
                    <a:pt x="4457" y="13313"/>
                    <a:pt x="4354" y="13108"/>
                    <a:pt x="4354" y="12801"/>
                  </a:cubicBezTo>
                  <a:cubicBezTo>
                    <a:pt x="4354" y="12495"/>
                    <a:pt x="4525" y="12222"/>
                    <a:pt x="4525" y="12017"/>
                  </a:cubicBezTo>
                  <a:cubicBezTo>
                    <a:pt x="4525" y="11812"/>
                    <a:pt x="4457" y="11710"/>
                    <a:pt x="4457" y="11505"/>
                  </a:cubicBezTo>
                  <a:cubicBezTo>
                    <a:pt x="4457" y="11300"/>
                    <a:pt x="4013" y="8038"/>
                    <a:pt x="4013" y="7356"/>
                  </a:cubicBezTo>
                  <a:cubicBezTo>
                    <a:pt x="4013" y="6674"/>
                    <a:pt x="3979" y="4355"/>
                    <a:pt x="4081" y="3775"/>
                  </a:cubicBezTo>
                  <a:cubicBezTo>
                    <a:pt x="4184" y="3195"/>
                    <a:pt x="4695" y="432"/>
                    <a:pt x="4695" y="432"/>
                  </a:cubicBezTo>
                  <a:lnTo>
                    <a:pt x="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60"/>
            <p:cNvSpPr/>
            <p:nvPr/>
          </p:nvSpPr>
          <p:spPr>
            <a:xfrm>
              <a:off x="6203138" y="3207554"/>
              <a:ext cx="386871" cy="1164887"/>
            </a:xfrm>
            <a:custGeom>
              <a:avLst/>
              <a:gdLst/>
              <a:ahLst/>
              <a:cxnLst/>
              <a:rect l="l" t="t" r="r" b="b"/>
              <a:pathLst>
                <a:path w="4799" h="14450" extrusionOk="0">
                  <a:moveTo>
                    <a:pt x="125" y="103"/>
                  </a:moveTo>
                  <a:lnTo>
                    <a:pt x="4685" y="535"/>
                  </a:lnTo>
                  <a:cubicBezTo>
                    <a:pt x="4616" y="921"/>
                    <a:pt x="4173" y="3298"/>
                    <a:pt x="4082" y="3821"/>
                  </a:cubicBezTo>
                  <a:cubicBezTo>
                    <a:pt x="3991" y="4309"/>
                    <a:pt x="4003" y="6037"/>
                    <a:pt x="4013" y="6958"/>
                  </a:cubicBezTo>
                  <a:lnTo>
                    <a:pt x="4013" y="7413"/>
                  </a:lnTo>
                  <a:cubicBezTo>
                    <a:pt x="4013" y="7856"/>
                    <a:pt x="4195" y="9357"/>
                    <a:pt x="4332" y="10448"/>
                  </a:cubicBezTo>
                  <a:cubicBezTo>
                    <a:pt x="4400" y="11016"/>
                    <a:pt x="4457" y="11494"/>
                    <a:pt x="4457" y="11562"/>
                  </a:cubicBezTo>
                  <a:cubicBezTo>
                    <a:pt x="4457" y="11676"/>
                    <a:pt x="4468" y="11756"/>
                    <a:pt x="4491" y="11835"/>
                  </a:cubicBezTo>
                  <a:cubicBezTo>
                    <a:pt x="4503" y="11915"/>
                    <a:pt x="4526" y="11983"/>
                    <a:pt x="4526" y="12074"/>
                  </a:cubicBezTo>
                  <a:cubicBezTo>
                    <a:pt x="4526" y="12165"/>
                    <a:pt x="4491" y="12267"/>
                    <a:pt x="4457" y="12381"/>
                  </a:cubicBezTo>
                  <a:cubicBezTo>
                    <a:pt x="4412" y="12517"/>
                    <a:pt x="4355" y="12688"/>
                    <a:pt x="4355" y="12858"/>
                  </a:cubicBezTo>
                  <a:cubicBezTo>
                    <a:pt x="4355" y="13029"/>
                    <a:pt x="4377" y="13154"/>
                    <a:pt x="4412" y="13290"/>
                  </a:cubicBezTo>
                  <a:cubicBezTo>
                    <a:pt x="4435" y="13404"/>
                    <a:pt x="4457" y="13517"/>
                    <a:pt x="4457" y="13643"/>
                  </a:cubicBezTo>
                  <a:cubicBezTo>
                    <a:pt x="4457" y="13904"/>
                    <a:pt x="4286" y="14211"/>
                    <a:pt x="3980" y="14280"/>
                  </a:cubicBezTo>
                  <a:cubicBezTo>
                    <a:pt x="3776" y="14322"/>
                    <a:pt x="3093" y="14351"/>
                    <a:pt x="2519" y="14351"/>
                  </a:cubicBezTo>
                  <a:cubicBezTo>
                    <a:pt x="2162" y="14351"/>
                    <a:pt x="1848" y="14339"/>
                    <a:pt x="1717" y="14313"/>
                  </a:cubicBezTo>
                  <a:cubicBezTo>
                    <a:pt x="1479" y="14268"/>
                    <a:pt x="1388" y="14109"/>
                    <a:pt x="1308" y="13972"/>
                  </a:cubicBezTo>
                  <a:cubicBezTo>
                    <a:pt x="1285" y="13927"/>
                    <a:pt x="1262" y="13893"/>
                    <a:pt x="1240" y="13858"/>
                  </a:cubicBezTo>
                  <a:cubicBezTo>
                    <a:pt x="1194" y="13802"/>
                    <a:pt x="1206" y="13757"/>
                    <a:pt x="1240" y="13643"/>
                  </a:cubicBezTo>
                  <a:cubicBezTo>
                    <a:pt x="1274" y="13575"/>
                    <a:pt x="1297" y="13472"/>
                    <a:pt x="1320" y="13347"/>
                  </a:cubicBezTo>
                  <a:cubicBezTo>
                    <a:pt x="1342" y="13154"/>
                    <a:pt x="1297" y="13063"/>
                    <a:pt x="1262" y="12994"/>
                  </a:cubicBezTo>
                  <a:cubicBezTo>
                    <a:pt x="1240" y="12938"/>
                    <a:pt x="1217" y="12904"/>
                    <a:pt x="1217" y="12824"/>
                  </a:cubicBezTo>
                  <a:cubicBezTo>
                    <a:pt x="1217" y="12653"/>
                    <a:pt x="1433" y="12461"/>
                    <a:pt x="1444" y="12461"/>
                  </a:cubicBezTo>
                  <a:cubicBezTo>
                    <a:pt x="1456" y="12449"/>
                    <a:pt x="1456" y="12426"/>
                    <a:pt x="1456" y="12415"/>
                  </a:cubicBezTo>
                  <a:cubicBezTo>
                    <a:pt x="1456" y="12403"/>
                    <a:pt x="1285" y="11642"/>
                    <a:pt x="1183" y="10073"/>
                  </a:cubicBezTo>
                  <a:cubicBezTo>
                    <a:pt x="1115" y="9038"/>
                    <a:pt x="842" y="7504"/>
                    <a:pt x="592" y="6151"/>
                  </a:cubicBezTo>
                  <a:cubicBezTo>
                    <a:pt x="444" y="5389"/>
                    <a:pt x="330" y="4730"/>
                    <a:pt x="262" y="4275"/>
                  </a:cubicBezTo>
                  <a:cubicBezTo>
                    <a:pt x="115" y="3127"/>
                    <a:pt x="125" y="524"/>
                    <a:pt x="125" y="103"/>
                  </a:cubicBezTo>
                  <a:close/>
                  <a:moveTo>
                    <a:pt x="80" y="1"/>
                  </a:moveTo>
                  <a:cubicBezTo>
                    <a:pt x="69" y="1"/>
                    <a:pt x="57" y="1"/>
                    <a:pt x="46" y="12"/>
                  </a:cubicBezTo>
                  <a:cubicBezTo>
                    <a:pt x="35" y="24"/>
                    <a:pt x="24" y="34"/>
                    <a:pt x="24" y="46"/>
                  </a:cubicBezTo>
                  <a:cubicBezTo>
                    <a:pt x="24" y="80"/>
                    <a:pt x="1" y="3036"/>
                    <a:pt x="160" y="4286"/>
                  </a:cubicBezTo>
                  <a:cubicBezTo>
                    <a:pt x="228" y="4741"/>
                    <a:pt x="353" y="5400"/>
                    <a:pt x="489" y="6162"/>
                  </a:cubicBezTo>
                  <a:cubicBezTo>
                    <a:pt x="739" y="7515"/>
                    <a:pt x="1024" y="9050"/>
                    <a:pt x="1080" y="10073"/>
                  </a:cubicBezTo>
                  <a:cubicBezTo>
                    <a:pt x="1171" y="11494"/>
                    <a:pt x="1320" y="12256"/>
                    <a:pt x="1353" y="12403"/>
                  </a:cubicBezTo>
                  <a:cubicBezTo>
                    <a:pt x="1285" y="12461"/>
                    <a:pt x="1115" y="12643"/>
                    <a:pt x="1115" y="12824"/>
                  </a:cubicBezTo>
                  <a:cubicBezTo>
                    <a:pt x="1115" y="12926"/>
                    <a:pt x="1138" y="12984"/>
                    <a:pt x="1171" y="13040"/>
                  </a:cubicBezTo>
                  <a:cubicBezTo>
                    <a:pt x="1206" y="13108"/>
                    <a:pt x="1240" y="13165"/>
                    <a:pt x="1217" y="13336"/>
                  </a:cubicBezTo>
                  <a:cubicBezTo>
                    <a:pt x="1206" y="13449"/>
                    <a:pt x="1171" y="13540"/>
                    <a:pt x="1149" y="13608"/>
                  </a:cubicBezTo>
                  <a:cubicBezTo>
                    <a:pt x="1115" y="13722"/>
                    <a:pt x="1080" y="13813"/>
                    <a:pt x="1160" y="13916"/>
                  </a:cubicBezTo>
                  <a:cubicBezTo>
                    <a:pt x="1183" y="13939"/>
                    <a:pt x="1206" y="13984"/>
                    <a:pt x="1217" y="14018"/>
                  </a:cubicBezTo>
                  <a:cubicBezTo>
                    <a:pt x="1308" y="14154"/>
                    <a:pt x="1411" y="14348"/>
                    <a:pt x="1694" y="14416"/>
                  </a:cubicBezTo>
                  <a:cubicBezTo>
                    <a:pt x="1831" y="14439"/>
                    <a:pt x="2161" y="14450"/>
                    <a:pt x="2513" y="14450"/>
                  </a:cubicBezTo>
                  <a:cubicBezTo>
                    <a:pt x="3093" y="14450"/>
                    <a:pt x="3786" y="14416"/>
                    <a:pt x="4003" y="14381"/>
                  </a:cubicBezTo>
                  <a:cubicBezTo>
                    <a:pt x="4366" y="14302"/>
                    <a:pt x="4559" y="13949"/>
                    <a:pt x="4559" y="13643"/>
                  </a:cubicBezTo>
                  <a:cubicBezTo>
                    <a:pt x="4559" y="13507"/>
                    <a:pt x="4526" y="13381"/>
                    <a:pt x="4503" y="13267"/>
                  </a:cubicBezTo>
                  <a:cubicBezTo>
                    <a:pt x="4480" y="13143"/>
                    <a:pt x="4457" y="13017"/>
                    <a:pt x="4457" y="12858"/>
                  </a:cubicBezTo>
                  <a:cubicBezTo>
                    <a:pt x="4457" y="12699"/>
                    <a:pt x="4503" y="12540"/>
                    <a:pt x="4548" y="12403"/>
                  </a:cubicBezTo>
                  <a:cubicBezTo>
                    <a:pt x="4582" y="12290"/>
                    <a:pt x="4627" y="12176"/>
                    <a:pt x="4627" y="12074"/>
                  </a:cubicBezTo>
                  <a:cubicBezTo>
                    <a:pt x="4627" y="11971"/>
                    <a:pt x="4605" y="11892"/>
                    <a:pt x="4594" y="11812"/>
                  </a:cubicBezTo>
                  <a:cubicBezTo>
                    <a:pt x="4571" y="11733"/>
                    <a:pt x="4559" y="11665"/>
                    <a:pt x="4559" y="11562"/>
                  </a:cubicBezTo>
                  <a:cubicBezTo>
                    <a:pt x="4559" y="11494"/>
                    <a:pt x="4503" y="11051"/>
                    <a:pt x="4423" y="10437"/>
                  </a:cubicBezTo>
                  <a:cubicBezTo>
                    <a:pt x="4298" y="9346"/>
                    <a:pt x="4116" y="7845"/>
                    <a:pt x="4116" y="7413"/>
                  </a:cubicBezTo>
                  <a:lnTo>
                    <a:pt x="4116" y="6958"/>
                  </a:lnTo>
                  <a:cubicBezTo>
                    <a:pt x="4104" y="6037"/>
                    <a:pt x="4094" y="4321"/>
                    <a:pt x="4184" y="3843"/>
                  </a:cubicBezTo>
                  <a:cubicBezTo>
                    <a:pt x="4275" y="3263"/>
                    <a:pt x="4787" y="524"/>
                    <a:pt x="4798" y="501"/>
                  </a:cubicBezTo>
                  <a:cubicBezTo>
                    <a:pt x="4798" y="489"/>
                    <a:pt x="4798" y="478"/>
                    <a:pt x="4787" y="466"/>
                  </a:cubicBezTo>
                  <a:cubicBezTo>
                    <a:pt x="4776" y="456"/>
                    <a:pt x="4764" y="444"/>
                    <a:pt x="4753" y="444"/>
                  </a:cubicBezTo>
                  <a:lnTo>
                    <a:pt x="8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60"/>
            <p:cNvSpPr/>
            <p:nvPr/>
          </p:nvSpPr>
          <p:spPr>
            <a:xfrm>
              <a:off x="6383716" y="3250603"/>
              <a:ext cx="194363" cy="68845"/>
            </a:xfrm>
            <a:custGeom>
              <a:avLst/>
              <a:gdLst/>
              <a:ahLst/>
              <a:cxnLst/>
              <a:rect l="l" t="t" r="r" b="b"/>
              <a:pathLst>
                <a:path w="2411" h="854" extrusionOk="0">
                  <a:moveTo>
                    <a:pt x="2410" y="1"/>
                  </a:moveTo>
                  <a:lnTo>
                    <a:pt x="0" y="513"/>
                  </a:lnTo>
                  <a:cubicBezTo>
                    <a:pt x="398" y="660"/>
                    <a:pt x="830" y="740"/>
                    <a:pt x="1251" y="763"/>
                  </a:cubicBezTo>
                  <a:cubicBezTo>
                    <a:pt x="1581" y="774"/>
                    <a:pt x="1910" y="808"/>
                    <a:pt x="2228" y="854"/>
                  </a:cubicBezTo>
                  <a:lnTo>
                    <a:pt x="24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60"/>
            <p:cNvSpPr/>
            <p:nvPr/>
          </p:nvSpPr>
          <p:spPr>
            <a:xfrm>
              <a:off x="6379121" y="3246088"/>
              <a:ext cx="203553" cy="77955"/>
            </a:xfrm>
            <a:custGeom>
              <a:avLst/>
              <a:gdLst/>
              <a:ahLst/>
              <a:cxnLst/>
              <a:rect l="l" t="t" r="r" b="b"/>
              <a:pathLst>
                <a:path w="2525" h="967" extrusionOk="0">
                  <a:moveTo>
                    <a:pt x="2411" y="125"/>
                  </a:moveTo>
                  <a:lnTo>
                    <a:pt x="2252" y="852"/>
                  </a:lnTo>
                  <a:cubicBezTo>
                    <a:pt x="1944" y="807"/>
                    <a:pt x="1626" y="773"/>
                    <a:pt x="1308" y="773"/>
                  </a:cubicBezTo>
                  <a:cubicBezTo>
                    <a:pt x="956" y="751"/>
                    <a:pt x="592" y="682"/>
                    <a:pt x="251" y="580"/>
                  </a:cubicBezTo>
                  <a:lnTo>
                    <a:pt x="2411" y="125"/>
                  </a:lnTo>
                  <a:close/>
                  <a:moveTo>
                    <a:pt x="2456" y="0"/>
                  </a:moveTo>
                  <a:lnTo>
                    <a:pt x="46" y="523"/>
                  </a:lnTo>
                  <a:cubicBezTo>
                    <a:pt x="23" y="534"/>
                    <a:pt x="12" y="546"/>
                    <a:pt x="1" y="569"/>
                  </a:cubicBezTo>
                  <a:cubicBezTo>
                    <a:pt x="1" y="591"/>
                    <a:pt x="12" y="614"/>
                    <a:pt x="34" y="625"/>
                  </a:cubicBezTo>
                  <a:cubicBezTo>
                    <a:pt x="444" y="761"/>
                    <a:pt x="876" y="842"/>
                    <a:pt x="1308" y="864"/>
                  </a:cubicBezTo>
                  <a:cubicBezTo>
                    <a:pt x="1638" y="875"/>
                    <a:pt x="1956" y="910"/>
                    <a:pt x="2285" y="955"/>
                  </a:cubicBezTo>
                  <a:lnTo>
                    <a:pt x="2285" y="966"/>
                  </a:lnTo>
                  <a:cubicBezTo>
                    <a:pt x="2308" y="966"/>
                    <a:pt x="2331" y="943"/>
                    <a:pt x="2343" y="921"/>
                  </a:cubicBezTo>
                  <a:lnTo>
                    <a:pt x="2524" y="68"/>
                  </a:lnTo>
                  <a:cubicBezTo>
                    <a:pt x="2524" y="46"/>
                    <a:pt x="2524" y="34"/>
                    <a:pt x="2513" y="23"/>
                  </a:cubicBezTo>
                  <a:cubicBezTo>
                    <a:pt x="2490" y="11"/>
                    <a:pt x="2479" y="0"/>
                    <a:pt x="2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60"/>
            <p:cNvSpPr/>
            <p:nvPr/>
          </p:nvSpPr>
          <p:spPr>
            <a:xfrm>
              <a:off x="6348890" y="3300101"/>
              <a:ext cx="130193" cy="1065972"/>
            </a:xfrm>
            <a:custGeom>
              <a:avLst/>
              <a:gdLst/>
              <a:ahLst/>
              <a:cxnLst/>
              <a:rect l="l" t="t" r="r" b="b"/>
              <a:pathLst>
                <a:path w="1615" h="13223" extrusionOk="0">
                  <a:moveTo>
                    <a:pt x="57" y="1"/>
                  </a:moveTo>
                  <a:cubicBezTo>
                    <a:pt x="23" y="1"/>
                    <a:pt x="0" y="23"/>
                    <a:pt x="0" y="58"/>
                  </a:cubicBezTo>
                  <a:cubicBezTo>
                    <a:pt x="12" y="103"/>
                    <a:pt x="182" y="4753"/>
                    <a:pt x="512" y="6310"/>
                  </a:cubicBezTo>
                  <a:cubicBezTo>
                    <a:pt x="853" y="7902"/>
                    <a:pt x="1285" y="10426"/>
                    <a:pt x="1182" y="10744"/>
                  </a:cubicBezTo>
                  <a:cubicBezTo>
                    <a:pt x="1069" y="11073"/>
                    <a:pt x="909" y="11824"/>
                    <a:pt x="899" y="11858"/>
                  </a:cubicBezTo>
                  <a:cubicBezTo>
                    <a:pt x="899" y="11881"/>
                    <a:pt x="899" y="11892"/>
                    <a:pt x="909" y="11904"/>
                  </a:cubicBezTo>
                  <a:cubicBezTo>
                    <a:pt x="918" y="11911"/>
                    <a:pt x="932" y="11920"/>
                    <a:pt x="943" y="11920"/>
                  </a:cubicBezTo>
                  <a:cubicBezTo>
                    <a:pt x="947" y="11920"/>
                    <a:pt x="952" y="11918"/>
                    <a:pt x="955" y="11915"/>
                  </a:cubicBezTo>
                  <a:cubicBezTo>
                    <a:pt x="996" y="11910"/>
                    <a:pt x="1067" y="11904"/>
                    <a:pt x="1146" y="11904"/>
                  </a:cubicBezTo>
                  <a:cubicBezTo>
                    <a:pt x="1261" y="11904"/>
                    <a:pt x="1392" y="11918"/>
                    <a:pt x="1467" y="11972"/>
                  </a:cubicBezTo>
                  <a:cubicBezTo>
                    <a:pt x="1501" y="12006"/>
                    <a:pt x="1512" y="12040"/>
                    <a:pt x="1512" y="12097"/>
                  </a:cubicBezTo>
                  <a:cubicBezTo>
                    <a:pt x="1512" y="12233"/>
                    <a:pt x="1285" y="12369"/>
                    <a:pt x="1103" y="12483"/>
                  </a:cubicBezTo>
                  <a:cubicBezTo>
                    <a:pt x="932" y="12586"/>
                    <a:pt x="819" y="12665"/>
                    <a:pt x="808" y="12756"/>
                  </a:cubicBezTo>
                  <a:cubicBezTo>
                    <a:pt x="808" y="12779"/>
                    <a:pt x="819" y="12824"/>
                    <a:pt x="864" y="12859"/>
                  </a:cubicBezTo>
                  <a:cubicBezTo>
                    <a:pt x="1080" y="13018"/>
                    <a:pt x="1308" y="13211"/>
                    <a:pt x="1308" y="13211"/>
                  </a:cubicBezTo>
                  <a:cubicBezTo>
                    <a:pt x="1319" y="13211"/>
                    <a:pt x="1331" y="13223"/>
                    <a:pt x="1341" y="13223"/>
                  </a:cubicBezTo>
                  <a:cubicBezTo>
                    <a:pt x="1353" y="13223"/>
                    <a:pt x="1364" y="13211"/>
                    <a:pt x="1376" y="13200"/>
                  </a:cubicBezTo>
                  <a:cubicBezTo>
                    <a:pt x="1399" y="13177"/>
                    <a:pt x="1387" y="13142"/>
                    <a:pt x="1376" y="13132"/>
                  </a:cubicBezTo>
                  <a:cubicBezTo>
                    <a:pt x="1364" y="13132"/>
                    <a:pt x="1149" y="12950"/>
                    <a:pt x="921" y="12779"/>
                  </a:cubicBezTo>
                  <a:cubicBezTo>
                    <a:pt x="909" y="12768"/>
                    <a:pt x="909" y="12768"/>
                    <a:pt x="909" y="12756"/>
                  </a:cubicBezTo>
                  <a:cubicBezTo>
                    <a:pt x="909" y="12722"/>
                    <a:pt x="1058" y="12631"/>
                    <a:pt x="1160" y="12574"/>
                  </a:cubicBezTo>
                  <a:cubicBezTo>
                    <a:pt x="1376" y="12438"/>
                    <a:pt x="1614" y="12290"/>
                    <a:pt x="1614" y="12097"/>
                  </a:cubicBezTo>
                  <a:cubicBezTo>
                    <a:pt x="1614" y="12017"/>
                    <a:pt x="1581" y="11949"/>
                    <a:pt x="1523" y="11892"/>
                  </a:cubicBezTo>
                  <a:cubicBezTo>
                    <a:pt x="1438" y="11822"/>
                    <a:pt x="1289" y="11805"/>
                    <a:pt x="1163" y="11805"/>
                  </a:cubicBezTo>
                  <a:cubicBezTo>
                    <a:pt x="1105" y="11805"/>
                    <a:pt x="1052" y="11809"/>
                    <a:pt x="1012" y="11813"/>
                  </a:cubicBezTo>
                  <a:cubicBezTo>
                    <a:pt x="1058" y="11608"/>
                    <a:pt x="1182" y="11040"/>
                    <a:pt x="1273" y="10767"/>
                  </a:cubicBezTo>
                  <a:cubicBezTo>
                    <a:pt x="1399" y="10403"/>
                    <a:pt x="909" y="7697"/>
                    <a:pt x="614" y="6288"/>
                  </a:cubicBezTo>
                  <a:cubicBezTo>
                    <a:pt x="273" y="4742"/>
                    <a:pt x="114" y="91"/>
                    <a:pt x="103" y="46"/>
                  </a:cubicBezTo>
                  <a:cubicBezTo>
                    <a:pt x="103" y="23"/>
                    <a:pt x="80" y="1"/>
                    <a:pt x="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60"/>
            <p:cNvSpPr/>
            <p:nvPr/>
          </p:nvSpPr>
          <p:spPr>
            <a:xfrm>
              <a:off x="6363481" y="4268690"/>
              <a:ext cx="173887" cy="35712"/>
            </a:xfrm>
            <a:custGeom>
              <a:avLst/>
              <a:gdLst/>
              <a:ahLst/>
              <a:cxnLst/>
              <a:rect l="l" t="t" r="r" b="b"/>
              <a:pathLst>
                <a:path w="2157" h="443" extrusionOk="0">
                  <a:moveTo>
                    <a:pt x="1885" y="0"/>
                  </a:moveTo>
                  <a:cubicBezTo>
                    <a:pt x="1875" y="0"/>
                    <a:pt x="1865" y="1"/>
                    <a:pt x="1854" y="2"/>
                  </a:cubicBezTo>
                  <a:cubicBezTo>
                    <a:pt x="1854" y="2"/>
                    <a:pt x="1" y="309"/>
                    <a:pt x="536" y="412"/>
                  </a:cubicBezTo>
                  <a:cubicBezTo>
                    <a:pt x="661" y="433"/>
                    <a:pt x="813" y="443"/>
                    <a:pt x="972" y="443"/>
                  </a:cubicBezTo>
                  <a:cubicBezTo>
                    <a:pt x="1482" y="443"/>
                    <a:pt x="2070" y="347"/>
                    <a:pt x="2105" y="253"/>
                  </a:cubicBezTo>
                  <a:cubicBezTo>
                    <a:pt x="2157" y="136"/>
                    <a:pt x="2023" y="0"/>
                    <a:pt x="18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60"/>
            <p:cNvSpPr/>
            <p:nvPr/>
          </p:nvSpPr>
          <p:spPr>
            <a:xfrm>
              <a:off x="6394679" y="4264740"/>
              <a:ext cx="144865" cy="43532"/>
            </a:xfrm>
            <a:custGeom>
              <a:avLst/>
              <a:gdLst/>
              <a:ahLst/>
              <a:cxnLst/>
              <a:rect l="l" t="t" r="r" b="b"/>
              <a:pathLst>
                <a:path w="1797" h="540" extrusionOk="0">
                  <a:moveTo>
                    <a:pt x="1505" y="106"/>
                  </a:moveTo>
                  <a:cubicBezTo>
                    <a:pt x="1564" y="106"/>
                    <a:pt x="1619" y="136"/>
                    <a:pt x="1649" y="176"/>
                  </a:cubicBezTo>
                  <a:cubicBezTo>
                    <a:pt x="1660" y="188"/>
                    <a:pt x="1695" y="233"/>
                    <a:pt x="1672" y="279"/>
                  </a:cubicBezTo>
                  <a:cubicBezTo>
                    <a:pt x="1622" y="354"/>
                    <a:pt x="1109" y="442"/>
                    <a:pt x="628" y="442"/>
                  </a:cubicBezTo>
                  <a:cubicBezTo>
                    <a:pt x="457" y="442"/>
                    <a:pt x="289" y="431"/>
                    <a:pt x="149" y="403"/>
                  </a:cubicBezTo>
                  <a:lnTo>
                    <a:pt x="137" y="403"/>
                  </a:lnTo>
                  <a:cubicBezTo>
                    <a:pt x="296" y="324"/>
                    <a:pt x="910" y="199"/>
                    <a:pt x="1478" y="108"/>
                  </a:cubicBezTo>
                  <a:cubicBezTo>
                    <a:pt x="1487" y="106"/>
                    <a:pt x="1496" y="106"/>
                    <a:pt x="1505" y="106"/>
                  </a:cubicBezTo>
                  <a:close/>
                  <a:moveTo>
                    <a:pt x="1509" y="0"/>
                  </a:moveTo>
                  <a:cubicBezTo>
                    <a:pt x="1491" y="0"/>
                    <a:pt x="1474" y="2"/>
                    <a:pt x="1456" y="6"/>
                  </a:cubicBezTo>
                  <a:cubicBezTo>
                    <a:pt x="0" y="244"/>
                    <a:pt x="0" y="358"/>
                    <a:pt x="0" y="403"/>
                  </a:cubicBezTo>
                  <a:cubicBezTo>
                    <a:pt x="0" y="483"/>
                    <a:pt x="91" y="494"/>
                    <a:pt x="137" y="506"/>
                  </a:cubicBezTo>
                  <a:cubicBezTo>
                    <a:pt x="262" y="529"/>
                    <a:pt x="432" y="540"/>
                    <a:pt x="626" y="540"/>
                  </a:cubicBezTo>
                  <a:cubicBezTo>
                    <a:pt x="1126" y="540"/>
                    <a:pt x="1718" y="461"/>
                    <a:pt x="1763" y="324"/>
                  </a:cubicBezTo>
                  <a:cubicBezTo>
                    <a:pt x="1797" y="256"/>
                    <a:pt x="1774" y="176"/>
                    <a:pt x="1728" y="108"/>
                  </a:cubicBezTo>
                  <a:cubicBezTo>
                    <a:pt x="1672" y="43"/>
                    <a:pt x="1593" y="0"/>
                    <a:pt x="15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60"/>
            <p:cNvSpPr/>
            <p:nvPr/>
          </p:nvSpPr>
          <p:spPr>
            <a:xfrm>
              <a:off x="5850286" y="1657812"/>
              <a:ext cx="160504" cy="169614"/>
            </a:xfrm>
            <a:custGeom>
              <a:avLst/>
              <a:gdLst/>
              <a:ahLst/>
              <a:cxnLst/>
              <a:rect l="l" t="t" r="r" b="b"/>
              <a:pathLst>
                <a:path w="1991" h="2104" extrusionOk="0">
                  <a:moveTo>
                    <a:pt x="1991" y="0"/>
                  </a:moveTo>
                  <a:lnTo>
                    <a:pt x="58" y="12"/>
                  </a:lnTo>
                  <a:lnTo>
                    <a:pt x="1" y="2104"/>
                  </a:lnTo>
                  <a:lnTo>
                    <a:pt x="1979" y="2092"/>
                  </a:lnTo>
                  <a:lnTo>
                    <a:pt x="19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60"/>
            <p:cNvSpPr/>
            <p:nvPr/>
          </p:nvSpPr>
          <p:spPr>
            <a:xfrm>
              <a:off x="5949282" y="1661681"/>
              <a:ext cx="151314" cy="308755"/>
            </a:xfrm>
            <a:custGeom>
              <a:avLst/>
              <a:gdLst/>
              <a:ahLst/>
              <a:cxnLst/>
              <a:rect l="l" t="t" r="r" b="b"/>
              <a:pathLst>
                <a:path w="1877" h="3830" extrusionOk="0">
                  <a:moveTo>
                    <a:pt x="916" y="1"/>
                  </a:moveTo>
                  <a:cubicBezTo>
                    <a:pt x="832" y="1"/>
                    <a:pt x="757" y="17"/>
                    <a:pt x="751" y="55"/>
                  </a:cubicBezTo>
                  <a:cubicBezTo>
                    <a:pt x="728" y="123"/>
                    <a:pt x="592" y="1260"/>
                    <a:pt x="592" y="1260"/>
                  </a:cubicBezTo>
                  <a:cubicBezTo>
                    <a:pt x="592" y="1260"/>
                    <a:pt x="455" y="669"/>
                    <a:pt x="490" y="498"/>
                  </a:cubicBezTo>
                  <a:cubicBezTo>
                    <a:pt x="501" y="475"/>
                    <a:pt x="501" y="452"/>
                    <a:pt x="501" y="430"/>
                  </a:cubicBezTo>
                  <a:cubicBezTo>
                    <a:pt x="501" y="293"/>
                    <a:pt x="387" y="169"/>
                    <a:pt x="240" y="169"/>
                  </a:cubicBezTo>
                  <a:cubicBezTo>
                    <a:pt x="69" y="169"/>
                    <a:pt x="12" y="703"/>
                    <a:pt x="69" y="953"/>
                  </a:cubicBezTo>
                  <a:cubicBezTo>
                    <a:pt x="114" y="1203"/>
                    <a:pt x="0" y="1839"/>
                    <a:pt x="0" y="2112"/>
                  </a:cubicBezTo>
                  <a:cubicBezTo>
                    <a:pt x="0" y="2385"/>
                    <a:pt x="273" y="2624"/>
                    <a:pt x="455" y="3011"/>
                  </a:cubicBezTo>
                  <a:cubicBezTo>
                    <a:pt x="649" y="3408"/>
                    <a:pt x="1069" y="3829"/>
                    <a:pt x="1069" y="3829"/>
                  </a:cubicBezTo>
                  <a:lnTo>
                    <a:pt x="1877" y="3431"/>
                  </a:lnTo>
                  <a:cubicBezTo>
                    <a:pt x="1877" y="3431"/>
                    <a:pt x="1399" y="2726"/>
                    <a:pt x="1410" y="2658"/>
                  </a:cubicBezTo>
                  <a:cubicBezTo>
                    <a:pt x="1467" y="2511"/>
                    <a:pt x="1536" y="2374"/>
                    <a:pt x="1615" y="2249"/>
                  </a:cubicBezTo>
                  <a:cubicBezTo>
                    <a:pt x="1728" y="2044"/>
                    <a:pt x="1786" y="1544"/>
                    <a:pt x="1763" y="1339"/>
                  </a:cubicBezTo>
                  <a:cubicBezTo>
                    <a:pt x="1751" y="1135"/>
                    <a:pt x="1274" y="874"/>
                    <a:pt x="1274" y="816"/>
                  </a:cubicBezTo>
                  <a:cubicBezTo>
                    <a:pt x="1274" y="760"/>
                    <a:pt x="1331" y="510"/>
                    <a:pt x="1331" y="293"/>
                  </a:cubicBezTo>
                  <a:cubicBezTo>
                    <a:pt x="1331" y="66"/>
                    <a:pt x="1205" y="89"/>
                    <a:pt x="1104" y="32"/>
                  </a:cubicBezTo>
                  <a:cubicBezTo>
                    <a:pt x="1057" y="12"/>
                    <a:pt x="984" y="1"/>
                    <a:pt x="9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60"/>
            <p:cNvSpPr/>
            <p:nvPr/>
          </p:nvSpPr>
          <p:spPr>
            <a:xfrm>
              <a:off x="5945573" y="1657328"/>
              <a:ext cx="158731" cy="316736"/>
            </a:xfrm>
            <a:custGeom>
              <a:avLst/>
              <a:gdLst/>
              <a:ahLst/>
              <a:cxnLst/>
              <a:rect l="l" t="t" r="r" b="b"/>
              <a:pathLst>
                <a:path w="1969" h="3929" extrusionOk="0">
                  <a:moveTo>
                    <a:pt x="962" y="100"/>
                  </a:moveTo>
                  <a:cubicBezTo>
                    <a:pt x="1020" y="100"/>
                    <a:pt x="1087" y="109"/>
                    <a:pt x="1127" y="132"/>
                  </a:cubicBezTo>
                  <a:lnTo>
                    <a:pt x="1195" y="165"/>
                  </a:lnTo>
                  <a:cubicBezTo>
                    <a:pt x="1274" y="188"/>
                    <a:pt x="1320" y="200"/>
                    <a:pt x="1320" y="347"/>
                  </a:cubicBezTo>
                  <a:cubicBezTo>
                    <a:pt x="1320" y="484"/>
                    <a:pt x="1297" y="655"/>
                    <a:pt x="1286" y="757"/>
                  </a:cubicBezTo>
                  <a:cubicBezTo>
                    <a:pt x="1274" y="814"/>
                    <a:pt x="1274" y="848"/>
                    <a:pt x="1274" y="870"/>
                  </a:cubicBezTo>
                  <a:cubicBezTo>
                    <a:pt x="1274" y="916"/>
                    <a:pt x="1309" y="938"/>
                    <a:pt x="1422" y="1029"/>
                  </a:cubicBezTo>
                  <a:cubicBezTo>
                    <a:pt x="1547" y="1132"/>
                    <a:pt x="1752" y="1291"/>
                    <a:pt x="1763" y="1405"/>
                  </a:cubicBezTo>
                  <a:cubicBezTo>
                    <a:pt x="1774" y="1587"/>
                    <a:pt x="1729" y="2075"/>
                    <a:pt x="1615" y="2280"/>
                  </a:cubicBezTo>
                  <a:cubicBezTo>
                    <a:pt x="1536" y="2405"/>
                    <a:pt x="1468" y="2542"/>
                    <a:pt x="1411" y="2701"/>
                  </a:cubicBezTo>
                  <a:cubicBezTo>
                    <a:pt x="1400" y="2712"/>
                    <a:pt x="1388" y="2780"/>
                    <a:pt x="1843" y="3474"/>
                  </a:cubicBezTo>
                  <a:lnTo>
                    <a:pt x="1127" y="3826"/>
                  </a:lnTo>
                  <a:cubicBezTo>
                    <a:pt x="1036" y="3724"/>
                    <a:pt x="706" y="3371"/>
                    <a:pt x="547" y="3042"/>
                  </a:cubicBezTo>
                  <a:cubicBezTo>
                    <a:pt x="478" y="2894"/>
                    <a:pt x="387" y="2757"/>
                    <a:pt x="308" y="2644"/>
                  </a:cubicBezTo>
                  <a:cubicBezTo>
                    <a:pt x="195" y="2462"/>
                    <a:pt x="92" y="2315"/>
                    <a:pt x="92" y="2166"/>
                  </a:cubicBezTo>
                  <a:cubicBezTo>
                    <a:pt x="92" y="2064"/>
                    <a:pt x="115" y="1905"/>
                    <a:pt x="137" y="1746"/>
                  </a:cubicBezTo>
                  <a:cubicBezTo>
                    <a:pt x="160" y="1461"/>
                    <a:pt x="195" y="1166"/>
                    <a:pt x="160" y="996"/>
                  </a:cubicBezTo>
                  <a:cubicBezTo>
                    <a:pt x="126" y="791"/>
                    <a:pt x="149" y="416"/>
                    <a:pt x="240" y="302"/>
                  </a:cubicBezTo>
                  <a:cubicBezTo>
                    <a:pt x="263" y="291"/>
                    <a:pt x="274" y="279"/>
                    <a:pt x="286" y="279"/>
                  </a:cubicBezTo>
                  <a:cubicBezTo>
                    <a:pt x="399" y="279"/>
                    <a:pt x="490" y="370"/>
                    <a:pt x="490" y="484"/>
                  </a:cubicBezTo>
                  <a:lnTo>
                    <a:pt x="490" y="541"/>
                  </a:lnTo>
                  <a:cubicBezTo>
                    <a:pt x="456" y="711"/>
                    <a:pt x="581" y="1269"/>
                    <a:pt x="592" y="1325"/>
                  </a:cubicBezTo>
                  <a:cubicBezTo>
                    <a:pt x="592" y="1348"/>
                    <a:pt x="615" y="1370"/>
                    <a:pt x="638" y="1370"/>
                  </a:cubicBezTo>
                  <a:cubicBezTo>
                    <a:pt x="672" y="1360"/>
                    <a:pt x="683" y="1348"/>
                    <a:pt x="695" y="1325"/>
                  </a:cubicBezTo>
                  <a:cubicBezTo>
                    <a:pt x="740" y="859"/>
                    <a:pt x="831" y="165"/>
                    <a:pt x="842" y="120"/>
                  </a:cubicBezTo>
                  <a:cubicBezTo>
                    <a:pt x="853" y="109"/>
                    <a:pt x="904" y="100"/>
                    <a:pt x="962" y="100"/>
                  </a:cubicBezTo>
                  <a:close/>
                  <a:moveTo>
                    <a:pt x="959" y="0"/>
                  </a:moveTo>
                  <a:cubicBezTo>
                    <a:pt x="899" y="0"/>
                    <a:pt x="843" y="9"/>
                    <a:pt x="809" y="29"/>
                  </a:cubicBezTo>
                  <a:cubicBezTo>
                    <a:pt x="763" y="41"/>
                    <a:pt x="751" y="74"/>
                    <a:pt x="740" y="97"/>
                  </a:cubicBezTo>
                  <a:cubicBezTo>
                    <a:pt x="728" y="143"/>
                    <a:pt x="672" y="643"/>
                    <a:pt x="627" y="996"/>
                  </a:cubicBezTo>
                  <a:cubicBezTo>
                    <a:pt x="592" y="825"/>
                    <a:pt x="569" y="632"/>
                    <a:pt x="592" y="564"/>
                  </a:cubicBezTo>
                  <a:lnTo>
                    <a:pt x="592" y="484"/>
                  </a:lnTo>
                  <a:cubicBezTo>
                    <a:pt x="592" y="405"/>
                    <a:pt x="569" y="325"/>
                    <a:pt x="501" y="268"/>
                  </a:cubicBezTo>
                  <a:cubicBezTo>
                    <a:pt x="445" y="211"/>
                    <a:pt x="365" y="177"/>
                    <a:pt x="286" y="177"/>
                  </a:cubicBezTo>
                  <a:cubicBezTo>
                    <a:pt x="251" y="177"/>
                    <a:pt x="206" y="188"/>
                    <a:pt x="172" y="234"/>
                  </a:cubicBezTo>
                  <a:cubicBezTo>
                    <a:pt x="46" y="393"/>
                    <a:pt x="24" y="814"/>
                    <a:pt x="69" y="1018"/>
                  </a:cubicBezTo>
                  <a:cubicBezTo>
                    <a:pt x="92" y="1166"/>
                    <a:pt x="58" y="1461"/>
                    <a:pt x="35" y="1734"/>
                  </a:cubicBezTo>
                  <a:cubicBezTo>
                    <a:pt x="13" y="1905"/>
                    <a:pt x="1" y="2064"/>
                    <a:pt x="1" y="2166"/>
                  </a:cubicBezTo>
                  <a:cubicBezTo>
                    <a:pt x="1" y="2348"/>
                    <a:pt x="104" y="2507"/>
                    <a:pt x="228" y="2701"/>
                  </a:cubicBezTo>
                  <a:cubicBezTo>
                    <a:pt x="308" y="2815"/>
                    <a:pt x="387" y="2939"/>
                    <a:pt x="456" y="3088"/>
                  </a:cubicBezTo>
                  <a:cubicBezTo>
                    <a:pt x="649" y="3485"/>
                    <a:pt x="1070" y="3906"/>
                    <a:pt x="1081" y="3917"/>
                  </a:cubicBezTo>
                  <a:cubicBezTo>
                    <a:pt x="1092" y="3929"/>
                    <a:pt x="1104" y="3929"/>
                    <a:pt x="1115" y="3929"/>
                  </a:cubicBezTo>
                  <a:lnTo>
                    <a:pt x="1138" y="3929"/>
                  </a:lnTo>
                  <a:lnTo>
                    <a:pt x="1945" y="3530"/>
                  </a:lnTo>
                  <a:cubicBezTo>
                    <a:pt x="1956" y="3530"/>
                    <a:pt x="1968" y="3520"/>
                    <a:pt x="1968" y="3508"/>
                  </a:cubicBezTo>
                  <a:cubicBezTo>
                    <a:pt x="1968" y="3485"/>
                    <a:pt x="1968" y="3474"/>
                    <a:pt x="1956" y="3462"/>
                  </a:cubicBezTo>
                  <a:cubicBezTo>
                    <a:pt x="1752" y="3144"/>
                    <a:pt x="1524" y="2792"/>
                    <a:pt x="1513" y="2712"/>
                  </a:cubicBezTo>
                  <a:cubicBezTo>
                    <a:pt x="1559" y="2576"/>
                    <a:pt x="1627" y="2451"/>
                    <a:pt x="1706" y="2325"/>
                  </a:cubicBezTo>
                  <a:cubicBezTo>
                    <a:pt x="1832" y="2098"/>
                    <a:pt x="1877" y="1598"/>
                    <a:pt x="1865" y="1393"/>
                  </a:cubicBezTo>
                  <a:cubicBezTo>
                    <a:pt x="1854" y="1234"/>
                    <a:pt x="1638" y="1075"/>
                    <a:pt x="1479" y="950"/>
                  </a:cubicBezTo>
                  <a:cubicBezTo>
                    <a:pt x="1445" y="916"/>
                    <a:pt x="1388" y="882"/>
                    <a:pt x="1377" y="859"/>
                  </a:cubicBezTo>
                  <a:cubicBezTo>
                    <a:pt x="1377" y="837"/>
                    <a:pt x="1377" y="802"/>
                    <a:pt x="1388" y="768"/>
                  </a:cubicBezTo>
                  <a:cubicBezTo>
                    <a:pt x="1400" y="666"/>
                    <a:pt x="1422" y="496"/>
                    <a:pt x="1422" y="347"/>
                  </a:cubicBezTo>
                  <a:cubicBezTo>
                    <a:pt x="1422" y="132"/>
                    <a:pt x="1320" y="97"/>
                    <a:pt x="1229" y="64"/>
                  </a:cubicBezTo>
                  <a:cubicBezTo>
                    <a:pt x="1218" y="64"/>
                    <a:pt x="1195" y="52"/>
                    <a:pt x="1172" y="41"/>
                  </a:cubicBezTo>
                  <a:cubicBezTo>
                    <a:pt x="1121" y="15"/>
                    <a:pt x="1037" y="0"/>
                    <a:pt x="9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60"/>
            <p:cNvSpPr/>
            <p:nvPr/>
          </p:nvSpPr>
          <p:spPr>
            <a:xfrm>
              <a:off x="6006115" y="1912555"/>
              <a:ext cx="459264" cy="494089"/>
            </a:xfrm>
            <a:custGeom>
              <a:avLst/>
              <a:gdLst/>
              <a:ahLst/>
              <a:cxnLst/>
              <a:rect l="l" t="t" r="r" b="b"/>
              <a:pathLst>
                <a:path w="5697" h="6129" extrusionOk="0">
                  <a:moveTo>
                    <a:pt x="1160" y="1"/>
                  </a:moveTo>
                  <a:lnTo>
                    <a:pt x="0" y="887"/>
                  </a:lnTo>
                  <a:cubicBezTo>
                    <a:pt x="0" y="887"/>
                    <a:pt x="1978" y="4969"/>
                    <a:pt x="2047" y="5106"/>
                  </a:cubicBezTo>
                  <a:cubicBezTo>
                    <a:pt x="2115" y="5242"/>
                    <a:pt x="3547" y="6129"/>
                    <a:pt x="3547" y="6129"/>
                  </a:cubicBezTo>
                  <a:lnTo>
                    <a:pt x="5696" y="3469"/>
                  </a:lnTo>
                  <a:cubicBezTo>
                    <a:pt x="5696" y="3469"/>
                    <a:pt x="3001" y="2615"/>
                    <a:pt x="2933" y="2514"/>
                  </a:cubicBezTo>
                  <a:cubicBezTo>
                    <a:pt x="2865" y="2411"/>
                    <a:pt x="1160" y="1"/>
                    <a:pt x="11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60"/>
            <p:cNvSpPr/>
            <p:nvPr/>
          </p:nvSpPr>
          <p:spPr>
            <a:xfrm>
              <a:off x="6001520" y="1908041"/>
              <a:ext cx="467486" cy="502312"/>
            </a:xfrm>
            <a:custGeom>
              <a:avLst/>
              <a:gdLst/>
              <a:ahLst/>
              <a:cxnLst/>
              <a:rect l="l" t="t" r="r" b="b"/>
              <a:pathLst>
                <a:path w="5799" h="6231" extrusionOk="0">
                  <a:moveTo>
                    <a:pt x="1206" y="125"/>
                  </a:moveTo>
                  <a:cubicBezTo>
                    <a:pt x="1433" y="455"/>
                    <a:pt x="2888" y="2512"/>
                    <a:pt x="2945" y="2603"/>
                  </a:cubicBezTo>
                  <a:cubicBezTo>
                    <a:pt x="3013" y="2706"/>
                    <a:pt x="4809" y="3285"/>
                    <a:pt x="5662" y="3547"/>
                  </a:cubicBezTo>
                  <a:lnTo>
                    <a:pt x="3593" y="6117"/>
                  </a:lnTo>
                  <a:cubicBezTo>
                    <a:pt x="2922" y="5695"/>
                    <a:pt x="2194" y="5218"/>
                    <a:pt x="2149" y="5139"/>
                  </a:cubicBezTo>
                  <a:cubicBezTo>
                    <a:pt x="2081" y="5013"/>
                    <a:pt x="319" y="1365"/>
                    <a:pt x="125" y="955"/>
                  </a:cubicBezTo>
                  <a:lnTo>
                    <a:pt x="1206" y="125"/>
                  </a:lnTo>
                  <a:close/>
                  <a:moveTo>
                    <a:pt x="1229" y="0"/>
                  </a:moveTo>
                  <a:cubicBezTo>
                    <a:pt x="1206" y="0"/>
                    <a:pt x="1194" y="11"/>
                    <a:pt x="1183" y="11"/>
                  </a:cubicBezTo>
                  <a:lnTo>
                    <a:pt x="24" y="898"/>
                  </a:lnTo>
                  <a:cubicBezTo>
                    <a:pt x="12" y="910"/>
                    <a:pt x="1" y="943"/>
                    <a:pt x="12" y="966"/>
                  </a:cubicBezTo>
                  <a:cubicBezTo>
                    <a:pt x="92" y="1125"/>
                    <a:pt x="1990" y="5048"/>
                    <a:pt x="2058" y="5184"/>
                  </a:cubicBezTo>
                  <a:cubicBezTo>
                    <a:pt x="2126" y="5321"/>
                    <a:pt x="3331" y="6082"/>
                    <a:pt x="3571" y="6230"/>
                  </a:cubicBezTo>
                  <a:lnTo>
                    <a:pt x="3604" y="6230"/>
                  </a:lnTo>
                  <a:cubicBezTo>
                    <a:pt x="3616" y="6230"/>
                    <a:pt x="3627" y="6230"/>
                    <a:pt x="3639" y="6218"/>
                  </a:cubicBezTo>
                  <a:lnTo>
                    <a:pt x="5787" y="3558"/>
                  </a:lnTo>
                  <a:cubicBezTo>
                    <a:pt x="5799" y="3547"/>
                    <a:pt x="5799" y="3525"/>
                    <a:pt x="5799" y="3513"/>
                  </a:cubicBezTo>
                  <a:cubicBezTo>
                    <a:pt x="5787" y="3490"/>
                    <a:pt x="5776" y="3479"/>
                    <a:pt x="5764" y="3479"/>
                  </a:cubicBezTo>
                  <a:cubicBezTo>
                    <a:pt x="4753" y="3161"/>
                    <a:pt x="3127" y="2626"/>
                    <a:pt x="3036" y="2547"/>
                  </a:cubicBezTo>
                  <a:cubicBezTo>
                    <a:pt x="2968" y="2444"/>
                    <a:pt x="1330" y="125"/>
                    <a:pt x="1262" y="23"/>
                  </a:cubicBezTo>
                  <a:cubicBezTo>
                    <a:pt x="1251" y="11"/>
                    <a:pt x="1240" y="11"/>
                    <a:pt x="12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60"/>
            <p:cNvSpPr/>
            <p:nvPr/>
          </p:nvSpPr>
          <p:spPr>
            <a:xfrm>
              <a:off x="6201365" y="3121458"/>
              <a:ext cx="507794" cy="173322"/>
            </a:xfrm>
            <a:custGeom>
              <a:avLst/>
              <a:gdLst/>
              <a:ahLst/>
              <a:cxnLst/>
              <a:rect l="l" t="t" r="r" b="b"/>
              <a:pathLst>
                <a:path w="6299" h="2150" extrusionOk="0">
                  <a:moveTo>
                    <a:pt x="6298" y="0"/>
                  </a:moveTo>
                  <a:cubicBezTo>
                    <a:pt x="6298" y="0"/>
                    <a:pt x="3855" y="204"/>
                    <a:pt x="2481" y="204"/>
                  </a:cubicBezTo>
                  <a:cubicBezTo>
                    <a:pt x="2234" y="204"/>
                    <a:pt x="2022" y="198"/>
                    <a:pt x="1865" y="182"/>
                  </a:cubicBezTo>
                  <a:cubicBezTo>
                    <a:pt x="830" y="79"/>
                    <a:pt x="102" y="34"/>
                    <a:pt x="102" y="34"/>
                  </a:cubicBezTo>
                  <a:lnTo>
                    <a:pt x="0" y="1614"/>
                  </a:lnTo>
                  <a:cubicBezTo>
                    <a:pt x="0" y="1614"/>
                    <a:pt x="1267" y="2149"/>
                    <a:pt x="2644" y="2149"/>
                  </a:cubicBezTo>
                  <a:cubicBezTo>
                    <a:pt x="2672" y="2149"/>
                    <a:pt x="2700" y="2149"/>
                    <a:pt x="2729" y="2148"/>
                  </a:cubicBezTo>
                  <a:cubicBezTo>
                    <a:pt x="4138" y="2115"/>
                    <a:pt x="6025" y="1569"/>
                    <a:pt x="6025" y="1569"/>
                  </a:cubicBezTo>
                  <a:lnTo>
                    <a:pt x="62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60"/>
            <p:cNvSpPr/>
            <p:nvPr/>
          </p:nvSpPr>
          <p:spPr>
            <a:xfrm>
              <a:off x="6197656" y="3117749"/>
              <a:ext cx="516017" cy="180578"/>
            </a:xfrm>
            <a:custGeom>
              <a:avLst/>
              <a:gdLst/>
              <a:ahLst/>
              <a:cxnLst/>
              <a:rect l="l" t="t" r="r" b="b"/>
              <a:pathLst>
                <a:path w="6401" h="2240" extrusionOk="0">
                  <a:moveTo>
                    <a:pt x="6287" y="103"/>
                  </a:moveTo>
                  <a:lnTo>
                    <a:pt x="6026" y="1570"/>
                  </a:lnTo>
                  <a:cubicBezTo>
                    <a:pt x="5776" y="1638"/>
                    <a:pt x="4059" y="2115"/>
                    <a:pt x="2775" y="2138"/>
                  </a:cubicBezTo>
                  <a:cubicBezTo>
                    <a:pt x="2743" y="2139"/>
                    <a:pt x="2712" y="2139"/>
                    <a:pt x="2680" y="2139"/>
                  </a:cubicBezTo>
                  <a:cubicBezTo>
                    <a:pt x="1453" y="2139"/>
                    <a:pt x="314" y="1715"/>
                    <a:pt x="103" y="1626"/>
                  </a:cubicBezTo>
                  <a:lnTo>
                    <a:pt x="193" y="125"/>
                  </a:lnTo>
                  <a:cubicBezTo>
                    <a:pt x="375" y="137"/>
                    <a:pt x="1047" y="193"/>
                    <a:pt x="1911" y="274"/>
                  </a:cubicBezTo>
                  <a:cubicBezTo>
                    <a:pt x="2071" y="289"/>
                    <a:pt x="2291" y="296"/>
                    <a:pt x="2547" y="296"/>
                  </a:cubicBezTo>
                  <a:cubicBezTo>
                    <a:pt x="3790" y="296"/>
                    <a:pt x="5891" y="140"/>
                    <a:pt x="6287" y="103"/>
                  </a:cubicBezTo>
                  <a:close/>
                  <a:moveTo>
                    <a:pt x="6344" y="1"/>
                  </a:moveTo>
                  <a:cubicBezTo>
                    <a:pt x="6315" y="1"/>
                    <a:pt x="3920" y="194"/>
                    <a:pt x="2558" y="194"/>
                  </a:cubicBezTo>
                  <a:cubicBezTo>
                    <a:pt x="2302" y="194"/>
                    <a:pt x="2082" y="187"/>
                    <a:pt x="1921" y="171"/>
                  </a:cubicBezTo>
                  <a:cubicBezTo>
                    <a:pt x="898" y="80"/>
                    <a:pt x="160" y="23"/>
                    <a:pt x="148" y="23"/>
                  </a:cubicBezTo>
                  <a:cubicBezTo>
                    <a:pt x="137" y="23"/>
                    <a:pt x="125" y="23"/>
                    <a:pt x="114" y="34"/>
                  </a:cubicBezTo>
                  <a:cubicBezTo>
                    <a:pt x="103" y="46"/>
                    <a:pt x="103" y="57"/>
                    <a:pt x="103" y="69"/>
                  </a:cubicBezTo>
                  <a:lnTo>
                    <a:pt x="1" y="1660"/>
                  </a:lnTo>
                  <a:cubicBezTo>
                    <a:pt x="1" y="1683"/>
                    <a:pt x="12" y="1706"/>
                    <a:pt x="34" y="1706"/>
                  </a:cubicBezTo>
                  <a:cubicBezTo>
                    <a:pt x="46" y="1717"/>
                    <a:pt x="1308" y="2240"/>
                    <a:pt x="2684" y="2240"/>
                  </a:cubicBezTo>
                  <a:lnTo>
                    <a:pt x="2775" y="2240"/>
                  </a:lnTo>
                  <a:cubicBezTo>
                    <a:pt x="4172" y="2217"/>
                    <a:pt x="6071" y="1660"/>
                    <a:pt x="6082" y="1660"/>
                  </a:cubicBezTo>
                  <a:cubicBezTo>
                    <a:pt x="6105" y="1660"/>
                    <a:pt x="6117" y="1638"/>
                    <a:pt x="6117" y="1626"/>
                  </a:cubicBezTo>
                  <a:lnTo>
                    <a:pt x="6401" y="57"/>
                  </a:lnTo>
                  <a:cubicBezTo>
                    <a:pt x="6401" y="46"/>
                    <a:pt x="6401" y="23"/>
                    <a:pt x="6390" y="12"/>
                  </a:cubicBezTo>
                  <a:cubicBezTo>
                    <a:pt x="6378" y="1"/>
                    <a:pt x="6355" y="1"/>
                    <a:pt x="6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60"/>
            <p:cNvSpPr/>
            <p:nvPr/>
          </p:nvSpPr>
          <p:spPr>
            <a:xfrm>
              <a:off x="6122523" y="3082924"/>
              <a:ext cx="625975" cy="105606"/>
            </a:xfrm>
            <a:custGeom>
              <a:avLst/>
              <a:gdLst/>
              <a:ahLst/>
              <a:cxnLst/>
              <a:rect l="l" t="t" r="r" b="b"/>
              <a:pathLst>
                <a:path w="7765" h="1310" extrusionOk="0">
                  <a:moveTo>
                    <a:pt x="80" y="1"/>
                  </a:moveTo>
                  <a:lnTo>
                    <a:pt x="0" y="455"/>
                  </a:lnTo>
                  <a:cubicBezTo>
                    <a:pt x="0" y="455"/>
                    <a:pt x="1069" y="1035"/>
                    <a:pt x="3422" y="1262"/>
                  </a:cubicBezTo>
                  <a:cubicBezTo>
                    <a:pt x="3761" y="1294"/>
                    <a:pt x="4100" y="1310"/>
                    <a:pt x="4439" y="1310"/>
                  </a:cubicBezTo>
                  <a:cubicBezTo>
                    <a:pt x="5556" y="1310"/>
                    <a:pt x="6667" y="1139"/>
                    <a:pt x="7731" y="807"/>
                  </a:cubicBezTo>
                  <a:lnTo>
                    <a:pt x="7765" y="23"/>
                  </a:lnTo>
                  <a:lnTo>
                    <a:pt x="7765" y="23"/>
                  </a:lnTo>
                  <a:cubicBezTo>
                    <a:pt x="6503" y="330"/>
                    <a:pt x="5218" y="478"/>
                    <a:pt x="3934" y="478"/>
                  </a:cubicBezTo>
                  <a:cubicBezTo>
                    <a:pt x="2638" y="444"/>
                    <a:pt x="1342" y="284"/>
                    <a:pt x="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60"/>
            <p:cNvSpPr/>
            <p:nvPr/>
          </p:nvSpPr>
          <p:spPr>
            <a:xfrm>
              <a:off x="6117928" y="3079296"/>
              <a:ext cx="634279" cy="113667"/>
            </a:xfrm>
            <a:custGeom>
              <a:avLst/>
              <a:gdLst/>
              <a:ahLst/>
              <a:cxnLst/>
              <a:rect l="l" t="t" r="r" b="b"/>
              <a:pathLst>
                <a:path w="7868" h="1410" extrusionOk="0">
                  <a:moveTo>
                    <a:pt x="171" y="114"/>
                  </a:moveTo>
                  <a:cubicBezTo>
                    <a:pt x="1422" y="387"/>
                    <a:pt x="2706" y="546"/>
                    <a:pt x="3991" y="580"/>
                  </a:cubicBezTo>
                  <a:cubicBezTo>
                    <a:pt x="5252" y="580"/>
                    <a:pt x="6526" y="432"/>
                    <a:pt x="7765" y="137"/>
                  </a:cubicBezTo>
                  <a:lnTo>
                    <a:pt x="7765" y="137"/>
                  </a:lnTo>
                  <a:lnTo>
                    <a:pt x="7743" y="819"/>
                  </a:lnTo>
                  <a:cubicBezTo>
                    <a:pt x="6674" y="1143"/>
                    <a:pt x="5578" y="1305"/>
                    <a:pt x="4476" y="1305"/>
                  </a:cubicBezTo>
                  <a:cubicBezTo>
                    <a:pt x="4148" y="1305"/>
                    <a:pt x="3819" y="1290"/>
                    <a:pt x="3491" y="1262"/>
                  </a:cubicBezTo>
                  <a:cubicBezTo>
                    <a:pt x="1387" y="1057"/>
                    <a:pt x="308" y="569"/>
                    <a:pt x="114" y="478"/>
                  </a:cubicBezTo>
                  <a:lnTo>
                    <a:pt x="171" y="114"/>
                  </a:lnTo>
                  <a:close/>
                  <a:moveTo>
                    <a:pt x="148" y="0"/>
                  </a:moveTo>
                  <a:cubicBezTo>
                    <a:pt x="126" y="0"/>
                    <a:pt x="114" y="0"/>
                    <a:pt x="103" y="11"/>
                  </a:cubicBezTo>
                  <a:cubicBezTo>
                    <a:pt x="91" y="11"/>
                    <a:pt x="80" y="23"/>
                    <a:pt x="80" y="34"/>
                  </a:cubicBezTo>
                  <a:lnTo>
                    <a:pt x="12" y="489"/>
                  </a:lnTo>
                  <a:cubicBezTo>
                    <a:pt x="0" y="511"/>
                    <a:pt x="12" y="534"/>
                    <a:pt x="35" y="546"/>
                  </a:cubicBezTo>
                  <a:cubicBezTo>
                    <a:pt x="46" y="557"/>
                    <a:pt x="1137" y="1137"/>
                    <a:pt x="3479" y="1353"/>
                  </a:cubicBezTo>
                  <a:cubicBezTo>
                    <a:pt x="3820" y="1387"/>
                    <a:pt x="4161" y="1410"/>
                    <a:pt x="4514" y="1410"/>
                  </a:cubicBezTo>
                  <a:cubicBezTo>
                    <a:pt x="5628" y="1410"/>
                    <a:pt x="6730" y="1239"/>
                    <a:pt x="7811" y="898"/>
                  </a:cubicBezTo>
                  <a:cubicBezTo>
                    <a:pt x="7822" y="898"/>
                    <a:pt x="7844" y="875"/>
                    <a:pt x="7844" y="852"/>
                  </a:cubicBezTo>
                  <a:lnTo>
                    <a:pt x="7867" y="79"/>
                  </a:lnTo>
                  <a:cubicBezTo>
                    <a:pt x="7867" y="57"/>
                    <a:pt x="7856" y="46"/>
                    <a:pt x="7844" y="34"/>
                  </a:cubicBezTo>
                  <a:cubicBezTo>
                    <a:pt x="7833" y="23"/>
                    <a:pt x="7822" y="23"/>
                    <a:pt x="7811" y="23"/>
                  </a:cubicBezTo>
                  <a:cubicBezTo>
                    <a:pt x="6560" y="319"/>
                    <a:pt x="5275" y="478"/>
                    <a:pt x="3991" y="478"/>
                  </a:cubicBezTo>
                  <a:cubicBezTo>
                    <a:pt x="2695" y="443"/>
                    <a:pt x="1399" y="284"/>
                    <a:pt x="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60"/>
            <p:cNvSpPr/>
            <p:nvPr/>
          </p:nvSpPr>
          <p:spPr>
            <a:xfrm>
              <a:off x="6114220" y="2209057"/>
              <a:ext cx="648064" cy="943357"/>
            </a:xfrm>
            <a:custGeom>
              <a:avLst/>
              <a:gdLst/>
              <a:ahLst/>
              <a:cxnLst/>
              <a:rect l="l" t="t" r="r" b="b"/>
              <a:pathLst>
                <a:path w="8039" h="11702" extrusionOk="0">
                  <a:moveTo>
                    <a:pt x="5520" y="1"/>
                  </a:moveTo>
                  <a:cubicBezTo>
                    <a:pt x="5463" y="1"/>
                    <a:pt x="5404" y="2"/>
                    <a:pt x="5344" y="6"/>
                  </a:cubicBezTo>
                  <a:cubicBezTo>
                    <a:pt x="4457" y="74"/>
                    <a:pt x="3593" y="336"/>
                    <a:pt x="2820" y="768"/>
                  </a:cubicBezTo>
                  <a:cubicBezTo>
                    <a:pt x="2536" y="950"/>
                    <a:pt x="2286" y="1188"/>
                    <a:pt x="2092" y="1473"/>
                  </a:cubicBezTo>
                  <a:cubicBezTo>
                    <a:pt x="2092" y="1473"/>
                    <a:pt x="1263" y="2928"/>
                    <a:pt x="978" y="4065"/>
                  </a:cubicBezTo>
                  <a:cubicBezTo>
                    <a:pt x="706" y="5202"/>
                    <a:pt x="149" y="10442"/>
                    <a:pt x="81" y="10738"/>
                  </a:cubicBezTo>
                  <a:cubicBezTo>
                    <a:pt x="1" y="11045"/>
                    <a:pt x="1763" y="11647"/>
                    <a:pt x="2923" y="11670"/>
                  </a:cubicBezTo>
                  <a:cubicBezTo>
                    <a:pt x="3421" y="11685"/>
                    <a:pt x="4183" y="11702"/>
                    <a:pt x="4926" y="11702"/>
                  </a:cubicBezTo>
                  <a:cubicBezTo>
                    <a:pt x="5914" y="11702"/>
                    <a:pt x="6870" y="11672"/>
                    <a:pt x="7129" y="11568"/>
                  </a:cubicBezTo>
                  <a:cubicBezTo>
                    <a:pt x="7584" y="11397"/>
                    <a:pt x="8016" y="11147"/>
                    <a:pt x="8016" y="10863"/>
                  </a:cubicBezTo>
                  <a:cubicBezTo>
                    <a:pt x="8016" y="10591"/>
                    <a:pt x="8039" y="9556"/>
                    <a:pt x="8039" y="8726"/>
                  </a:cubicBezTo>
                  <a:cubicBezTo>
                    <a:pt x="8039" y="7896"/>
                    <a:pt x="7789" y="3508"/>
                    <a:pt x="7561" y="2507"/>
                  </a:cubicBezTo>
                  <a:cubicBezTo>
                    <a:pt x="7334" y="1496"/>
                    <a:pt x="7186" y="791"/>
                    <a:pt x="7106" y="665"/>
                  </a:cubicBezTo>
                  <a:cubicBezTo>
                    <a:pt x="7031" y="547"/>
                    <a:pt x="6537" y="1"/>
                    <a:pt x="5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60"/>
            <p:cNvSpPr/>
            <p:nvPr/>
          </p:nvSpPr>
          <p:spPr>
            <a:xfrm>
              <a:off x="6115187" y="2205268"/>
              <a:ext cx="650805" cy="951096"/>
            </a:xfrm>
            <a:custGeom>
              <a:avLst/>
              <a:gdLst/>
              <a:ahLst/>
              <a:cxnLst/>
              <a:rect l="l" t="t" r="r" b="b"/>
              <a:pathLst>
                <a:path w="8073" h="11798" extrusionOk="0">
                  <a:moveTo>
                    <a:pt x="5538" y="103"/>
                  </a:moveTo>
                  <a:cubicBezTo>
                    <a:pt x="6472" y="103"/>
                    <a:pt x="6964" y="598"/>
                    <a:pt x="7049" y="735"/>
                  </a:cubicBezTo>
                  <a:cubicBezTo>
                    <a:pt x="7117" y="838"/>
                    <a:pt x="7242" y="1406"/>
                    <a:pt x="7413" y="2190"/>
                  </a:cubicBezTo>
                  <a:lnTo>
                    <a:pt x="7504" y="2566"/>
                  </a:lnTo>
                  <a:cubicBezTo>
                    <a:pt x="7719" y="3555"/>
                    <a:pt x="7981" y="7955"/>
                    <a:pt x="7981" y="8773"/>
                  </a:cubicBezTo>
                  <a:cubicBezTo>
                    <a:pt x="7981" y="9296"/>
                    <a:pt x="7969" y="9910"/>
                    <a:pt x="7958" y="10353"/>
                  </a:cubicBezTo>
                  <a:cubicBezTo>
                    <a:pt x="7958" y="10615"/>
                    <a:pt x="7947" y="10808"/>
                    <a:pt x="7947" y="10910"/>
                  </a:cubicBezTo>
                  <a:cubicBezTo>
                    <a:pt x="7947" y="11126"/>
                    <a:pt x="7640" y="11365"/>
                    <a:pt x="7105" y="11570"/>
                  </a:cubicBezTo>
                  <a:cubicBezTo>
                    <a:pt x="6845" y="11671"/>
                    <a:pt x="5852" y="11698"/>
                    <a:pt x="4867" y="11698"/>
                  </a:cubicBezTo>
                  <a:cubicBezTo>
                    <a:pt x="4089" y="11698"/>
                    <a:pt x="3317" y="11682"/>
                    <a:pt x="2911" y="11672"/>
                  </a:cubicBezTo>
                  <a:cubicBezTo>
                    <a:pt x="1899" y="11649"/>
                    <a:pt x="364" y="11161"/>
                    <a:pt x="137" y="10853"/>
                  </a:cubicBezTo>
                  <a:cubicBezTo>
                    <a:pt x="125" y="10842"/>
                    <a:pt x="114" y="10819"/>
                    <a:pt x="114" y="10797"/>
                  </a:cubicBezTo>
                  <a:cubicBezTo>
                    <a:pt x="137" y="10694"/>
                    <a:pt x="216" y="10024"/>
                    <a:pt x="330" y="9091"/>
                  </a:cubicBezTo>
                  <a:cubicBezTo>
                    <a:pt x="534" y="7409"/>
                    <a:pt x="842" y="4862"/>
                    <a:pt x="1024" y="4123"/>
                  </a:cubicBezTo>
                  <a:cubicBezTo>
                    <a:pt x="1285" y="3032"/>
                    <a:pt x="2092" y="1599"/>
                    <a:pt x="2126" y="1543"/>
                  </a:cubicBezTo>
                  <a:cubicBezTo>
                    <a:pt x="2320" y="1270"/>
                    <a:pt x="2558" y="1031"/>
                    <a:pt x="2831" y="861"/>
                  </a:cubicBezTo>
                  <a:cubicBezTo>
                    <a:pt x="3604" y="429"/>
                    <a:pt x="4468" y="167"/>
                    <a:pt x="5332" y="110"/>
                  </a:cubicBezTo>
                  <a:cubicBezTo>
                    <a:pt x="5403" y="105"/>
                    <a:pt x="5472" y="103"/>
                    <a:pt x="5538" y="103"/>
                  </a:cubicBezTo>
                  <a:close/>
                  <a:moveTo>
                    <a:pt x="5542" y="0"/>
                  </a:moveTo>
                  <a:cubicBezTo>
                    <a:pt x="5474" y="0"/>
                    <a:pt x="5404" y="2"/>
                    <a:pt x="5332" y="8"/>
                  </a:cubicBezTo>
                  <a:cubicBezTo>
                    <a:pt x="4445" y="65"/>
                    <a:pt x="3558" y="338"/>
                    <a:pt x="2785" y="770"/>
                  </a:cubicBezTo>
                  <a:cubicBezTo>
                    <a:pt x="2490" y="963"/>
                    <a:pt x="2240" y="1202"/>
                    <a:pt x="2035" y="1485"/>
                  </a:cubicBezTo>
                  <a:lnTo>
                    <a:pt x="2035" y="1497"/>
                  </a:lnTo>
                  <a:cubicBezTo>
                    <a:pt x="2024" y="1508"/>
                    <a:pt x="1194" y="2975"/>
                    <a:pt x="921" y="4100"/>
                  </a:cubicBezTo>
                  <a:cubicBezTo>
                    <a:pt x="739" y="4840"/>
                    <a:pt x="433" y="7386"/>
                    <a:pt x="228" y="9080"/>
                  </a:cubicBezTo>
                  <a:cubicBezTo>
                    <a:pt x="125" y="9966"/>
                    <a:pt x="46" y="10671"/>
                    <a:pt x="11" y="10774"/>
                  </a:cubicBezTo>
                  <a:cubicBezTo>
                    <a:pt x="1" y="10819"/>
                    <a:pt x="23" y="10865"/>
                    <a:pt x="57" y="10921"/>
                  </a:cubicBezTo>
                  <a:cubicBezTo>
                    <a:pt x="342" y="11297"/>
                    <a:pt x="2001" y="11752"/>
                    <a:pt x="2911" y="11774"/>
                  </a:cubicBezTo>
                  <a:cubicBezTo>
                    <a:pt x="3547" y="11785"/>
                    <a:pt x="4275" y="11797"/>
                    <a:pt x="4945" y="11797"/>
                  </a:cubicBezTo>
                  <a:cubicBezTo>
                    <a:pt x="5968" y="11797"/>
                    <a:pt x="6878" y="11763"/>
                    <a:pt x="7140" y="11672"/>
                  </a:cubicBezTo>
                  <a:cubicBezTo>
                    <a:pt x="7560" y="11502"/>
                    <a:pt x="8049" y="11240"/>
                    <a:pt x="8049" y="10910"/>
                  </a:cubicBezTo>
                  <a:cubicBezTo>
                    <a:pt x="8049" y="10819"/>
                    <a:pt x="8060" y="10615"/>
                    <a:pt x="8060" y="10353"/>
                  </a:cubicBezTo>
                  <a:cubicBezTo>
                    <a:pt x="8072" y="9910"/>
                    <a:pt x="8072" y="9296"/>
                    <a:pt x="8072" y="8773"/>
                  </a:cubicBezTo>
                  <a:cubicBezTo>
                    <a:pt x="8072" y="7932"/>
                    <a:pt x="7822" y="3566"/>
                    <a:pt x="7595" y="2543"/>
                  </a:cubicBezTo>
                  <a:lnTo>
                    <a:pt x="7515" y="2168"/>
                  </a:lnTo>
                  <a:cubicBezTo>
                    <a:pt x="7322" y="1315"/>
                    <a:pt x="7208" y="803"/>
                    <a:pt x="7140" y="690"/>
                  </a:cubicBezTo>
                  <a:cubicBezTo>
                    <a:pt x="7129" y="679"/>
                    <a:pt x="6673" y="0"/>
                    <a:pt x="5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60"/>
            <p:cNvSpPr/>
            <p:nvPr/>
          </p:nvSpPr>
          <p:spPr>
            <a:xfrm>
              <a:off x="5631255" y="2452514"/>
              <a:ext cx="335520" cy="368411"/>
            </a:xfrm>
            <a:custGeom>
              <a:avLst/>
              <a:gdLst/>
              <a:ahLst/>
              <a:cxnLst/>
              <a:rect l="l" t="t" r="r" b="b"/>
              <a:pathLst>
                <a:path w="4162" h="4570" extrusionOk="0">
                  <a:moveTo>
                    <a:pt x="905" y="1"/>
                  </a:moveTo>
                  <a:cubicBezTo>
                    <a:pt x="765" y="1"/>
                    <a:pt x="623" y="27"/>
                    <a:pt x="489" y="78"/>
                  </a:cubicBezTo>
                  <a:cubicBezTo>
                    <a:pt x="489" y="78"/>
                    <a:pt x="80" y="249"/>
                    <a:pt x="46" y="659"/>
                  </a:cubicBezTo>
                  <a:cubicBezTo>
                    <a:pt x="1" y="1068"/>
                    <a:pt x="762" y="1477"/>
                    <a:pt x="1194" y="2091"/>
                  </a:cubicBezTo>
                  <a:cubicBezTo>
                    <a:pt x="1638" y="2705"/>
                    <a:pt x="2217" y="3341"/>
                    <a:pt x="2217" y="3341"/>
                  </a:cubicBezTo>
                  <a:lnTo>
                    <a:pt x="3104" y="4569"/>
                  </a:lnTo>
                  <a:lnTo>
                    <a:pt x="4162" y="3683"/>
                  </a:lnTo>
                  <a:lnTo>
                    <a:pt x="1433" y="522"/>
                  </a:lnTo>
                  <a:cubicBezTo>
                    <a:pt x="1433" y="522"/>
                    <a:pt x="1570" y="227"/>
                    <a:pt x="1399" y="113"/>
                  </a:cubicBezTo>
                  <a:cubicBezTo>
                    <a:pt x="1244" y="38"/>
                    <a:pt x="1075" y="1"/>
                    <a:pt x="9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60"/>
            <p:cNvSpPr/>
            <p:nvPr/>
          </p:nvSpPr>
          <p:spPr>
            <a:xfrm>
              <a:off x="5628514" y="2448887"/>
              <a:ext cx="342856" cy="376553"/>
            </a:xfrm>
            <a:custGeom>
              <a:avLst/>
              <a:gdLst/>
              <a:ahLst/>
              <a:cxnLst/>
              <a:rect l="l" t="t" r="r" b="b"/>
              <a:pathLst>
                <a:path w="4253" h="4671" extrusionOk="0">
                  <a:moveTo>
                    <a:pt x="932" y="100"/>
                  </a:moveTo>
                  <a:cubicBezTo>
                    <a:pt x="1096" y="100"/>
                    <a:pt x="1260" y="134"/>
                    <a:pt x="1410" y="203"/>
                  </a:cubicBezTo>
                  <a:cubicBezTo>
                    <a:pt x="1536" y="282"/>
                    <a:pt x="1433" y="544"/>
                    <a:pt x="1422" y="544"/>
                  </a:cubicBezTo>
                  <a:cubicBezTo>
                    <a:pt x="1422" y="567"/>
                    <a:pt x="1422" y="590"/>
                    <a:pt x="1433" y="601"/>
                  </a:cubicBezTo>
                  <a:lnTo>
                    <a:pt x="4128" y="3728"/>
                  </a:lnTo>
                  <a:lnTo>
                    <a:pt x="3150" y="4546"/>
                  </a:lnTo>
                  <a:lnTo>
                    <a:pt x="2297" y="3352"/>
                  </a:lnTo>
                  <a:cubicBezTo>
                    <a:pt x="2286" y="3352"/>
                    <a:pt x="1706" y="2704"/>
                    <a:pt x="1274" y="2101"/>
                  </a:cubicBezTo>
                  <a:cubicBezTo>
                    <a:pt x="1092" y="1851"/>
                    <a:pt x="864" y="1636"/>
                    <a:pt x="660" y="1442"/>
                  </a:cubicBezTo>
                  <a:cubicBezTo>
                    <a:pt x="364" y="1169"/>
                    <a:pt x="103" y="931"/>
                    <a:pt x="126" y="704"/>
                  </a:cubicBezTo>
                  <a:cubicBezTo>
                    <a:pt x="160" y="340"/>
                    <a:pt x="523" y="181"/>
                    <a:pt x="535" y="169"/>
                  </a:cubicBezTo>
                  <a:cubicBezTo>
                    <a:pt x="663" y="123"/>
                    <a:pt x="798" y="100"/>
                    <a:pt x="932" y="100"/>
                  </a:cubicBezTo>
                  <a:close/>
                  <a:moveTo>
                    <a:pt x="937" y="0"/>
                  </a:moveTo>
                  <a:cubicBezTo>
                    <a:pt x="789" y="0"/>
                    <a:pt x="640" y="26"/>
                    <a:pt x="501" y="78"/>
                  </a:cubicBezTo>
                  <a:cubicBezTo>
                    <a:pt x="478" y="90"/>
                    <a:pt x="58" y="260"/>
                    <a:pt x="23" y="704"/>
                  </a:cubicBezTo>
                  <a:cubicBezTo>
                    <a:pt x="0" y="965"/>
                    <a:pt x="273" y="1226"/>
                    <a:pt x="592" y="1522"/>
                  </a:cubicBezTo>
                  <a:cubicBezTo>
                    <a:pt x="785" y="1704"/>
                    <a:pt x="1013" y="1920"/>
                    <a:pt x="1195" y="2159"/>
                  </a:cubicBezTo>
                  <a:cubicBezTo>
                    <a:pt x="1627" y="2773"/>
                    <a:pt x="2218" y="3420"/>
                    <a:pt x="2218" y="3420"/>
                  </a:cubicBezTo>
                  <a:lnTo>
                    <a:pt x="3104" y="4648"/>
                  </a:lnTo>
                  <a:cubicBezTo>
                    <a:pt x="3115" y="4660"/>
                    <a:pt x="3127" y="4671"/>
                    <a:pt x="3138" y="4671"/>
                  </a:cubicBezTo>
                  <a:cubicBezTo>
                    <a:pt x="3150" y="4671"/>
                    <a:pt x="3161" y="4660"/>
                    <a:pt x="3173" y="4660"/>
                  </a:cubicBezTo>
                  <a:lnTo>
                    <a:pt x="4229" y="3773"/>
                  </a:lnTo>
                  <a:cubicBezTo>
                    <a:pt x="4241" y="3761"/>
                    <a:pt x="4252" y="3750"/>
                    <a:pt x="4252" y="3738"/>
                  </a:cubicBezTo>
                  <a:cubicBezTo>
                    <a:pt x="4252" y="3728"/>
                    <a:pt x="4241" y="3705"/>
                    <a:pt x="4241" y="3693"/>
                  </a:cubicBezTo>
                  <a:lnTo>
                    <a:pt x="1536" y="555"/>
                  </a:lnTo>
                  <a:cubicBezTo>
                    <a:pt x="1558" y="476"/>
                    <a:pt x="1637" y="226"/>
                    <a:pt x="1456" y="112"/>
                  </a:cubicBezTo>
                  <a:cubicBezTo>
                    <a:pt x="1294" y="38"/>
                    <a:pt x="1116" y="0"/>
                    <a:pt x="9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60"/>
            <p:cNvSpPr/>
            <p:nvPr/>
          </p:nvSpPr>
          <p:spPr>
            <a:xfrm>
              <a:off x="5676158" y="2453321"/>
              <a:ext cx="480304" cy="384937"/>
            </a:xfrm>
            <a:custGeom>
              <a:avLst/>
              <a:gdLst/>
              <a:ahLst/>
              <a:cxnLst/>
              <a:rect l="l" t="t" r="r" b="b"/>
              <a:pathLst>
                <a:path w="5958" h="4775" extrusionOk="0">
                  <a:moveTo>
                    <a:pt x="3070" y="0"/>
                  </a:moveTo>
                  <a:lnTo>
                    <a:pt x="1" y="1023"/>
                  </a:lnTo>
                  <a:lnTo>
                    <a:pt x="3206" y="4775"/>
                  </a:lnTo>
                  <a:lnTo>
                    <a:pt x="5958" y="3206"/>
                  </a:lnTo>
                  <a:cubicBezTo>
                    <a:pt x="5333" y="2763"/>
                    <a:pt x="4742" y="2274"/>
                    <a:pt x="4196" y="1740"/>
                  </a:cubicBezTo>
                  <a:cubicBezTo>
                    <a:pt x="3264" y="853"/>
                    <a:pt x="3070" y="0"/>
                    <a:pt x="30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60"/>
            <p:cNvSpPr/>
            <p:nvPr/>
          </p:nvSpPr>
          <p:spPr>
            <a:xfrm>
              <a:off x="5671643" y="2448967"/>
              <a:ext cx="489414" cy="392998"/>
            </a:xfrm>
            <a:custGeom>
              <a:avLst/>
              <a:gdLst/>
              <a:ahLst/>
              <a:cxnLst/>
              <a:rect l="l" t="t" r="r" b="b"/>
              <a:pathLst>
                <a:path w="6071" h="4875" extrusionOk="0">
                  <a:moveTo>
                    <a:pt x="3092" y="122"/>
                  </a:moveTo>
                  <a:cubicBezTo>
                    <a:pt x="3149" y="316"/>
                    <a:pt x="3411" y="1055"/>
                    <a:pt x="4207" y="1828"/>
                  </a:cubicBezTo>
                  <a:cubicBezTo>
                    <a:pt x="4740" y="2340"/>
                    <a:pt x="5321" y="2817"/>
                    <a:pt x="5923" y="3249"/>
                  </a:cubicBezTo>
                  <a:lnTo>
                    <a:pt x="3274" y="4761"/>
                  </a:lnTo>
                  <a:lnTo>
                    <a:pt x="137" y="1100"/>
                  </a:lnTo>
                  <a:lnTo>
                    <a:pt x="3092" y="122"/>
                  </a:lnTo>
                  <a:close/>
                  <a:moveTo>
                    <a:pt x="3126" y="0"/>
                  </a:moveTo>
                  <a:cubicBezTo>
                    <a:pt x="3118" y="0"/>
                    <a:pt x="3109" y="3"/>
                    <a:pt x="3103" y="9"/>
                  </a:cubicBezTo>
                  <a:lnTo>
                    <a:pt x="34" y="1032"/>
                  </a:lnTo>
                  <a:cubicBezTo>
                    <a:pt x="23" y="1032"/>
                    <a:pt x="11" y="1044"/>
                    <a:pt x="0" y="1066"/>
                  </a:cubicBezTo>
                  <a:cubicBezTo>
                    <a:pt x="0" y="1077"/>
                    <a:pt x="0" y="1100"/>
                    <a:pt x="11" y="1112"/>
                  </a:cubicBezTo>
                  <a:lnTo>
                    <a:pt x="3217" y="4863"/>
                  </a:lnTo>
                  <a:cubicBezTo>
                    <a:pt x="3229" y="4874"/>
                    <a:pt x="3240" y="4874"/>
                    <a:pt x="3262" y="4874"/>
                  </a:cubicBezTo>
                  <a:lnTo>
                    <a:pt x="3285" y="4874"/>
                  </a:lnTo>
                  <a:lnTo>
                    <a:pt x="6048" y="3305"/>
                  </a:lnTo>
                  <a:cubicBezTo>
                    <a:pt x="6059" y="3295"/>
                    <a:pt x="6071" y="3283"/>
                    <a:pt x="6071" y="3260"/>
                  </a:cubicBezTo>
                  <a:cubicBezTo>
                    <a:pt x="6071" y="3237"/>
                    <a:pt x="6059" y="3226"/>
                    <a:pt x="6048" y="3215"/>
                  </a:cubicBezTo>
                  <a:cubicBezTo>
                    <a:pt x="5422" y="2772"/>
                    <a:pt x="4831" y="2282"/>
                    <a:pt x="4286" y="1759"/>
                  </a:cubicBezTo>
                  <a:cubicBezTo>
                    <a:pt x="3376" y="895"/>
                    <a:pt x="3172" y="54"/>
                    <a:pt x="3172" y="43"/>
                  </a:cubicBezTo>
                  <a:cubicBezTo>
                    <a:pt x="3172" y="31"/>
                    <a:pt x="3161" y="20"/>
                    <a:pt x="3149" y="9"/>
                  </a:cubicBezTo>
                  <a:cubicBezTo>
                    <a:pt x="3143" y="3"/>
                    <a:pt x="3135" y="0"/>
                    <a:pt x="31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60"/>
            <p:cNvSpPr/>
            <p:nvPr/>
          </p:nvSpPr>
          <p:spPr>
            <a:xfrm>
              <a:off x="5670676" y="2387297"/>
              <a:ext cx="291504" cy="148573"/>
            </a:xfrm>
            <a:custGeom>
              <a:avLst/>
              <a:gdLst/>
              <a:ahLst/>
              <a:cxnLst/>
              <a:rect l="l" t="t" r="r" b="b"/>
              <a:pathLst>
                <a:path w="3616" h="1843" extrusionOk="0">
                  <a:moveTo>
                    <a:pt x="3036" y="1"/>
                  </a:moveTo>
                  <a:lnTo>
                    <a:pt x="0" y="887"/>
                  </a:lnTo>
                  <a:cubicBezTo>
                    <a:pt x="194" y="922"/>
                    <a:pt x="319" y="1104"/>
                    <a:pt x="296" y="1297"/>
                  </a:cubicBezTo>
                  <a:cubicBezTo>
                    <a:pt x="285" y="1501"/>
                    <a:pt x="194" y="1695"/>
                    <a:pt x="69" y="1842"/>
                  </a:cubicBezTo>
                  <a:lnTo>
                    <a:pt x="3127" y="819"/>
                  </a:lnTo>
                  <a:cubicBezTo>
                    <a:pt x="3616" y="205"/>
                    <a:pt x="3036" y="1"/>
                    <a:pt x="30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60"/>
            <p:cNvSpPr/>
            <p:nvPr/>
          </p:nvSpPr>
          <p:spPr>
            <a:xfrm>
              <a:off x="5666081" y="2383669"/>
              <a:ext cx="279573" cy="155829"/>
            </a:xfrm>
            <a:custGeom>
              <a:avLst/>
              <a:gdLst/>
              <a:ahLst/>
              <a:cxnLst/>
              <a:rect l="l" t="t" r="r" b="b"/>
              <a:pathLst>
                <a:path w="3468" h="1933" extrusionOk="0">
                  <a:moveTo>
                    <a:pt x="3081" y="103"/>
                  </a:moveTo>
                  <a:cubicBezTo>
                    <a:pt x="3127" y="114"/>
                    <a:pt x="3275" y="194"/>
                    <a:pt x="3321" y="330"/>
                  </a:cubicBezTo>
                  <a:cubicBezTo>
                    <a:pt x="3354" y="467"/>
                    <a:pt x="3298" y="637"/>
                    <a:pt x="3161" y="819"/>
                  </a:cubicBezTo>
                  <a:lnTo>
                    <a:pt x="262" y="1785"/>
                  </a:lnTo>
                  <a:cubicBezTo>
                    <a:pt x="342" y="1660"/>
                    <a:pt x="398" y="1501"/>
                    <a:pt x="410" y="1342"/>
                  </a:cubicBezTo>
                  <a:cubicBezTo>
                    <a:pt x="421" y="1182"/>
                    <a:pt x="342" y="1023"/>
                    <a:pt x="206" y="944"/>
                  </a:cubicBezTo>
                  <a:lnTo>
                    <a:pt x="3081" y="103"/>
                  </a:lnTo>
                  <a:close/>
                  <a:moveTo>
                    <a:pt x="3070" y="0"/>
                  </a:moveTo>
                  <a:lnTo>
                    <a:pt x="46" y="887"/>
                  </a:lnTo>
                  <a:cubicBezTo>
                    <a:pt x="24" y="887"/>
                    <a:pt x="1" y="910"/>
                    <a:pt x="1" y="932"/>
                  </a:cubicBezTo>
                  <a:cubicBezTo>
                    <a:pt x="12" y="955"/>
                    <a:pt x="24" y="978"/>
                    <a:pt x="46" y="978"/>
                  </a:cubicBezTo>
                  <a:cubicBezTo>
                    <a:pt x="217" y="1012"/>
                    <a:pt x="319" y="1171"/>
                    <a:pt x="307" y="1342"/>
                  </a:cubicBezTo>
                  <a:cubicBezTo>
                    <a:pt x="285" y="1535"/>
                    <a:pt x="217" y="1705"/>
                    <a:pt x="80" y="1854"/>
                  </a:cubicBezTo>
                  <a:cubicBezTo>
                    <a:pt x="69" y="1865"/>
                    <a:pt x="69" y="1899"/>
                    <a:pt x="80" y="1910"/>
                  </a:cubicBezTo>
                  <a:cubicBezTo>
                    <a:pt x="92" y="1933"/>
                    <a:pt x="103" y="1933"/>
                    <a:pt x="126" y="1933"/>
                  </a:cubicBezTo>
                  <a:lnTo>
                    <a:pt x="137" y="1933"/>
                  </a:lnTo>
                  <a:lnTo>
                    <a:pt x="3207" y="910"/>
                  </a:lnTo>
                  <a:cubicBezTo>
                    <a:pt x="3218" y="910"/>
                    <a:pt x="3218" y="899"/>
                    <a:pt x="3230" y="899"/>
                  </a:cubicBezTo>
                  <a:cubicBezTo>
                    <a:pt x="3400" y="671"/>
                    <a:pt x="3468" y="478"/>
                    <a:pt x="3412" y="307"/>
                  </a:cubicBezTo>
                  <a:cubicBezTo>
                    <a:pt x="3343" y="80"/>
                    <a:pt x="3116" y="0"/>
                    <a:pt x="3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60"/>
            <p:cNvSpPr/>
            <p:nvPr/>
          </p:nvSpPr>
          <p:spPr>
            <a:xfrm>
              <a:off x="5729283" y="2602539"/>
              <a:ext cx="285135" cy="281588"/>
            </a:xfrm>
            <a:custGeom>
              <a:avLst/>
              <a:gdLst/>
              <a:ahLst/>
              <a:cxnLst/>
              <a:rect l="l" t="t" r="r" b="b"/>
              <a:pathLst>
                <a:path w="3537" h="3493" extrusionOk="0">
                  <a:moveTo>
                    <a:pt x="942" y="0"/>
                  </a:moveTo>
                  <a:cubicBezTo>
                    <a:pt x="936" y="0"/>
                    <a:pt x="929" y="1"/>
                    <a:pt x="922" y="3"/>
                  </a:cubicBezTo>
                  <a:cubicBezTo>
                    <a:pt x="786" y="36"/>
                    <a:pt x="581" y="173"/>
                    <a:pt x="649" y="298"/>
                  </a:cubicBezTo>
                  <a:cubicBezTo>
                    <a:pt x="706" y="435"/>
                    <a:pt x="1024" y="1014"/>
                    <a:pt x="1024" y="1014"/>
                  </a:cubicBezTo>
                  <a:lnTo>
                    <a:pt x="1092" y="1253"/>
                  </a:lnTo>
                  <a:cubicBezTo>
                    <a:pt x="1092" y="1253"/>
                    <a:pt x="478" y="1150"/>
                    <a:pt x="377" y="1117"/>
                  </a:cubicBezTo>
                  <a:cubicBezTo>
                    <a:pt x="361" y="1113"/>
                    <a:pt x="346" y="1112"/>
                    <a:pt x="331" y="1112"/>
                  </a:cubicBezTo>
                  <a:cubicBezTo>
                    <a:pt x="245" y="1112"/>
                    <a:pt x="167" y="1166"/>
                    <a:pt x="137" y="1253"/>
                  </a:cubicBezTo>
                  <a:cubicBezTo>
                    <a:pt x="137" y="1276"/>
                    <a:pt x="126" y="1299"/>
                    <a:pt x="137" y="1321"/>
                  </a:cubicBezTo>
                  <a:cubicBezTo>
                    <a:pt x="137" y="1491"/>
                    <a:pt x="1" y="1491"/>
                    <a:pt x="172" y="1594"/>
                  </a:cubicBezTo>
                  <a:cubicBezTo>
                    <a:pt x="342" y="1696"/>
                    <a:pt x="547" y="1832"/>
                    <a:pt x="547" y="1832"/>
                  </a:cubicBezTo>
                  <a:cubicBezTo>
                    <a:pt x="547" y="1832"/>
                    <a:pt x="786" y="2378"/>
                    <a:pt x="842" y="2481"/>
                  </a:cubicBezTo>
                  <a:cubicBezTo>
                    <a:pt x="910" y="2583"/>
                    <a:pt x="1456" y="2822"/>
                    <a:pt x="1559" y="2890"/>
                  </a:cubicBezTo>
                  <a:cubicBezTo>
                    <a:pt x="1661" y="2958"/>
                    <a:pt x="2206" y="3128"/>
                    <a:pt x="2479" y="3186"/>
                  </a:cubicBezTo>
                  <a:cubicBezTo>
                    <a:pt x="2752" y="3254"/>
                    <a:pt x="3366" y="3492"/>
                    <a:pt x="3366" y="3492"/>
                  </a:cubicBezTo>
                  <a:lnTo>
                    <a:pt x="3537" y="2708"/>
                  </a:lnTo>
                  <a:lnTo>
                    <a:pt x="3401" y="2413"/>
                  </a:lnTo>
                  <a:cubicBezTo>
                    <a:pt x="3401" y="2413"/>
                    <a:pt x="2718" y="2310"/>
                    <a:pt x="2684" y="2105"/>
                  </a:cubicBezTo>
                  <a:cubicBezTo>
                    <a:pt x="2650" y="1912"/>
                    <a:pt x="2514" y="1458"/>
                    <a:pt x="2377" y="1287"/>
                  </a:cubicBezTo>
                  <a:cubicBezTo>
                    <a:pt x="2252" y="1117"/>
                    <a:pt x="1593" y="787"/>
                    <a:pt x="1388" y="548"/>
                  </a:cubicBezTo>
                  <a:cubicBezTo>
                    <a:pt x="1193" y="310"/>
                    <a:pt x="1071" y="0"/>
                    <a:pt x="9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60"/>
            <p:cNvSpPr/>
            <p:nvPr/>
          </p:nvSpPr>
          <p:spPr>
            <a:xfrm>
              <a:off x="5730251" y="2597863"/>
              <a:ext cx="288763" cy="290859"/>
            </a:xfrm>
            <a:custGeom>
              <a:avLst/>
              <a:gdLst/>
              <a:ahLst/>
              <a:cxnLst/>
              <a:rect l="l" t="t" r="r" b="b"/>
              <a:pathLst>
                <a:path w="3582" h="3608" extrusionOk="0">
                  <a:moveTo>
                    <a:pt x="927" y="105"/>
                  </a:moveTo>
                  <a:cubicBezTo>
                    <a:pt x="974" y="105"/>
                    <a:pt x="1061" y="236"/>
                    <a:pt x="1149" y="356"/>
                  </a:cubicBezTo>
                  <a:cubicBezTo>
                    <a:pt x="1206" y="447"/>
                    <a:pt x="1274" y="549"/>
                    <a:pt x="1342" y="629"/>
                  </a:cubicBezTo>
                  <a:cubicBezTo>
                    <a:pt x="1456" y="765"/>
                    <a:pt x="1683" y="913"/>
                    <a:pt x="1911" y="1061"/>
                  </a:cubicBezTo>
                  <a:cubicBezTo>
                    <a:pt x="2093" y="1186"/>
                    <a:pt x="2274" y="1311"/>
                    <a:pt x="2331" y="1379"/>
                  </a:cubicBezTo>
                  <a:cubicBezTo>
                    <a:pt x="2456" y="1538"/>
                    <a:pt x="2593" y="1959"/>
                    <a:pt x="2626" y="2175"/>
                  </a:cubicBezTo>
                  <a:cubicBezTo>
                    <a:pt x="2661" y="2391"/>
                    <a:pt x="3195" y="2493"/>
                    <a:pt x="3354" y="2516"/>
                  </a:cubicBezTo>
                  <a:lnTo>
                    <a:pt x="3468" y="2777"/>
                  </a:lnTo>
                  <a:lnTo>
                    <a:pt x="3320" y="3482"/>
                  </a:lnTo>
                  <a:cubicBezTo>
                    <a:pt x="3161" y="3426"/>
                    <a:pt x="2706" y="3255"/>
                    <a:pt x="2479" y="3198"/>
                  </a:cubicBezTo>
                  <a:cubicBezTo>
                    <a:pt x="2194" y="3130"/>
                    <a:pt x="1671" y="2959"/>
                    <a:pt x="1581" y="2903"/>
                  </a:cubicBezTo>
                  <a:cubicBezTo>
                    <a:pt x="1535" y="2880"/>
                    <a:pt x="1456" y="2834"/>
                    <a:pt x="1353" y="2789"/>
                  </a:cubicBezTo>
                  <a:cubicBezTo>
                    <a:pt x="1206" y="2709"/>
                    <a:pt x="910" y="2562"/>
                    <a:pt x="876" y="2504"/>
                  </a:cubicBezTo>
                  <a:cubicBezTo>
                    <a:pt x="830" y="2436"/>
                    <a:pt x="660" y="2061"/>
                    <a:pt x="580" y="1868"/>
                  </a:cubicBezTo>
                  <a:lnTo>
                    <a:pt x="557" y="1845"/>
                  </a:lnTo>
                  <a:cubicBezTo>
                    <a:pt x="557" y="1845"/>
                    <a:pt x="353" y="1709"/>
                    <a:pt x="183" y="1607"/>
                  </a:cubicBezTo>
                  <a:cubicBezTo>
                    <a:pt x="125" y="1572"/>
                    <a:pt x="125" y="1561"/>
                    <a:pt x="114" y="1561"/>
                  </a:cubicBezTo>
                  <a:cubicBezTo>
                    <a:pt x="125" y="1561"/>
                    <a:pt x="125" y="1549"/>
                    <a:pt x="125" y="1538"/>
                  </a:cubicBezTo>
                  <a:cubicBezTo>
                    <a:pt x="148" y="1504"/>
                    <a:pt x="171" y="1458"/>
                    <a:pt x="171" y="1368"/>
                  </a:cubicBezTo>
                  <a:lnTo>
                    <a:pt x="171" y="1322"/>
                  </a:lnTo>
                  <a:cubicBezTo>
                    <a:pt x="183" y="1288"/>
                    <a:pt x="205" y="1254"/>
                    <a:pt x="239" y="1231"/>
                  </a:cubicBezTo>
                  <a:cubicBezTo>
                    <a:pt x="263" y="1223"/>
                    <a:pt x="287" y="1215"/>
                    <a:pt x="311" y="1215"/>
                  </a:cubicBezTo>
                  <a:cubicBezTo>
                    <a:pt x="321" y="1215"/>
                    <a:pt x="332" y="1217"/>
                    <a:pt x="342" y="1220"/>
                  </a:cubicBezTo>
                  <a:cubicBezTo>
                    <a:pt x="444" y="1266"/>
                    <a:pt x="1047" y="1357"/>
                    <a:pt x="1069" y="1357"/>
                  </a:cubicBezTo>
                  <a:cubicBezTo>
                    <a:pt x="1073" y="1360"/>
                    <a:pt x="1077" y="1361"/>
                    <a:pt x="1081" y="1361"/>
                  </a:cubicBezTo>
                  <a:cubicBezTo>
                    <a:pt x="1093" y="1361"/>
                    <a:pt x="1106" y="1353"/>
                    <a:pt x="1115" y="1345"/>
                  </a:cubicBezTo>
                  <a:cubicBezTo>
                    <a:pt x="1126" y="1334"/>
                    <a:pt x="1126" y="1311"/>
                    <a:pt x="1126" y="1299"/>
                  </a:cubicBezTo>
                  <a:lnTo>
                    <a:pt x="1058" y="1061"/>
                  </a:lnTo>
                  <a:cubicBezTo>
                    <a:pt x="1058" y="1061"/>
                    <a:pt x="1058" y="1049"/>
                    <a:pt x="1047" y="1049"/>
                  </a:cubicBezTo>
                  <a:cubicBezTo>
                    <a:pt x="1047" y="1049"/>
                    <a:pt x="739" y="470"/>
                    <a:pt x="671" y="333"/>
                  </a:cubicBezTo>
                  <a:cubicBezTo>
                    <a:pt x="671" y="311"/>
                    <a:pt x="671" y="299"/>
                    <a:pt x="683" y="265"/>
                  </a:cubicBezTo>
                  <a:cubicBezTo>
                    <a:pt x="706" y="197"/>
                    <a:pt x="830" y="129"/>
                    <a:pt x="921" y="106"/>
                  </a:cubicBezTo>
                  <a:cubicBezTo>
                    <a:pt x="923" y="106"/>
                    <a:pt x="925" y="105"/>
                    <a:pt x="927" y="105"/>
                  </a:cubicBezTo>
                  <a:close/>
                  <a:moveTo>
                    <a:pt x="915" y="1"/>
                  </a:moveTo>
                  <a:cubicBezTo>
                    <a:pt x="906" y="1"/>
                    <a:pt x="897" y="2"/>
                    <a:pt x="888" y="3"/>
                  </a:cubicBezTo>
                  <a:cubicBezTo>
                    <a:pt x="785" y="38"/>
                    <a:pt x="637" y="117"/>
                    <a:pt x="580" y="231"/>
                  </a:cubicBezTo>
                  <a:cubicBezTo>
                    <a:pt x="557" y="276"/>
                    <a:pt x="557" y="333"/>
                    <a:pt x="592" y="379"/>
                  </a:cubicBezTo>
                  <a:cubicBezTo>
                    <a:pt x="648" y="504"/>
                    <a:pt x="933" y="1038"/>
                    <a:pt x="956" y="1095"/>
                  </a:cubicBezTo>
                  <a:lnTo>
                    <a:pt x="1001" y="1254"/>
                  </a:lnTo>
                  <a:cubicBezTo>
                    <a:pt x="797" y="1220"/>
                    <a:pt x="444" y="1152"/>
                    <a:pt x="375" y="1129"/>
                  </a:cubicBezTo>
                  <a:cubicBezTo>
                    <a:pt x="351" y="1121"/>
                    <a:pt x="328" y="1117"/>
                    <a:pt x="306" y="1117"/>
                  </a:cubicBezTo>
                  <a:cubicBezTo>
                    <a:pt x="267" y="1117"/>
                    <a:pt x="230" y="1130"/>
                    <a:pt x="194" y="1152"/>
                  </a:cubicBezTo>
                  <a:cubicBezTo>
                    <a:pt x="137" y="1175"/>
                    <a:pt x="92" y="1231"/>
                    <a:pt x="80" y="1288"/>
                  </a:cubicBezTo>
                  <a:cubicBezTo>
                    <a:pt x="69" y="1322"/>
                    <a:pt x="69" y="1357"/>
                    <a:pt x="69" y="1379"/>
                  </a:cubicBezTo>
                  <a:cubicBezTo>
                    <a:pt x="69" y="1436"/>
                    <a:pt x="57" y="1458"/>
                    <a:pt x="46" y="1493"/>
                  </a:cubicBezTo>
                  <a:cubicBezTo>
                    <a:pt x="1" y="1584"/>
                    <a:pt x="24" y="1629"/>
                    <a:pt x="125" y="1698"/>
                  </a:cubicBezTo>
                  <a:cubicBezTo>
                    <a:pt x="274" y="1777"/>
                    <a:pt x="444" y="1890"/>
                    <a:pt x="489" y="1925"/>
                  </a:cubicBezTo>
                  <a:cubicBezTo>
                    <a:pt x="524" y="2004"/>
                    <a:pt x="728" y="2471"/>
                    <a:pt x="785" y="2562"/>
                  </a:cubicBezTo>
                  <a:cubicBezTo>
                    <a:pt x="842" y="2641"/>
                    <a:pt x="1035" y="2744"/>
                    <a:pt x="1308" y="2880"/>
                  </a:cubicBezTo>
                  <a:cubicBezTo>
                    <a:pt x="1399" y="2925"/>
                    <a:pt x="1490" y="2971"/>
                    <a:pt x="1524" y="2982"/>
                  </a:cubicBezTo>
                  <a:cubicBezTo>
                    <a:pt x="1626" y="3062"/>
                    <a:pt x="2184" y="3232"/>
                    <a:pt x="2456" y="3300"/>
                  </a:cubicBezTo>
                  <a:cubicBezTo>
                    <a:pt x="2717" y="3357"/>
                    <a:pt x="3331" y="3596"/>
                    <a:pt x="3331" y="3596"/>
                  </a:cubicBezTo>
                  <a:cubicBezTo>
                    <a:pt x="3343" y="3608"/>
                    <a:pt x="3343" y="3608"/>
                    <a:pt x="3354" y="3608"/>
                  </a:cubicBezTo>
                  <a:cubicBezTo>
                    <a:pt x="3366" y="3608"/>
                    <a:pt x="3366" y="3608"/>
                    <a:pt x="3377" y="3596"/>
                  </a:cubicBezTo>
                  <a:cubicBezTo>
                    <a:pt x="3389" y="3596"/>
                    <a:pt x="3399" y="3585"/>
                    <a:pt x="3399" y="3562"/>
                  </a:cubicBezTo>
                  <a:lnTo>
                    <a:pt x="3570" y="2777"/>
                  </a:lnTo>
                  <a:cubicBezTo>
                    <a:pt x="3581" y="2766"/>
                    <a:pt x="3570" y="2754"/>
                    <a:pt x="3570" y="2754"/>
                  </a:cubicBezTo>
                  <a:lnTo>
                    <a:pt x="3434" y="2448"/>
                  </a:lnTo>
                  <a:cubicBezTo>
                    <a:pt x="3422" y="2436"/>
                    <a:pt x="3411" y="2425"/>
                    <a:pt x="3399" y="2425"/>
                  </a:cubicBezTo>
                  <a:cubicBezTo>
                    <a:pt x="3138" y="2380"/>
                    <a:pt x="2740" y="2277"/>
                    <a:pt x="2717" y="2163"/>
                  </a:cubicBezTo>
                  <a:cubicBezTo>
                    <a:pt x="2695" y="1959"/>
                    <a:pt x="2558" y="1504"/>
                    <a:pt x="2411" y="1322"/>
                  </a:cubicBezTo>
                  <a:cubicBezTo>
                    <a:pt x="2343" y="1231"/>
                    <a:pt x="2172" y="1117"/>
                    <a:pt x="1967" y="981"/>
                  </a:cubicBezTo>
                  <a:cubicBezTo>
                    <a:pt x="1762" y="845"/>
                    <a:pt x="1524" y="685"/>
                    <a:pt x="1421" y="572"/>
                  </a:cubicBezTo>
                  <a:cubicBezTo>
                    <a:pt x="1353" y="481"/>
                    <a:pt x="1285" y="390"/>
                    <a:pt x="1229" y="299"/>
                  </a:cubicBezTo>
                  <a:cubicBezTo>
                    <a:pt x="1123" y="130"/>
                    <a:pt x="1027" y="1"/>
                    <a:pt x="9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60"/>
            <p:cNvSpPr/>
            <p:nvPr/>
          </p:nvSpPr>
          <p:spPr>
            <a:xfrm>
              <a:off x="5989589" y="2294751"/>
              <a:ext cx="598566" cy="662575"/>
            </a:xfrm>
            <a:custGeom>
              <a:avLst/>
              <a:gdLst/>
              <a:ahLst/>
              <a:cxnLst/>
              <a:rect l="l" t="t" r="r" b="b"/>
              <a:pathLst>
                <a:path w="7425" h="8219" extrusionOk="0">
                  <a:moveTo>
                    <a:pt x="4912" y="1"/>
                  </a:moveTo>
                  <a:cubicBezTo>
                    <a:pt x="4912" y="1"/>
                    <a:pt x="4025" y="580"/>
                    <a:pt x="3957" y="1671"/>
                  </a:cubicBezTo>
                  <a:cubicBezTo>
                    <a:pt x="3889" y="2763"/>
                    <a:pt x="4332" y="5923"/>
                    <a:pt x="4332" y="5923"/>
                  </a:cubicBezTo>
                  <a:lnTo>
                    <a:pt x="172" y="6231"/>
                  </a:lnTo>
                  <a:lnTo>
                    <a:pt x="1" y="7663"/>
                  </a:lnTo>
                  <a:cubicBezTo>
                    <a:pt x="1" y="7663"/>
                    <a:pt x="956" y="8141"/>
                    <a:pt x="3138" y="8209"/>
                  </a:cubicBezTo>
                  <a:cubicBezTo>
                    <a:pt x="3348" y="8215"/>
                    <a:pt x="3552" y="8218"/>
                    <a:pt x="3749" y="8218"/>
                  </a:cubicBezTo>
                  <a:cubicBezTo>
                    <a:pt x="5599" y="8218"/>
                    <a:pt x="6851" y="7947"/>
                    <a:pt x="7129" y="7731"/>
                  </a:cubicBezTo>
                  <a:cubicBezTo>
                    <a:pt x="7425" y="7492"/>
                    <a:pt x="7322" y="4696"/>
                    <a:pt x="7322" y="4559"/>
                  </a:cubicBezTo>
                  <a:cubicBezTo>
                    <a:pt x="7322" y="4423"/>
                    <a:pt x="7390" y="1524"/>
                    <a:pt x="7390" y="1524"/>
                  </a:cubicBezTo>
                  <a:lnTo>
                    <a:pt x="49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60"/>
            <p:cNvSpPr/>
            <p:nvPr/>
          </p:nvSpPr>
          <p:spPr>
            <a:xfrm>
              <a:off x="5985961" y="2290478"/>
              <a:ext cx="604048" cy="670636"/>
            </a:xfrm>
            <a:custGeom>
              <a:avLst/>
              <a:gdLst/>
              <a:ahLst/>
              <a:cxnLst/>
              <a:rect l="l" t="t" r="r" b="b"/>
              <a:pathLst>
                <a:path w="7493" h="8319" extrusionOk="0">
                  <a:moveTo>
                    <a:pt x="4956" y="0"/>
                  </a:moveTo>
                  <a:cubicBezTo>
                    <a:pt x="4944" y="0"/>
                    <a:pt x="4933" y="3"/>
                    <a:pt x="4923" y="8"/>
                  </a:cubicBezTo>
                  <a:cubicBezTo>
                    <a:pt x="4923" y="19"/>
                    <a:pt x="4014" y="610"/>
                    <a:pt x="3945" y="1714"/>
                  </a:cubicBezTo>
                  <a:cubicBezTo>
                    <a:pt x="3888" y="2725"/>
                    <a:pt x="4264" y="5511"/>
                    <a:pt x="4320" y="5931"/>
                  </a:cubicBezTo>
                  <a:lnTo>
                    <a:pt x="217" y="6238"/>
                  </a:lnTo>
                  <a:cubicBezTo>
                    <a:pt x="194" y="6238"/>
                    <a:pt x="171" y="6249"/>
                    <a:pt x="171" y="6272"/>
                  </a:cubicBezTo>
                  <a:lnTo>
                    <a:pt x="0" y="7704"/>
                  </a:lnTo>
                  <a:cubicBezTo>
                    <a:pt x="0" y="7727"/>
                    <a:pt x="12" y="7750"/>
                    <a:pt x="23" y="7762"/>
                  </a:cubicBezTo>
                  <a:cubicBezTo>
                    <a:pt x="68" y="7784"/>
                    <a:pt x="1012" y="8239"/>
                    <a:pt x="3183" y="8307"/>
                  </a:cubicBezTo>
                  <a:cubicBezTo>
                    <a:pt x="3388" y="8318"/>
                    <a:pt x="3593" y="8318"/>
                    <a:pt x="3797" y="8318"/>
                  </a:cubicBezTo>
                  <a:cubicBezTo>
                    <a:pt x="5684" y="8318"/>
                    <a:pt x="6924" y="8034"/>
                    <a:pt x="7197" y="7818"/>
                  </a:cubicBezTo>
                  <a:cubicBezTo>
                    <a:pt x="7276" y="7762"/>
                    <a:pt x="7492" y="7591"/>
                    <a:pt x="7424" y="4715"/>
                  </a:cubicBezTo>
                  <a:lnTo>
                    <a:pt x="7424" y="4612"/>
                  </a:lnTo>
                  <a:cubicBezTo>
                    <a:pt x="7424" y="4476"/>
                    <a:pt x="7492" y="1611"/>
                    <a:pt x="7492" y="1577"/>
                  </a:cubicBezTo>
                  <a:cubicBezTo>
                    <a:pt x="7492" y="1554"/>
                    <a:pt x="7470" y="1532"/>
                    <a:pt x="7447" y="1532"/>
                  </a:cubicBezTo>
                  <a:cubicBezTo>
                    <a:pt x="7412" y="1532"/>
                    <a:pt x="7390" y="1554"/>
                    <a:pt x="7390" y="1577"/>
                  </a:cubicBezTo>
                  <a:cubicBezTo>
                    <a:pt x="7390" y="1702"/>
                    <a:pt x="7321" y="4476"/>
                    <a:pt x="7321" y="4612"/>
                  </a:cubicBezTo>
                  <a:lnTo>
                    <a:pt x="7321" y="4715"/>
                  </a:lnTo>
                  <a:cubicBezTo>
                    <a:pt x="7390" y="7272"/>
                    <a:pt x="7220" y="7682"/>
                    <a:pt x="7139" y="7739"/>
                  </a:cubicBezTo>
                  <a:cubicBezTo>
                    <a:pt x="6863" y="7953"/>
                    <a:pt x="5591" y="8214"/>
                    <a:pt x="3796" y="8214"/>
                  </a:cubicBezTo>
                  <a:cubicBezTo>
                    <a:pt x="3598" y="8214"/>
                    <a:pt x="3394" y="8211"/>
                    <a:pt x="3183" y="8205"/>
                  </a:cubicBezTo>
                  <a:cubicBezTo>
                    <a:pt x="1262" y="8148"/>
                    <a:pt x="285" y="7762"/>
                    <a:pt x="103" y="7682"/>
                  </a:cubicBezTo>
                  <a:lnTo>
                    <a:pt x="262" y="6329"/>
                  </a:lnTo>
                  <a:lnTo>
                    <a:pt x="4377" y="6034"/>
                  </a:lnTo>
                  <a:cubicBezTo>
                    <a:pt x="4388" y="6034"/>
                    <a:pt x="4411" y="6022"/>
                    <a:pt x="4411" y="6011"/>
                  </a:cubicBezTo>
                  <a:cubicBezTo>
                    <a:pt x="4423" y="5999"/>
                    <a:pt x="4423" y="5988"/>
                    <a:pt x="4423" y="5976"/>
                  </a:cubicBezTo>
                  <a:cubicBezTo>
                    <a:pt x="4423" y="5943"/>
                    <a:pt x="3979" y="2793"/>
                    <a:pt x="4047" y="1724"/>
                  </a:cubicBezTo>
                  <a:cubicBezTo>
                    <a:pt x="4115" y="679"/>
                    <a:pt x="4979" y="99"/>
                    <a:pt x="4979" y="99"/>
                  </a:cubicBezTo>
                  <a:cubicBezTo>
                    <a:pt x="5002" y="77"/>
                    <a:pt x="5014" y="42"/>
                    <a:pt x="5002" y="19"/>
                  </a:cubicBezTo>
                  <a:cubicBezTo>
                    <a:pt x="4989" y="6"/>
                    <a:pt x="4972" y="0"/>
                    <a:pt x="49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0"/>
            <p:cNvSpPr/>
            <p:nvPr/>
          </p:nvSpPr>
          <p:spPr>
            <a:xfrm>
              <a:off x="6211361" y="2489920"/>
              <a:ext cx="375827" cy="482158"/>
            </a:xfrm>
            <a:custGeom>
              <a:avLst/>
              <a:gdLst/>
              <a:ahLst/>
              <a:cxnLst/>
              <a:rect l="l" t="t" r="r" b="b"/>
              <a:pathLst>
                <a:path w="4662" h="5981" extrusionOk="0">
                  <a:moveTo>
                    <a:pt x="4616" y="1"/>
                  </a:moveTo>
                  <a:cubicBezTo>
                    <a:pt x="4594" y="1"/>
                    <a:pt x="4571" y="24"/>
                    <a:pt x="4571" y="46"/>
                  </a:cubicBezTo>
                  <a:cubicBezTo>
                    <a:pt x="4571" y="92"/>
                    <a:pt x="4560" y="5038"/>
                    <a:pt x="4355" y="5526"/>
                  </a:cubicBezTo>
                  <a:cubicBezTo>
                    <a:pt x="4239" y="5802"/>
                    <a:pt x="2636" y="5883"/>
                    <a:pt x="1188" y="5883"/>
                  </a:cubicBezTo>
                  <a:cubicBezTo>
                    <a:pt x="788" y="5883"/>
                    <a:pt x="400" y="5877"/>
                    <a:pt x="58" y="5867"/>
                  </a:cubicBezTo>
                  <a:cubicBezTo>
                    <a:pt x="35" y="5867"/>
                    <a:pt x="1" y="5879"/>
                    <a:pt x="1" y="5912"/>
                  </a:cubicBezTo>
                  <a:cubicBezTo>
                    <a:pt x="1" y="5935"/>
                    <a:pt x="23" y="5958"/>
                    <a:pt x="58" y="5958"/>
                  </a:cubicBezTo>
                  <a:cubicBezTo>
                    <a:pt x="58" y="5958"/>
                    <a:pt x="604" y="5981"/>
                    <a:pt x="1309" y="5981"/>
                  </a:cubicBezTo>
                  <a:cubicBezTo>
                    <a:pt x="1570" y="5981"/>
                    <a:pt x="1854" y="5981"/>
                    <a:pt x="2150" y="5970"/>
                  </a:cubicBezTo>
                  <a:cubicBezTo>
                    <a:pt x="4298" y="5912"/>
                    <a:pt x="4412" y="5651"/>
                    <a:pt x="4446" y="5571"/>
                  </a:cubicBezTo>
                  <a:cubicBezTo>
                    <a:pt x="4662" y="5060"/>
                    <a:pt x="4662" y="251"/>
                    <a:pt x="4662" y="46"/>
                  </a:cubicBezTo>
                  <a:cubicBezTo>
                    <a:pt x="4662" y="24"/>
                    <a:pt x="4639" y="1"/>
                    <a:pt x="4616"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0"/>
            <p:cNvSpPr/>
            <p:nvPr/>
          </p:nvSpPr>
          <p:spPr>
            <a:xfrm>
              <a:off x="6205879" y="2338041"/>
              <a:ext cx="160504" cy="446204"/>
            </a:xfrm>
            <a:custGeom>
              <a:avLst/>
              <a:gdLst/>
              <a:ahLst/>
              <a:cxnLst/>
              <a:rect l="l" t="t" r="r" b="b"/>
              <a:pathLst>
                <a:path w="1991" h="5535" extrusionOk="0">
                  <a:moveTo>
                    <a:pt x="1938" y="1"/>
                  </a:moveTo>
                  <a:cubicBezTo>
                    <a:pt x="1925" y="1"/>
                    <a:pt x="1911" y="4"/>
                    <a:pt x="1900" y="9"/>
                  </a:cubicBezTo>
                  <a:cubicBezTo>
                    <a:pt x="1888" y="20"/>
                    <a:pt x="1013" y="987"/>
                    <a:pt x="1160" y="2226"/>
                  </a:cubicBezTo>
                  <a:cubicBezTo>
                    <a:pt x="1297" y="3329"/>
                    <a:pt x="1547" y="5012"/>
                    <a:pt x="1592" y="5341"/>
                  </a:cubicBezTo>
                  <a:lnTo>
                    <a:pt x="58" y="5432"/>
                  </a:lnTo>
                  <a:cubicBezTo>
                    <a:pt x="23" y="5432"/>
                    <a:pt x="1" y="5455"/>
                    <a:pt x="1" y="5477"/>
                  </a:cubicBezTo>
                  <a:cubicBezTo>
                    <a:pt x="12" y="5512"/>
                    <a:pt x="23" y="5535"/>
                    <a:pt x="58" y="5535"/>
                  </a:cubicBezTo>
                  <a:lnTo>
                    <a:pt x="1649" y="5432"/>
                  </a:lnTo>
                  <a:cubicBezTo>
                    <a:pt x="1660" y="5432"/>
                    <a:pt x="1683" y="5432"/>
                    <a:pt x="1683" y="5421"/>
                  </a:cubicBezTo>
                  <a:cubicBezTo>
                    <a:pt x="1695" y="5409"/>
                    <a:pt x="1706" y="5386"/>
                    <a:pt x="1695" y="5375"/>
                  </a:cubicBezTo>
                  <a:cubicBezTo>
                    <a:pt x="1695" y="5364"/>
                    <a:pt x="1410" y="3431"/>
                    <a:pt x="1263" y="2215"/>
                  </a:cubicBezTo>
                  <a:cubicBezTo>
                    <a:pt x="1126" y="1021"/>
                    <a:pt x="1968" y="89"/>
                    <a:pt x="1979" y="89"/>
                  </a:cubicBezTo>
                  <a:cubicBezTo>
                    <a:pt x="1990" y="66"/>
                    <a:pt x="1990" y="32"/>
                    <a:pt x="1968" y="9"/>
                  </a:cubicBezTo>
                  <a:cubicBezTo>
                    <a:pt x="1962" y="4"/>
                    <a:pt x="1950" y="1"/>
                    <a:pt x="1938"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60"/>
            <p:cNvSpPr/>
            <p:nvPr/>
          </p:nvSpPr>
          <p:spPr>
            <a:xfrm>
              <a:off x="6139049" y="1677240"/>
              <a:ext cx="394127" cy="567207"/>
            </a:xfrm>
            <a:custGeom>
              <a:avLst/>
              <a:gdLst/>
              <a:ahLst/>
              <a:cxnLst/>
              <a:rect l="l" t="t" r="r" b="b"/>
              <a:pathLst>
                <a:path w="4889" h="7036" extrusionOk="0">
                  <a:moveTo>
                    <a:pt x="2176" y="1"/>
                  </a:moveTo>
                  <a:cubicBezTo>
                    <a:pt x="1586" y="1"/>
                    <a:pt x="1011" y="373"/>
                    <a:pt x="1011" y="373"/>
                  </a:cubicBezTo>
                  <a:cubicBezTo>
                    <a:pt x="1011" y="373"/>
                    <a:pt x="432" y="1363"/>
                    <a:pt x="546" y="1499"/>
                  </a:cubicBezTo>
                  <a:cubicBezTo>
                    <a:pt x="659" y="1624"/>
                    <a:pt x="569" y="1874"/>
                    <a:pt x="569" y="1874"/>
                  </a:cubicBezTo>
                  <a:cubicBezTo>
                    <a:pt x="569" y="1874"/>
                    <a:pt x="0" y="2306"/>
                    <a:pt x="46" y="2465"/>
                  </a:cubicBezTo>
                  <a:cubicBezTo>
                    <a:pt x="79" y="2613"/>
                    <a:pt x="546" y="3033"/>
                    <a:pt x="546" y="3033"/>
                  </a:cubicBezTo>
                  <a:cubicBezTo>
                    <a:pt x="546" y="3033"/>
                    <a:pt x="637" y="4216"/>
                    <a:pt x="750" y="4329"/>
                  </a:cubicBezTo>
                  <a:cubicBezTo>
                    <a:pt x="864" y="4443"/>
                    <a:pt x="1603" y="4569"/>
                    <a:pt x="1751" y="4591"/>
                  </a:cubicBezTo>
                  <a:cubicBezTo>
                    <a:pt x="1842" y="4602"/>
                    <a:pt x="1921" y="4625"/>
                    <a:pt x="2001" y="4660"/>
                  </a:cubicBezTo>
                  <a:lnTo>
                    <a:pt x="2433" y="7035"/>
                  </a:lnTo>
                  <a:lnTo>
                    <a:pt x="4889" y="4819"/>
                  </a:lnTo>
                  <a:lnTo>
                    <a:pt x="4502" y="3761"/>
                  </a:lnTo>
                  <a:cubicBezTo>
                    <a:pt x="4502" y="3761"/>
                    <a:pt x="4275" y="2351"/>
                    <a:pt x="4297" y="1692"/>
                  </a:cubicBezTo>
                  <a:cubicBezTo>
                    <a:pt x="4320" y="1044"/>
                    <a:pt x="3171" y="249"/>
                    <a:pt x="2501" y="44"/>
                  </a:cubicBezTo>
                  <a:cubicBezTo>
                    <a:pt x="2395" y="14"/>
                    <a:pt x="2285" y="1"/>
                    <a:pt x="21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60"/>
            <p:cNvSpPr/>
            <p:nvPr/>
          </p:nvSpPr>
          <p:spPr>
            <a:xfrm>
              <a:off x="6134374" y="1673290"/>
              <a:ext cx="403317" cy="574785"/>
            </a:xfrm>
            <a:custGeom>
              <a:avLst/>
              <a:gdLst/>
              <a:ahLst/>
              <a:cxnLst/>
              <a:rect l="l" t="t" r="r" b="b"/>
              <a:pathLst>
                <a:path w="5003" h="7130" extrusionOk="0">
                  <a:moveTo>
                    <a:pt x="2217" y="105"/>
                  </a:moveTo>
                  <a:cubicBezTo>
                    <a:pt x="2325" y="105"/>
                    <a:pt x="2433" y="118"/>
                    <a:pt x="2536" y="149"/>
                  </a:cubicBezTo>
                  <a:cubicBezTo>
                    <a:pt x="3252" y="354"/>
                    <a:pt x="4321" y="1150"/>
                    <a:pt x="4310" y="1741"/>
                  </a:cubicBezTo>
                  <a:cubicBezTo>
                    <a:pt x="4287" y="2389"/>
                    <a:pt x="4503" y="3754"/>
                    <a:pt x="4503" y="3822"/>
                  </a:cubicBezTo>
                  <a:lnTo>
                    <a:pt x="4515" y="3822"/>
                  </a:lnTo>
                  <a:lnTo>
                    <a:pt x="4889" y="4845"/>
                  </a:lnTo>
                  <a:lnTo>
                    <a:pt x="2525" y="6982"/>
                  </a:lnTo>
                  <a:lnTo>
                    <a:pt x="2104" y="4697"/>
                  </a:lnTo>
                  <a:cubicBezTo>
                    <a:pt x="2104" y="4686"/>
                    <a:pt x="2093" y="4674"/>
                    <a:pt x="2070" y="4663"/>
                  </a:cubicBezTo>
                  <a:cubicBezTo>
                    <a:pt x="1991" y="4628"/>
                    <a:pt x="1911" y="4606"/>
                    <a:pt x="1820" y="4595"/>
                  </a:cubicBezTo>
                  <a:cubicBezTo>
                    <a:pt x="1581" y="4560"/>
                    <a:pt x="933" y="4436"/>
                    <a:pt x="842" y="4345"/>
                  </a:cubicBezTo>
                  <a:cubicBezTo>
                    <a:pt x="774" y="4277"/>
                    <a:pt x="695" y="3651"/>
                    <a:pt x="649" y="3082"/>
                  </a:cubicBezTo>
                  <a:cubicBezTo>
                    <a:pt x="649" y="3071"/>
                    <a:pt x="649" y="3060"/>
                    <a:pt x="637" y="3049"/>
                  </a:cubicBezTo>
                  <a:cubicBezTo>
                    <a:pt x="467" y="2890"/>
                    <a:pt x="172" y="2594"/>
                    <a:pt x="149" y="2503"/>
                  </a:cubicBezTo>
                  <a:cubicBezTo>
                    <a:pt x="126" y="2435"/>
                    <a:pt x="365" y="2185"/>
                    <a:pt x="660" y="1957"/>
                  </a:cubicBezTo>
                  <a:cubicBezTo>
                    <a:pt x="660" y="1957"/>
                    <a:pt x="672" y="1946"/>
                    <a:pt x="672" y="1935"/>
                  </a:cubicBezTo>
                  <a:cubicBezTo>
                    <a:pt x="672" y="1923"/>
                    <a:pt x="774" y="1662"/>
                    <a:pt x="637" y="1514"/>
                  </a:cubicBezTo>
                  <a:cubicBezTo>
                    <a:pt x="604" y="1434"/>
                    <a:pt x="842" y="911"/>
                    <a:pt x="1104" y="457"/>
                  </a:cubicBezTo>
                  <a:cubicBezTo>
                    <a:pt x="1179" y="409"/>
                    <a:pt x="1699" y="105"/>
                    <a:pt x="2217" y="105"/>
                  </a:cubicBezTo>
                  <a:close/>
                  <a:moveTo>
                    <a:pt x="2226" y="0"/>
                  </a:moveTo>
                  <a:cubicBezTo>
                    <a:pt x="1634" y="0"/>
                    <a:pt x="1064" y="369"/>
                    <a:pt x="1036" y="388"/>
                  </a:cubicBezTo>
                  <a:cubicBezTo>
                    <a:pt x="1036" y="388"/>
                    <a:pt x="1024" y="388"/>
                    <a:pt x="1024" y="399"/>
                  </a:cubicBezTo>
                  <a:cubicBezTo>
                    <a:pt x="842" y="707"/>
                    <a:pt x="445" y="1434"/>
                    <a:pt x="569" y="1582"/>
                  </a:cubicBezTo>
                  <a:cubicBezTo>
                    <a:pt x="637" y="1662"/>
                    <a:pt x="604" y="1821"/>
                    <a:pt x="581" y="1889"/>
                  </a:cubicBezTo>
                  <a:cubicBezTo>
                    <a:pt x="399" y="2036"/>
                    <a:pt x="1" y="2367"/>
                    <a:pt x="46" y="2526"/>
                  </a:cubicBezTo>
                  <a:cubicBezTo>
                    <a:pt x="92" y="2673"/>
                    <a:pt x="467" y="3026"/>
                    <a:pt x="558" y="3105"/>
                  </a:cubicBezTo>
                  <a:cubicBezTo>
                    <a:pt x="581" y="3413"/>
                    <a:pt x="649" y="4299"/>
                    <a:pt x="763" y="4413"/>
                  </a:cubicBezTo>
                  <a:cubicBezTo>
                    <a:pt x="910" y="4549"/>
                    <a:pt x="1797" y="4686"/>
                    <a:pt x="1809" y="4697"/>
                  </a:cubicBezTo>
                  <a:cubicBezTo>
                    <a:pt x="1877" y="4697"/>
                    <a:pt x="1945" y="4719"/>
                    <a:pt x="2013" y="4742"/>
                  </a:cubicBezTo>
                  <a:lnTo>
                    <a:pt x="2445" y="7084"/>
                  </a:lnTo>
                  <a:cubicBezTo>
                    <a:pt x="2445" y="7107"/>
                    <a:pt x="2456" y="7119"/>
                    <a:pt x="2479" y="7130"/>
                  </a:cubicBezTo>
                  <a:lnTo>
                    <a:pt x="2491" y="7130"/>
                  </a:lnTo>
                  <a:cubicBezTo>
                    <a:pt x="2502" y="7130"/>
                    <a:pt x="2514" y="7130"/>
                    <a:pt x="2525" y="7119"/>
                  </a:cubicBezTo>
                  <a:lnTo>
                    <a:pt x="4980" y="4901"/>
                  </a:lnTo>
                  <a:cubicBezTo>
                    <a:pt x="5003" y="4890"/>
                    <a:pt x="5003" y="4868"/>
                    <a:pt x="5003" y="4845"/>
                  </a:cubicBezTo>
                  <a:lnTo>
                    <a:pt x="4605" y="3799"/>
                  </a:lnTo>
                  <a:cubicBezTo>
                    <a:pt x="4594" y="3708"/>
                    <a:pt x="4389" y="2367"/>
                    <a:pt x="4401" y="1741"/>
                  </a:cubicBezTo>
                  <a:cubicBezTo>
                    <a:pt x="4424" y="1036"/>
                    <a:pt x="3207" y="240"/>
                    <a:pt x="2570" y="47"/>
                  </a:cubicBezTo>
                  <a:cubicBezTo>
                    <a:pt x="2457" y="14"/>
                    <a:pt x="2341" y="0"/>
                    <a:pt x="22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60"/>
            <p:cNvSpPr/>
            <p:nvPr/>
          </p:nvSpPr>
          <p:spPr>
            <a:xfrm>
              <a:off x="6101402" y="1511979"/>
              <a:ext cx="515130" cy="529721"/>
            </a:xfrm>
            <a:custGeom>
              <a:avLst/>
              <a:gdLst/>
              <a:ahLst/>
              <a:cxnLst/>
              <a:rect l="l" t="t" r="r" b="b"/>
              <a:pathLst>
                <a:path w="6390" h="6571" extrusionOk="0">
                  <a:moveTo>
                    <a:pt x="3337" y="0"/>
                  </a:moveTo>
                  <a:cubicBezTo>
                    <a:pt x="2693" y="0"/>
                    <a:pt x="2153" y="346"/>
                    <a:pt x="2195" y="661"/>
                  </a:cubicBezTo>
                  <a:cubicBezTo>
                    <a:pt x="2257" y="1063"/>
                    <a:pt x="1991" y="1082"/>
                    <a:pt x="1941" y="1082"/>
                  </a:cubicBezTo>
                  <a:cubicBezTo>
                    <a:pt x="1936" y="1082"/>
                    <a:pt x="1933" y="1082"/>
                    <a:pt x="1933" y="1082"/>
                  </a:cubicBezTo>
                  <a:cubicBezTo>
                    <a:pt x="1933" y="1082"/>
                    <a:pt x="1641" y="778"/>
                    <a:pt x="1224" y="778"/>
                  </a:cubicBezTo>
                  <a:cubicBezTo>
                    <a:pt x="1060" y="778"/>
                    <a:pt x="876" y="825"/>
                    <a:pt x="683" y="957"/>
                  </a:cubicBezTo>
                  <a:cubicBezTo>
                    <a:pt x="1" y="1412"/>
                    <a:pt x="194" y="2162"/>
                    <a:pt x="819" y="2423"/>
                  </a:cubicBezTo>
                  <a:cubicBezTo>
                    <a:pt x="1433" y="2685"/>
                    <a:pt x="2150" y="2491"/>
                    <a:pt x="1910" y="2753"/>
                  </a:cubicBezTo>
                  <a:cubicBezTo>
                    <a:pt x="1672" y="3014"/>
                    <a:pt x="1615" y="3595"/>
                    <a:pt x="1979" y="3696"/>
                  </a:cubicBezTo>
                  <a:cubicBezTo>
                    <a:pt x="2342" y="3810"/>
                    <a:pt x="2286" y="4231"/>
                    <a:pt x="2286" y="4401"/>
                  </a:cubicBezTo>
                  <a:cubicBezTo>
                    <a:pt x="2286" y="4489"/>
                    <a:pt x="2358" y="4529"/>
                    <a:pt x="2439" y="4529"/>
                  </a:cubicBezTo>
                  <a:cubicBezTo>
                    <a:pt x="2527" y="4529"/>
                    <a:pt x="2626" y="4483"/>
                    <a:pt x="2661" y="4401"/>
                  </a:cubicBezTo>
                  <a:cubicBezTo>
                    <a:pt x="2717" y="4279"/>
                    <a:pt x="2844" y="3970"/>
                    <a:pt x="3124" y="3970"/>
                  </a:cubicBezTo>
                  <a:cubicBezTo>
                    <a:pt x="3183" y="3970"/>
                    <a:pt x="3248" y="3983"/>
                    <a:pt x="3320" y="4015"/>
                  </a:cubicBezTo>
                  <a:cubicBezTo>
                    <a:pt x="3729" y="4186"/>
                    <a:pt x="3718" y="5152"/>
                    <a:pt x="3559" y="5391"/>
                  </a:cubicBezTo>
                  <a:cubicBezTo>
                    <a:pt x="3425" y="5602"/>
                    <a:pt x="3298" y="5619"/>
                    <a:pt x="3262" y="5619"/>
                  </a:cubicBezTo>
                  <a:cubicBezTo>
                    <a:pt x="3255" y="5619"/>
                    <a:pt x="3252" y="5618"/>
                    <a:pt x="3252" y="5618"/>
                  </a:cubicBezTo>
                  <a:lnTo>
                    <a:pt x="3252" y="5618"/>
                  </a:lnTo>
                  <a:cubicBezTo>
                    <a:pt x="3252" y="5618"/>
                    <a:pt x="3491" y="5697"/>
                    <a:pt x="3343" y="5982"/>
                  </a:cubicBezTo>
                  <a:lnTo>
                    <a:pt x="3184" y="6278"/>
                  </a:lnTo>
                  <a:cubicBezTo>
                    <a:pt x="3184" y="6278"/>
                    <a:pt x="3437" y="6571"/>
                    <a:pt x="4045" y="6571"/>
                  </a:cubicBezTo>
                  <a:cubicBezTo>
                    <a:pt x="4155" y="6571"/>
                    <a:pt x="4277" y="6561"/>
                    <a:pt x="4411" y="6539"/>
                  </a:cubicBezTo>
                  <a:cubicBezTo>
                    <a:pt x="5298" y="6379"/>
                    <a:pt x="5492" y="5982"/>
                    <a:pt x="5356" y="5664"/>
                  </a:cubicBezTo>
                  <a:cubicBezTo>
                    <a:pt x="5230" y="5333"/>
                    <a:pt x="4924" y="5288"/>
                    <a:pt x="5253" y="4800"/>
                  </a:cubicBezTo>
                  <a:cubicBezTo>
                    <a:pt x="5583" y="4322"/>
                    <a:pt x="6390" y="3742"/>
                    <a:pt x="6333" y="2651"/>
                  </a:cubicBezTo>
                  <a:cubicBezTo>
                    <a:pt x="6288" y="1923"/>
                    <a:pt x="4571" y="1241"/>
                    <a:pt x="4571" y="1241"/>
                  </a:cubicBezTo>
                  <a:cubicBezTo>
                    <a:pt x="4571" y="1241"/>
                    <a:pt x="4969" y="581"/>
                    <a:pt x="4070" y="161"/>
                  </a:cubicBezTo>
                  <a:cubicBezTo>
                    <a:pt x="3828" y="48"/>
                    <a:pt x="3576" y="0"/>
                    <a:pt x="33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60"/>
            <p:cNvSpPr/>
            <p:nvPr/>
          </p:nvSpPr>
          <p:spPr>
            <a:xfrm>
              <a:off x="6116074" y="1508271"/>
              <a:ext cx="504166" cy="537299"/>
            </a:xfrm>
            <a:custGeom>
              <a:avLst/>
              <a:gdLst/>
              <a:ahLst/>
              <a:cxnLst/>
              <a:rect l="l" t="t" r="r" b="b"/>
              <a:pathLst>
                <a:path w="6254" h="6665" extrusionOk="0">
                  <a:moveTo>
                    <a:pt x="3143" y="96"/>
                  </a:moveTo>
                  <a:cubicBezTo>
                    <a:pt x="3378" y="96"/>
                    <a:pt x="3627" y="143"/>
                    <a:pt x="3866" y="253"/>
                  </a:cubicBezTo>
                  <a:cubicBezTo>
                    <a:pt x="4150" y="389"/>
                    <a:pt x="4332" y="559"/>
                    <a:pt x="4400" y="764"/>
                  </a:cubicBezTo>
                  <a:cubicBezTo>
                    <a:pt x="4480" y="1026"/>
                    <a:pt x="4343" y="1253"/>
                    <a:pt x="4343" y="1253"/>
                  </a:cubicBezTo>
                  <a:cubicBezTo>
                    <a:pt x="4343" y="1276"/>
                    <a:pt x="4332" y="1287"/>
                    <a:pt x="4343" y="1299"/>
                  </a:cubicBezTo>
                  <a:cubicBezTo>
                    <a:pt x="4343" y="1310"/>
                    <a:pt x="4355" y="1321"/>
                    <a:pt x="4366" y="1332"/>
                  </a:cubicBezTo>
                  <a:cubicBezTo>
                    <a:pt x="4389" y="1332"/>
                    <a:pt x="6048" y="2014"/>
                    <a:pt x="6094" y="2697"/>
                  </a:cubicBezTo>
                  <a:cubicBezTo>
                    <a:pt x="6139" y="3515"/>
                    <a:pt x="5685" y="4038"/>
                    <a:pt x="5321" y="4459"/>
                  </a:cubicBezTo>
                  <a:cubicBezTo>
                    <a:pt x="5207" y="4584"/>
                    <a:pt x="5105" y="4709"/>
                    <a:pt x="5025" y="4823"/>
                  </a:cubicBezTo>
                  <a:cubicBezTo>
                    <a:pt x="4775" y="5198"/>
                    <a:pt x="4878" y="5334"/>
                    <a:pt x="5003" y="5505"/>
                  </a:cubicBezTo>
                  <a:cubicBezTo>
                    <a:pt x="5048" y="5573"/>
                    <a:pt x="5093" y="5630"/>
                    <a:pt x="5128" y="5721"/>
                  </a:cubicBezTo>
                  <a:cubicBezTo>
                    <a:pt x="5184" y="5846"/>
                    <a:pt x="5174" y="5971"/>
                    <a:pt x="5116" y="6084"/>
                  </a:cubicBezTo>
                  <a:cubicBezTo>
                    <a:pt x="5037" y="6233"/>
                    <a:pt x="4810" y="6425"/>
                    <a:pt x="4229" y="6528"/>
                  </a:cubicBezTo>
                  <a:cubicBezTo>
                    <a:pt x="4095" y="6551"/>
                    <a:pt x="3974" y="6561"/>
                    <a:pt x="3865" y="6561"/>
                  </a:cubicBezTo>
                  <a:cubicBezTo>
                    <a:pt x="3391" y="6561"/>
                    <a:pt x="3144" y="6377"/>
                    <a:pt x="3070" y="6312"/>
                  </a:cubicBezTo>
                  <a:lnTo>
                    <a:pt x="3206" y="6062"/>
                  </a:lnTo>
                  <a:cubicBezTo>
                    <a:pt x="3264" y="5948"/>
                    <a:pt x="3275" y="5846"/>
                    <a:pt x="3241" y="5766"/>
                  </a:cubicBezTo>
                  <a:cubicBezTo>
                    <a:pt x="3229" y="5732"/>
                    <a:pt x="3206" y="5710"/>
                    <a:pt x="3195" y="5687"/>
                  </a:cubicBezTo>
                  <a:cubicBezTo>
                    <a:pt x="3252" y="5652"/>
                    <a:pt x="3343" y="5596"/>
                    <a:pt x="3423" y="5470"/>
                  </a:cubicBezTo>
                  <a:cubicBezTo>
                    <a:pt x="3536" y="5289"/>
                    <a:pt x="3582" y="4777"/>
                    <a:pt x="3456" y="4414"/>
                  </a:cubicBezTo>
                  <a:cubicBezTo>
                    <a:pt x="3400" y="4209"/>
                    <a:pt x="3297" y="4073"/>
                    <a:pt x="3150" y="4015"/>
                  </a:cubicBezTo>
                  <a:cubicBezTo>
                    <a:pt x="3072" y="3981"/>
                    <a:pt x="3001" y="3967"/>
                    <a:pt x="2937" y="3967"/>
                  </a:cubicBezTo>
                  <a:cubicBezTo>
                    <a:pt x="2642" y="3967"/>
                    <a:pt x="2501" y="4283"/>
                    <a:pt x="2445" y="4414"/>
                  </a:cubicBezTo>
                  <a:lnTo>
                    <a:pt x="2433" y="4436"/>
                  </a:lnTo>
                  <a:cubicBezTo>
                    <a:pt x="2404" y="4496"/>
                    <a:pt x="2313" y="4529"/>
                    <a:pt x="2245" y="4529"/>
                  </a:cubicBezTo>
                  <a:cubicBezTo>
                    <a:pt x="2235" y="4529"/>
                    <a:pt x="2226" y="4529"/>
                    <a:pt x="2218" y="4527"/>
                  </a:cubicBezTo>
                  <a:cubicBezTo>
                    <a:pt x="2150" y="4505"/>
                    <a:pt x="2150" y="4470"/>
                    <a:pt x="2150" y="4447"/>
                  </a:cubicBezTo>
                  <a:cubicBezTo>
                    <a:pt x="2150" y="4436"/>
                    <a:pt x="2150" y="4414"/>
                    <a:pt x="2160" y="4391"/>
                  </a:cubicBezTo>
                  <a:cubicBezTo>
                    <a:pt x="2160" y="4186"/>
                    <a:pt x="2172" y="3811"/>
                    <a:pt x="1808" y="3697"/>
                  </a:cubicBezTo>
                  <a:cubicBezTo>
                    <a:pt x="1706" y="3663"/>
                    <a:pt x="1637" y="3595"/>
                    <a:pt x="1604" y="3481"/>
                  </a:cubicBezTo>
                  <a:cubicBezTo>
                    <a:pt x="1547" y="3277"/>
                    <a:pt x="1627" y="2992"/>
                    <a:pt x="1763" y="2833"/>
                  </a:cubicBezTo>
                  <a:cubicBezTo>
                    <a:pt x="1797" y="2799"/>
                    <a:pt x="1842" y="2742"/>
                    <a:pt x="1819" y="2686"/>
                  </a:cubicBezTo>
                  <a:cubicBezTo>
                    <a:pt x="1786" y="2606"/>
                    <a:pt x="1672" y="2595"/>
                    <a:pt x="1467" y="2583"/>
                  </a:cubicBezTo>
                  <a:cubicBezTo>
                    <a:pt x="1240" y="2572"/>
                    <a:pt x="933" y="2549"/>
                    <a:pt x="649" y="2424"/>
                  </a:cubicBezTo>
                  <a:cubicBezTo>
                    <a:pt x="353" y="2299"/>
                    <a:pt x="149" y="2049"/>
                    <a:pt x="126" y="1764"/>
                  </a:cubicBezTo>
                  <a:cubicBezTo>
                    <a:pt x="103" y="1491"/>
                    <a:pt x="240" y="1241"/>
                    <a:pt x="523" y="1037"/>
                  </a:cubicBezTo>
                  <a:cubicBezTo>
                    <a:pt x="705" y="917"/>
                    <a:pt x="878" y="874"/>
                    <a:pt x="1033" y="874"/>
                  </a:cubicBezTo>
                  <a:cubicBezTo>
                    <a:pt x="1423" y="874"/>
                    <a:pt x="1701" y="1146"/>
                    <a:pt x="1718" y="1162"/>
                  </a:cubicBezTo>
                  <a:cubicBezTo>
                    <a:pt x="1728" y="1173"/>
                    <a:pt x="1740" y="1185"/>
                    <a:pt x="1751" y="1185"/>
                  </a:cubicBezTo>
                  <a:cubicBezTo>
                    <a:pt x="1751" y="1185"/>
                    <a:pt x="1899" y="1185"/>
                    <a:pt x="1990" y="1082"/>
                  </a:cubicBezTo>
                  <a:cubicBezTo>
                    <a:pt x="2069" y="1003"/>
                    <a:pt x="2092" y="867"/>
                    <a:pt x="2069" y="707"/>
                  </a:cubicBezTo>
                  <a:cubicBezTo>
                    <a:pt x="2047" y="594"/>
                    <a:pt x="2127" y="468"/>
                    <a:pt x="2274" y="355"/>
                  </a:cubicBezTo>
                  <a:cubicBezTo>
                    <a:pt x="2478" y="199"/>
                    <a:pt x="2795" y="96"/>
                    <a:pt x="3143" y="96"/>
                  </a:cubicBezTo>
                  <a:close/>
                  <a:moveTo>
                    <a:pt x="3154" y="0"/>
                  </a:moveTo>
                  <a:cubicBezTo>
                    <a:pt x="2778" y="0"/>
                    <a:pt x="2432" y="111"/>
                    <a:pt x="2206" y="275"/>
                  </a:cubicBezTo>
                  <a:cubicBezTo>
                    <a:pt x="2036" y="412"/>
                    <a:pt x="1945" y="571"/>
                    <a:pt x="1968" y="718"/>
                  </a:cubicBezTo>
                  <a:cubicBezTo>
                    <a:pt x="1990" y="855"/>
                    <a:pt x="1968" y="958"/>
                    <a:pt x="1910" y="1014"/>
                  </a:cubicBezTo>
                  <a:cubicBezTo>
                    <a:pt x="1865" y="1071"/>
                    <a:pt x="1808" y="1082"/>
                    <a:pt x="1774" y="1082"/>
                  </a:cubicBezTo>
                  <a:cubicBezTo>
                    <a:pt x="1703" y="1019"/>
                    <a:pt x="1415" y="777"/>
                    <a:pt x="1029" y="777"/>
                  </a:cubicBezTo>
                  <a:cubicBezTo>
                    <a:pt x="857" y="777"/>
                    <a:pt x="666" y="825"/>
                    <a:pt x="467" y="958"/>
                  </a:cubicBezTo>
                  <a:cubicBezTo>
                    <a:pt x="149" y="1173"/>
                    <a:pt x="0" y="1469"/>
                    <a:pt x="23" y="1776"/>
                  </a:cubicBezTo>
                  <a:cubicBezTo>
                    <a:pt x="58" y="2094"/>
                    <a:pt x="285" y="2378"/>
                    <a:pt x="614" y="2515"/>
                  </a:cubicBezTo>
                  <a:cubicBezTo>
                    <a:pt x="910" y="2640"/>
                    <a:pt x="1228" y="2663"/>
                    <a:pt x="1456" y="2686"/>
                  </a:cubicBezTo>
                  <a:cubicBezTo>
                    <a:pt x="1569" y="2697"/>
                    <a:pt x="1706" y="2697"/>
                    <a:pt x="1728" y="2719"/>
                  </a:cubicBezTo>
                  <a:cubicBezTo>
                    <a:pt x="1728" y="2719"/>
                    <a:pt x="1728" y="2731"/>
                    <a:pt x="1695" y="2765"/>
                  </a:cubicBezTo>
                  <a:cubicBezTo>
                    <a:pt x="1524" y="2958"/>
                    <a:pt x="1445" y="3277"/>
                    <a:pt x="1513" y="3504"/>
                  </a:cubicBezTo>
                  <a:cubicBezTo>
                    <a:pt x="1547" y="3651"/>
                    <a:pt x="1649" y="3754"/>
                    <a:pt x="1786" y="3800"/>
                  </a:cubicBezTo>
                  <a:cubicBezTo>
                    <a:pt x="2047" y="3879"/>
                    <a:pt x="2059" y="4129"/>
                    <a:pt x="2059" y="4379"/>
                  </a:cubicBezTo>
                  <a:lnTo>
                    <a:pt x="2059" y="4447"/>
                  </a:lnTo>
                  <a:cubicBezTo>
                    <a:pt x="2059" y="4538"/>
                    <a:pt x="2104" y="4606"/>
                    <a:pt x="2195" y="4618"/>
                  </a:cubicBezTo>
                  <a:cubicBezTo>
                    <a:pt x="2214" y="4622"/>
                    <a:pt x="2234" y="4624"/>
                    <a:pt x="2254" y="4624"/>
                  </a:cubicBezTo>
                  <a:cubicBezTo>
                    <a:pt x="2358" y="4624"/>
                    <a:pt x="2477" y="4575"/>
                    <a:pt x="2524" y="4470"/>
                  </a:cubicBezTo>
                  <a:lnTo>
                    <a:pt x="2536" y="4447"/>
                  </a:lnTo>
                  <a:cubicBezTo>
                    <a:pt x="2626" y="4249"/>
                    <a:pt x="2745" y="4065"/>
                    <a:pt x="2943" y="4065"/>
                  </a:cubicBezTo>
                  <a:cubicBezTo>
                    <a:pt x="2994" y="4065"/>
                    <a:pt x="3052" y="4078"/>
                    <a:pt x="3115" y="4106"/>
                  </a:cubicBezTo>
                  <a:cubicBezTo>
                    <a:pt x="3252" y="4164"/>
                    <a:pt x="3332" y="4323"/>
                    <a:pt x="3365" y="4436"/>
                  </a:cubicBezTo>
                  <a:cubicBezTo>
                    <a:pt x="3479" y="4800"/>
                    <a:pt x="3423" y="5266"/>
                    <a:pt x="3332" y="5414"/>
                  </a:cubicBezTo>
                  <a:cubicBezTo>
                    <a:pt x="3219" y="5597"/>
                    <a:pt x="3108" y="5607"/>
                    <a:pt x="3086" y="5607"/>
                  </a:cubicBezTo>
                  <a:cubicBezTo>
                    <a:pt x="3083" y="5607"/>
                    <a:pt x="3082" y="5607"/>
                    <a:pt x="3082" y="5607"/>
                  </a:cubicBezTo>
                  <a:cubicBezTo>
                    <a:pt x="3047" y="5607"/>
                    <a:pt x="3024" y="5619"/>
                    <a:pt x="3024" y="5652"/>
                  </a:cubicBezTo>
                  <a:cubicBezTo>
                    <a:pt x="3014" y="5675"/>
                    <a:pt x="3024" y="5698"/>
                    <a:pt x="3047" y="5710"/>
                  </a:cubicBezTo>
                  <a:cubicBezTo>
                    <a:pt x="3059" y="5710"/>
                    <a:pt x="3127" y="5732"/>
                    <a:pt x="3150" y="5801"/>
                  </a:cubicBezTo>
                  <a:cubicBezTo>
                    <a:pt x="3173" y="5857"/>
                    <a:pt x="3161" y="5925"/>
                    <a:pt x="3115" y="6005"/>
                  </a:cubicBezTo>
                  <a:lnTo>
                    <a:pt x="2956" y="6301"/>
                  </a:lnTo>
                  <a:cubicBezTo>
                    <a:pt x="2945" y="6312"/>
                    <a:pt x="2956" y="6334"/>
                    <a:pt x="2968" y="6357"/>
                  </a:cubicBezTo>
                  <a:cubicBezTo>
                    <a:pt x="2979" y="6369"/>
                    <a:pt x="3241" y="6665"/>
                    <a:pt x="3855" y="6665"/>
                  </a:cubicBezTo>
                  <a:cubicBezTo>
                    <a:pt x="3968" y="6665"/>
                    <a:pt x="4105" y="6653"/>
                    <a:pt x="4241" y="6630"/>
                  </a:cubicBezTo>
                  <a:cubicBezTo>
                    <a:pt x="4866" y="6528"/>
                    <a:pt x="5105" y="6301"/>
                    <a:pt x="5207" y="6130"/>
                  </a:cubicBezTo>
                  <a:cubicBezTo>
                    <a:pt x="5275" y="5993"/>
                    <a:pt x="5287" y="5834"/>
                    <a:pt x="5230" y="5687"/>
                  </a:cubicBezTo>
                  <a:cubicBezTo>
                    <a:pt x="5184" y="5584"/>
                    <a:pt x="5128" y="5516"/>
                    <a:pt x="5083" y="5448"/>
                  </a:cubicBezTo>
                  <a:cubicBezTo>
                    <a:pt x="4969" y="5289"/>
                    <a:pt x="4901" y="5187"/>
                    <a:pt x="5105" y="4879"/>
                  </a:cubicBezTo>
                  <a:cubicBezTo>
                    <a:pt x="5184" y="4766"/>
                    <a:pt x="5287" y="4652"/>
                    <a:pt x="5401" y="4527"/>
                  </a:cubicBezTo>
                  <a:cubicBezTo>
                    <a:pt x="5776" y="4095"/>
                    <a:pt x="6253" y="3561"/>
                    <a:pt x="6197" y="2697"/>
                  </a:cubicBezTo>
                  <a:cubicBezTo>
                    <a:pt x="6151" y="2003"/>
                    <a:pt x="4752" y="1378"/>
                    <a:pt x="4457" y="1253"/>
                  </a:cubicBezTo>
                  <a:cubicBezTo>
                    <a:pt x="4502" y="1162"/>
                    <a:pt x="4560" y="969"/>
                    <a:pt x="4491" y="741"/>
                  </a:cubicBezTo>
                  <a:cubicBezTo>
                    <a:pt x="4423" y="503"/>
                    <a:pt x="4229" y="309"/>
                    <a:pt x="3911" y="162"/>
                  </a:cubicBezTo>
                  <a:cubicBezTo>
                    <a:pt x="3663" y="49"/>
                    <a:pt x="3402" y="0"/>
                    <a:pt x="3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60"/>
            <p:cNvSpPr/>
            <p:nvPr/>
          </p:nvSpPr>
          <p:spPr>
            <a:xfrm>
              <a:off x="6151867" y="1785667"/>
              <a:ext cx="48611" cy="83920"/>
            </a:xfrm>
            <a:custGeom>
              <a:avLst/>
              <a:gdLst/>
              <a:ahLst/>
              <a:cxnLst/>
              <a:rect l="l" t="t" r="r" b="b"/>
              <a:pathLst>
                <a:path w="603" h="1041" extrusionOk="0">
                  <a:moveTo>
                    <a:pt x="219" y="1"/>
                  </a:moveTo>
                  <a:cubicBezTo>
                    <a:pt x="172" y="1"/>
                    <a:pt x="125" y="8"/>
                    <a:pt x="91" y="29"/>
                  </a:cubicBezTo>
                  <a:cubicBezTo>
                    <a:pt x="57" y="51"/>
                    <a:pt x="34" y="86"/>
                    <a:pt x="23" y="120"/>
                  </a:cubicBezTo>
                  <a:cubicBezTo>
                    <a:pt x="0" y="256"/>
                    <a:pt x="23" y="893"/>
                    <a:pt x="23" y="927"/>
                  </a:cubicBezTo>
                  <a:cubicBezTo>
                    <a:pt x="23" y="938"/>
                    <a:pt x="34" y="950"/>
                    <a:pt x="46" y="961"/>
                  </a:cubicBezTo>
                  <a:cubicBezTo>
                    <a:pt x="137" y="1018"/>
                    <a:pt x="228" y="1041"/>
                    <a:pt x="329" y="1041"/>
                  </a:cubicBezTo>
                  <a:lnTo>
                    <a:pt x="420" y="1041"/>
                  </a:lnTo>
                  <a:cubicBezTo>
                    <a:pt x="602" y="984"/>
                    <a:pt x="546" y="529"/>
                    <a:pt x="523" y="381"/>
                  </a:cubicBezTo>
                  <a:cubicBezTo>
                    <a:pt x="523" y="363"/>
                    <a:pt x="500" y="344"/>
                    <a:pt x="479" y="344"/>
                  </a:cubicBezTo>
                  <a:cubicBezTo>
                    <a:pt x="474" y="344"/>
                    <a:pt x="470" y="345"/>
                    <a:pt x="466" y="347"/>
                  </a:cubicBezTo>
                  <a:cubicBezTo>
                    <a:pt x="432" y="347"/>
                    <a:pt x="420" y="370"/>
                    <a:pt x="420" y="404"/>
                  </a:cubicBezTo>
                  <a:cubicBezTo>
                    <a:pt x="466" y="642"/>
                    <a:pt x="455" y="915"/>
                    <a:pt x="398" y="938"/>
                  </a:cubicBezTo>
                  <a:cubicBezTo>
                    <a:pt x="376" y="941"/>
                    <a:pt x="354" y="942"/>
                    <a:pt x="331" y="942"/>
                  </a:cubicBezTo>
                  <a:cubicBezTo>
                    <a:pt x="259" y="942"/>
                    <a:pt x="186" y="927"/>
                    <a:pt x="125" y="893"/>
                  </a:cubicBezTo>
                  <a:cubicBezTo>
                    <a:pt x="125" y="688"/>
                    <a:pt x="114" y="233"/>
                    <a:pt x="125" y="142"/>
                  </a:cubicBezTo>
                  <a:cubicBezTo>
                    <a:pt x="125" y="131"/>
                    <a:pt x="137" y="120"/>
                    <a:pt x="137" y="120"/>
                  </a:cubicBezTo>
                  <a:cubicBezTo>
                    <a:pt x="154" y="106"/>
                    <a:pt x="183" y="102"/>
                    <a:pt x="214" y="102"/>
                  </a:cubicBezTo>
                  <a:cubicBezTo>
                    <a:pt x="264" y="102"/>
                    <a:pt x="322" y="113"/>
                    <a:pt x="364" y="120"/>
                  </a:cubicBezTo>
                  <a:cubicBezTo>
                    <a:pt x="370" y="122"/>
                    <a:pt x="376" y="123"/>
                    <a:pt x="382" y="123"/>
                  </a:cubicBezTo>
                  <a:cubicBezTo>
                    <a:pt x="406" y="123"/>
                    <a:pt x="423" y="104"/>
                    <a:pt x="432" y="86"/>
                  </a:cubicBezTo>
                  <a:cubicBezTo>
                    <a:pt x="432" y="63"/>
                    <a:pt x="420" y="29"/>
                    <a:pt x="398" y="29"/>
                  </a:cubicBezTo>
                  <a:cubicBezTo>
                    <a:pt x="383" y="22"/>
                    <a:pt x="301"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0"/>
            <p:cNvSpPr/>
            <p:nvPr/>
          </p:nvSpPr>
          <p:spPr>
            <a:xfrm>
              <a:off x="6160090" y="1813560"/>
              <a:ext cx="163165" cy="37728"/>
            </a:xfrm>
            <a:custGeom>
              <a:avLst/>
              <a:gdLst/>
              <a:ahLst/>
              <a:cxnLst/>
              <a:rect l="l" t="t" r="r" b="b"/>
              <a:pathLst>
                <a:path w="2024" h="468" extrusionOk="0">
                  <a:moveTo>
                    <a:pt x="0" y="1"/>
                  </a:moveTo>
                  <a:lnTo>
                    <a:pt x="0" y="126"/>
                  </a:lnTo>
                  <a:lnTo>
                    <a:pt x="2024" y="467"/>
                  </a:lnTo>
                  <a:lnTo>
                    <a:pt x="2024" y="467"/>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60"/>
            <p:cNvSpPr/>
            <p:nvPr/>
          </p:nvSpPr>
          <p:spPr>
            <a:xfrm>
              <a:off x="6155495" y="1809529"/>
              <a:ext cx="171468" cy="45386"/>
            </a:xfrm>
            <a:custGeom>
              <a:avLst/>
              <a:gdLst/>
              <a:ahLst/>
              <a:cxnLst/>
              <a:rect l="l" t="t" r="r" b="b"/>
              <a:pathLst>
                <a:path w="2127" h="563" extrusionOk="0">
                  <a:moveTo>
                    <a:pt x="103" y="119"/>
                  </a:moveTo>
                  <a:lnTo>
                    <a:pt x="444" y="199"/>
                  </a:lnTo>
                  <a:lnTo>
                    <a:pt x="103" y="142"/>
                  </a:lnTo>
                  <a:lnTo>
                    <a:pt x="103" y="119"/>
                  </a:lnTo>
                  <a:close/>
                  <a:moveTo>
                    <a:pt x="56" y="1"/>
                  </a:moveTo>
                  <a:cubicBezTo>
                    <a:pt x="45" y="1"/>
                    <a:pt x="31" y="9"/>
                    <a:pt x="23" y="17"/>
                  </a:cubicBezTo>
                  <a:cubicBezTo>
                    <a:pt x="12" y="17"/>
                    <a:pt x="1" y="40"/>
                    <a:pt x="1" y="51"/>
                  </a:cubicBezTo>
                  <a:lnTo>
                    <a:pt x="1" y="176"/>
                  </a:lnTo>
                  <a:cubicBezTo>
                    <a:pt x="1" y="199"/>
                    <a:pt x="23" y="222"/>
                    <a:pt x="46" y="233"/>
                  </a:cubicBezTo>
                  <a:lnTo>
                    <a:pt x="2070" y="563"/>
                  </a:lnTo>
                  <a:lnTo>
                    <a:pt x="2081" y="563"/>
                  </a:lnTo>
                  <a:cubicBezTo>
                    <a:pt x="2103" y="563"/>
                    <a:pt x="2126" y="551"/>
                    <a:pt x="2126" y="528"/>
                  </a:cubicBezTo>
                  <a:cubicBezTo>
                    <a:pt x="2126" y="495"/>
                    <a:pt x="2115" y="472"/>
                    <a:pt x="2093" y="460"/>
                  </a:cubicBezTo>
                  <a:lnTo>
                    <a:pt x="69" y="5"/>
                  </a:lnTo>
                  <a:cubicBezTo>
                    <a:pt x="66" y="2"/>
                    <a:pt x="61" y="1"/>
                    <a:pt x="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60"/>
            <p:cNvSpPr/>
            <p:nvPr/>
          </p:nvSpPr>
          <p:spPr>
            <a:xfrm>
              <a:off x="6261987" y="2009213"/>
              <a:ext cx="448945" cy="335923"/>
            </a:xfrm>
            <a:custGeom>
              <a:avLst/>
              <a:gdLst/>
              <a:ahLst/>
              <a:cxnLst/>
              <a:rect l="l" t="t" r="r" b="b"/>
              <a:pathLst>
                <a:path w="5569" h="4167" extrusionOk="0">
                  <a:moveTo>
                    <a:pt x="3786" y="1"/>
                  </a:moveTo>
                  <a:cubicBezTo>
                    <a:pt x="3740" y="1"/>
                    <a:pt x="3698" y="6"/>
                    <a:pt x="3659" y="19"/>
                  </a:cubicBezTo>
                  <a:cubicBezTo>
                    <a:pt x="3659" y="19"/>
                    <a:pt x="2533" y="825"/>
                    <a:pt x="1760" y="1667"/>
                  </a:cubicBezTo>
                  <a:cubicBezTo>
                    <a:pt x="999" y="2497"/>
                    <a:pt x="78" y="3417"/>
                    <a:pt x="32" y="3702"/>
                  </a:cubicBezTo>
                  <a:cubicBezTo>
                    <a:pt x="1" y="3897"/>
                    <a:pt x="34" y="4166"/>
                    <a:pt x="197" y="4166"/>
                  </a:cubicBezTo>
                  <a:cubicBezTo>
                    <a:pt x="272" y="4166"/>
                    <a:pt x="374" y="4110"/>
                    <a:pt x="510" y="3963"/>
                  </a:cubicBezTo>
                  <a:cubicBezTo>
                    <a:pt x="953" y="3508"/>
                    <a:pt x="1772" y="2894"/>
                    <a:pt x="2386" y="2849"/>
                  </a:cubicBezTo>
                  <a:cubicBezTo>
                    <a:pt x="2428" y="2846"/>
                    <a:pt x="2471" y="2844"/>
                    <a:pt x="2516" y="2844"/>
                  </a:cubicBezTo>
                  <a:cubicBezTo>
                    <a:pt x="3126" y="2844"/>
                    <a:pt x="3975" y="3115"/>
                    <a:pt x="4420" y="3179"/>
                  </a:cubicBezTo>
                  <a:cubicBezTo>
                    <a:pt x="4688" y="3216"/>
                    <a:pt x="4901" y="3274"/>
                    <a:pt x="5067" y="3274"/>
                  </a:cubicBezTo>
                  <a:cubicBezTo>
                    <a:pt x="5204" y="3274"/>
                    <a:pt x="5310" y="3234"/>
                    <a:pt x="5387" y="3111"/>
                  </a:cubicBezTo>
                  <a:cubicBezTo>
                    <a:pt x="5569" y="2849"/>
                    <a:pt x="5102" y="2258"/>
                    <a:pt x="5102" y="1951"/>
                  </a:cubicBezTo>
                  <a:cubicBezTo>
                    <a:pt x="5102" y="1644"/>
                    <a:pt x="5171" y="1110"/>
                    <a:pt x="4955" y="734"/>
                  </a:cubicBezTo>
                  <a:cubicBezTo>
                    <a:pt x="4752" y="400"/>
                    <a:pt x="4168" y="1"/>
                    <a:pt x="3786" y="1"/>
                  </a:cubicBezTo>
                  <a:close/>
                </a:path>
              </a:pathLst>
            </a:custGeom>
            <a:solidFill>
              <a:srgbClr val="757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60"/>
            <p:cNvSpPr/>
            <p:nvPr/>
          </p:nvSpPr>
          <p:spPr>
            <a:xfrm>
              <a:off x="6259004" y="2004698"/>
              <a:ext cx="451041" cy="345113"/>
            </a:xfrm>
            <a:custGeom>
              <a:avLst/>
              <a:gdLst/>
              <a:ahLst/>
              <a:cxnLst/>
              <a:rect l="l" t="t" r="r" b="b"/>
              <a:pathLst>
                <a:path w="5595" h="4281" extrusionOk="0">
                  <a:moveTo>
                    <a:pt x="3820" y="107"/>
                  </a:moveTo>
                  <a:cubicBezTo>
                    <a:pt x="4172" y="107"/>
                    <a:pt x="4750" y="483"/>
                    <a:pt x="4947" y="813"/>
                  </a:cubicBezTo>
                  <a:cubicBezTo>
                    <a:pt x="5117" y="1120"/>
                    <a:pt x="5106" y="1530"/>
                    <a:pt x="5094" y="1825"/>
                  </a:cubicBezTo>
                  <a:lnTo>
                    <a:pt x="5094" y="2007"/>
                  </a:lnTo>
                  <a:cubicBezTo>
                    <a:pt x="5094" y="2144"/>
                    <a:pt x="5174" y="2314"/>
                    <a:pt x="5253" y="2496"/>
                  </a:cubicBezTo>
                  <a:cubicBezTo>
                    <a:pt x="5356" y="2735"/>
                    <a:pt x="5480" y="3008"/>
                    <a:pt x="5390" y="3144"/>
                  </a:cubicBezTo>
                  <a:cubicBezTo>
                    <a:pt x="5324" y="3243"/>
                    <a:pt x="5239" y="3276"/>
                    <a:pt x="5110" y="3276"/>
                  </a:cubicBezTo>
                  <a:cubicBezTo>
                    <a:pt x="5017" y="3276"/>
                    <a:pt x="4901" y="3259"/>
                    <a:pt x="4753" y="3235"/>
                  </a:cubicBezTo>
                  <a:cubicBezTo>
                    <a:pt x="4662" y="3212"/>
                    <a:pt x="4571" y="3200"/>
                    <a:pt x="4469" y="3178"/>
                  </a:cubicBezTo>
                  <a:cubicBezTo>
                    <a:pt x="4310" y="3167"/>
                    <a:pt x="4094" y="3109"/>
                    <a:pt x="3866" y="3064"/>
                  </a:cubicBezTo>
                  <a:cubicBezTo>
                    <a:pt x="3448" y="2959"/>
                    <a:pt x="2925" y="2846"/>
                    <a:pt x="2516" y="2846"/>
                  </a:cubicBezTo>
                  <a:cubicBezTo>
                    <a:pt x="2480" y="2846"/>
                    <a:pt x="2445" y="2847"/>
                    <a:pt x="2411" y="2848"/>
                  </a:cubicBezTo>
                  <a:cubicBezTo>
                    <a:pt x="1809" y="2894"/>
                    <a:pt x="1013" y="3473"/>
                    <a:pt x="513" y="3985"/>
                  </a:cubicBezTo>
                  <a:cubicBezTo>
                    <a:pt x="399" y="4108"/>
                    <a:pt x="302" y="4176"/>
                    <a:pt x="239" y="4176"/>
                  </a:cubicBezTo>
                  <a:cubicBezTo>
                    <a:pt x="226" y="4176"/>
                    <a:pt x="215" y="4173"/>
                    <a:pt x="206" y="4167"/>
                  </a:cubicBezTo>
                  <a:cubicBezTo>
                    <a:pt x="115" y="4122"/>
                    <a:pt x="92" y="3928"/>
                    <a:pt x="115" y="3769"/>
                  </a:cubicBezTo>
                  <a:cubicBezTo>
                    <a:pt x="149" y="3553"/>
                    <a:pt x="774" y="2894"/>
                    <a:pt x="1377" y="2257"/>
                  </a:cubicBezTo>
                  <a:cubicBezTo>
                    <a:pt x="1524" y="2086"/>
                    <a:pt x="1683" y="1916"/>
                    <a:pt x="1843" y="1757"/>
                  </a:cubicBezTo>
                  <a:cubicBezTo>
                    <a:pt x="2559" y="961"/>
                    <a:pt x="3616" y="188"/>
                    <a:pt x="3719" y="120"/>
                  </a:cubicBezTo>
                  <a:cubicBezTo>
                    <a:pt x="3750" y="111"/>
                    <a:pt x="3784" y="107"/>
                    <a:pt x="3820" y="107"/>
                  </a:cubicBezTo>
                  <a:close/>
                  <a:moveTo>
                    <a:pt x="3806" y="1"/>
                  </a:moveTo>
                  <a:cubicBezTo>
                    <a:pt x="3759" y="1"/>
                    <a:pt x="3715" y="6"/>
                    <a:pt x="3673" y="17"/>
                  </a:cubicBezTo>
                  <a:cubicBezTo>
                    <a:pt x="3673" y="29"/>
                    <a:pt x="3662" y="29"/>
                    <a:pt x="3662" y="29"/>
                  </a:cubicBezTo>
                  <a:cubicBezTo>
                    <a:pt x="3651" y="40"/>
                    <a:pt x="2525" y="859"/>
                    <a:pt x="1763" y="1689"/>
                  </a:cubicBezTo>
                  <a:cubicBezTo>
                    <a:pt x="1615" y="1848"/>
                    <a:pt x="1456" y="2018"/>
                    <a:pt x="1297" y="2189"/>
                  </a:cubicBezTo>
                  <a:cubicBezTo>
                    <a:pt x="627" y="2894"/>
                    <a:pt x="58" y="3508"/>
                    <a:pt x="24" y="3758"/>
                  </a:cubicBezTo>
                  <a:cubicBezTo>
                    <a:pt x="1" y="3905"/>
                    <a:pt x="1" y="4178"/>
                    <a:pt x="160" y="4258"/>
                  </a:cubicBezTo>
                  <a:cubicBezTo>
                    <a:pt x="183" y="4269"/>
                    <a:pt x="206" y="4281"/>
                    <a:pt x="240" y="4281"/>
                  </a:cubicBezTo>
                  <a:cubicBezTo>
                    <a:pt x="331" y="4281"/>
                    <a:pt x="456" y="4201"/>
                    <a:pt x="592" y="4054"/>
                  </a:cubicBezTo>
                  <a:cubicBezTo>
                    <a:pt x="990" y="3644"/>
                    <a:pt x="1809" y="2996"/>
                    <a:pt x="2423" y="2950"/>
                  </a:cubicBezTo>
                  <a:cubicBezTo>
                    <a:pt x="2456" y="2949"/>
                    <a:pt x="2490" y="2948"/>
                    <a:pt x="2524" y="2948"/>
                  </a:cubicBezTo>
                  <a:cubicBezTo>
                    <a:pt x="2921" y="2948"/>
                    <a:pt x="3425" y="3061"/>
                    <a:pt x="3843" y="3155"/>
                  </a:cubicBezTo>
                  <a:cubicBezTo>
                    <a:pt x="4083" y="3212"/>
                    <a:pt x="4298" y="3258"/>
                    <a:pt x="4457" y="3280"/>
                  </a:cubicBezTo>
                  <a:cubicBezTo>
                    <a:pt x="4560" y="3291"/>
                    <a:pt x="4651" y="3314"/>
                    <a:pt x="4742" y="3326"/>
                  </a:cubicBezTo>
                  <a:cubicBezTo>
                    <a:pt x="4884" y="3355"/>
                    <a:pt x="5009" y="3380"/>
                    <a:pt x="5118" y="3380"/>
                  </a:cubicBezTo>
                  <a:cubicBezTo>
                    <a:pt x="5262" y="3380"/>
                    <a:pt x="5379" y="3337"/>
                    <a:pt x="5470" y="3200"/>
                  </a:cubicBezTo>
                  <a:cubicBezTo>
                    <a:pt x="5594" y="3019"/>
                    <a:pt x="5470" y="2735"/>
                    <a:pt x="5344" y="2450"/>
                  </a:cubicBezTo>
                  <a:cubicBezTo>
                    <a:pt x="5265" y="2291"/>
                    <a:pt x="5197" y="2121"/>
                    <a:pt x="5197" y="2007"/>
                  </a:cubicBezTo>
                  <a:lnTo>
                    <a:pt x="5197" y="1825"/>
                  </a:lnTo>
                  <a:cubicBezTo>
                    <a:pt x="5208" y="1518"/>
                    <a:pt x="5219" y="1086"/>
                    <a:pt x="5038" y="768"/>
                  </a:cubicBezTo>
                  <a:cubicBezTo>
                    <a:pt x="4842" y="440"/>
                    <a:pt x="4232" y="1"/>
                    <a:pt x="38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60"/>
            <p:cNvSpPr/>
            <p:nvPr/>
          </p:nvSpPr>
          <p:spPr>
            <a:xfrm>
              <a:off x="6496416" y="2097728"/>
              <a:ext cx="189768" cy="108185"/>
            </a:xfrm>
            <a:custGeom>
              <a:avLst/>
              <a:gdLst/>
              <a:ahLst/>
              <a:cxnLst/>
              <a:rect l="l" t="t" r="r" b="b"/>
              <a:pathLst>
                <a:path w="2354" h="1342" extrusionOk="0">
                  <a:moveTo>
                    <a:pt x="2184" y="0"/>
                  </a:moveTo>
                  <a:cubicBezTo>
                    <a:pt x="2115" y="217"/>
                    <a:pt x="2035" y="421"/>
                    <a:pt x="1933" y="614"/>
                  </a:cubicBezTo>
                  <a:cubicBezTo>
                    <a:pt x="1797" y="808"/>
                    <a:pt x="1" y="1172"/>
                    <a:pt x="1" y="1172"/>
                  </a:cubicBezTo>
                  <a:cubicBezTo>
                    <a:pt x="1" y="1172"/>
                    <a:pt x="1479" y="1081"/>
                    <a:pt x="1762" y="1081"/>
                  </a:cubicBezTo>
                  <a:cubicBezTo>
                    <a:pt x="2035" y="1081"/>
                    <a:pt x="2354" y="1342"/>
                    <a:pt x="2354" y="1342"/>
                  </a:cubicBezTo>
                  <a:lnTo>
                    <a:pt x="2206" y="932"/>
                  </a:lnTo>
                  <a:cubicBezTo>
                    <a:pt x="2206" y="932"/>
                    <a:pt x="2263" y="194"/>
                    <a:pt x="21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60"/>
            <p:cNvSpPr/>
            <p:nvPr/>
          </p:nvSpPr>
          <p:spPr>
            <a:xfrm>
              <a:off x="6491820" y="2094019"/>
              <a:ext cx="198958" cy="115602"/>
            </a:xfrm>
            <a:custGeom>
              <a:avLst/>
              <a:gdLst/>
              <a:ahLst/>
              <a:cxnLst/>
              <a:rect l="l" t="t" r="r" b="b"/>
              <a:pathLst>
                <a:path w="2468" h="1434" extrusionOk="0">
                  <a:moveTo>
                    <a:pt x="2229" y="251"/>
                  </a:moveTo>
                  <a:lnTo>
                    <a:pt x="2229" y="251"/>
                  </a:lnTo>
                  <a:cubicBezTo>
                    <a:pt x="2241" y="478"/>
                    <a:pt x="2218" y="831"/>
                    <a:pt x="2206" y="978"/>
                  </a:cubicBezTo>
                  <a:cubicBezTo>
                    <a:pt x="2206" y="990"/>
                    <a:pt x="2206" y="990"/>
                    <a:pt x="2218" y="1001"/>
                  </a:cubicBezTo>
                  <a:lnTo>
                    <a:pt x="2309" y="1251"/>
                  </a:lnTo>
                  <a:cubicBezTo>
                    <a:pt x="2183" y="1172"/>
                    <a:pt x="1990" y="1081"/>
                    <a:pt x="1819" y="1081"/>
                  </a:cubicBezTo>
                  <a:cubicBezTo>
                    <a:pt x="1660" y="1081"/>
                    <a:pt x="1137" y="1104"/>
                    <a:pt x="694" y="1127"/>
                  </a:cubicBezTo>
                  <a:cubicBezTo>
                    <a:pt x="1240" y="1001"/>
                    <a:pt x="1945" y="819"/>
                    <a:pt x="2024" y="695"/>
                  </a:cubicBezTo>
                  <a:cubicBezTo>
                    <a:pt x="2104" y="546"/>
                    <a:pt x="2172" y="399"/>
                    <a:pt x="2229" y="251"/>
                  </a:cubicBezTo>
                  <a:close/>
                  <a:moveTo>
                    <a:pt x="2241" y="1"/>
                  </a:moveTo>
                  <a:cubicBezTo>
                    <a:pt x="2218" y="1"/>
                    <a:pt x="2195" y="12"/>
                    <a:pt x="2195" y="35"/>
                  </a:cubicBezTo>
                  <a:cubicBezTo>
                    <a:pt x="2127" y="251"/>
                    <a:pt x="2047" y="444"/>
                    <a:pt x="1945" y="637"/>
                  </a:cubicBezTo>
                  <a:cubicBezTo>
                    <a:pt x="1865" y="751"/>
                    <a:pt x="785" y="1024"/>
                    <a:pt x="46" y="1172"/>
                  </a:cubicBezTo>
                  <a:cubicBezTo>
                    <a:pt x="23" y="1172"/>
                    <a:pt x="0" y="1195"/>
                    <a:pt x="0" y="1218"/>
                  </a:cubicBezTo>
                  <a:cubicBezTo>
                    <a:pt x="12" y="1251"/>
                    <a:pt x="35" y="1263"/>
                    <a:pt x="58" y="1263"/>
                  </a:cubicBezTo>
                  <a:cubicBezTo>
                    <a:pt x="69" y="1263"/>
                    <a:pt x="1547" y="1183"/>
                    <a:pt x="1819" y="1183"/>
                  </a:cubicBezTo>
                  <a:cubicBezTo>
                    <a:pt x="2070" y="1183"/>
                    <a:pt x="2377" y="1422"/>
                    <a:pt x="2377" y="1422"/>
                  </a:cubicBezTo>
                  <a:cubicBezTo>
                    <a:pt x="2388" y="1433"/>
                    <a:pt x="2400" y="1433"/>
                    <a:pt x="2411" y="1433"/>
                  </a:cubicBezTo>
                  <a:cubicBezTo>
                    <a:pt x="2422" y="1433"/>
                    <a:pt x="2433" y="1433"/>
                    <a:pt x="2433" y="1422"/>
                  </a:cubicBezTo>
                  <a:cubicBezTo>
                    <a:pt x="2456" y="1410"/>
                    <a:pt x="2468" y="1388"/>
                    <a:pt x="2456" y="1365"/>
                  </a:cubicBezTo>
                  <a:lnTo>
                    <a:pt x="2309" y="978"/>
                  </a:lnTo>
                  <a:cubicBezTo>
                    <a:pt x="2320" y="865"/>
                    <a:pt x="2365" y="217"/>
                    <a:pt x="2286" y="35"/>
                  </a:cubicBezTo>
                  <a:cubicBezTo>
                    <a:pt x="2274" y="12"/>
                    <a:pt x="2263" y="1"/>
                    <a:pt x="2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0"/>
            <p:cNvSpPr/>
            <p:nvPr/>
          </p:nvSpPr>
          <p:spPr>
            <a:xfrm>
              <a:off x="4562704" y="4595100"/>
              <a:ext cx="3720947" cy="8303"/>
            </a:xfrm>
            <a:custGeom>
              <a:avLst/>
              <a:gdLst/>
              <a:ahLst/>
              <a:cxnLst/>
              <a:rect l="l" t="t" r="r" b="b"/>
              <a:pathLst>
                <a:path w="46157" h="103" extrusionOk="0">
                  <a:moveTo>
                    <a:pt x="46" y="1"/>
                  </a:moveTo>
                  <a:cubicBezTo>
                    <a:pt x="23" y="1"/>
                    <a:pt x="0" y="23"/>
                    <a:pt x="0" y="46"/>
                  </a:cubicBezTo>
                  <a:cubicBezTo>
                    <a:pt x="0" y="80"/>
                    <a:pt x="23" y="103"/>
                    <a:pt x="46" y="103"/>
                  </a:cubicBezTo>
                  <a:lnTo>
                    <a:pt x="46111" y="103"/>
                  </a:lnTo>
                  <a:cubicBezTo>
                    <a:pt x="46134" y="103"/>
                    <a:pt x="46156" y="80"/>
                    <a:pt x="46156" y="46"/>
                  </a:cubicBezTo>
                  <a:cubicBezTo>
                    <a:pt x="46156" y="23"/>
                    <a:pt x="46134" y="1"/>
                    <a:pt x="461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3" name="Google Shape;1353;p60">
            <a:hlinkClick r:id="rId3" action="ppaction://hlinksldjump"/>
          </p:cNvPr>
          <p:cNvSpPr/>
          <p:nvPr/>
        </p:nvSpPr>
        <p:spPr>
          <a:xfrm rot="-10446401">
            <a:off x="7967616" y="379250"/>
            <a:ext cx="642242" cy="519381"/>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4" name="Google Shape;1354;p60"/>
          <p:cNvSpPr/>
          <p:nvPr/>
        </p:nvSpPr>
        <p:spPr>
          <a:xfrm>
            <a:off x="8130482" y="503734"/>
            <a:ext cx="293292" cy="270413"/>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a:solidFill>
              <a:srgbClr val="0EAD6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25"/>
                                        </p:tgtEl>
                                        <p:attrNameLst>
                                          <p:attrName>style.visibility</p:attrName>
                                        </p:attrNameLst>
                                      </p:cBhvr>
                                      <p:to>
                                        <p:strVal val="visible"/>
                                      </p:to>
                                    </p:set>
                                    <p:anim calcmode="lin" valueType="num">
                                      <p:cBhvr additive="base">
                                        <p:cTn id="7" dur="600"/>
                                        <p:tgtEl>
                                          <p:spTgt spid="1125"/>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126"/>
                                        </p:tgtEl>
                                        <p:attrNameLst>
                                          <p:attrName>style.visibility</p:attrName>
                                        </p:attrNameLst>
                                      </p:cBhvr>
                                      <p:to>
                                        <p:strVal val="visible"/>
                                      </p:to>
                                    </p:set>
                                    <p:anim calcmode="lin" valueType="num">
                                      <p:cBhvr additive="base">
                                        <p:cTn id="10" dur="600"/>
                                        <p:tgtEl>
                                          <p:spTgt spid="1126"/>
                                        </p:tgtEl>
                                        <p:attrNameLst>
                                          <p:attrName>ppt_x</p:attrName>
                                        </p:attrNameLst>
                                      </p:cBhvr>
                                      <p:tavLst>
                                        <p:tav tm="0">
                                          <p:val>
                                            <p:strVal val="#ppt_x-1"/>
                                          </p:val>
                                        </p:tav>
                                        <p:tav tm="100000">
                                          <p:val>
                                            <p:strVal val="#ppt_x"/>
                                          </p:val>
                                        </p:tav>
                                      </p:tavLst>
                                    </p:anim>
                                  </p:childTnLst>
                                </p:cTn>
                              </p:par>
                              <p:par>
                                <p:cTn id="11" presetID="23" presetClass="entr" presetSubtype="16" fill="hold" nodeType="withEffect">
                                  <p:stCondLst>
                                    <p:cond delay="0"/>
                                  </p:stCondLst>
                                  <p:childTnLst>
                                    <p:set>
                                      <p:cBhvr>
                                        <p:cTn id="12" dur="1" fill="hold">
                                          <p:stCondLst>
                                            <p:cond delay="0"/>
                                          </p:stCondLst>
                                        </p:cTn>
                                        <p:tgtEl>
                                          <p:spTgt spid="1128"/>
                                        </p:tgtEl>
                                        <p:attrNameLst>
                                          <p:attrName>style.visibility</p:attrName>
                                        </p:attrNameLst>
                                      </p:cBhvr>
                                      <p:to>
                                        <p:strVal val="visible"/>
                                      </p:to>
                                    </p:set>
                                    <p:anim calcmode="lin" valueType="num">
                                      <p:cBhvr additive="base">
                                        <p:cTn id="13" dur="600"/>
                                        <p:tgtEl>
                                          <p:spTgt spid="1128"/>
                                        </p:tgtEl>
                                        <p:attrNameLst>
                                          <p:attrName>ppt_w</p:attrName>
                                        </p:attrNameLst>
                                      </p:cBhvr>
                                      <p:tavLst>
                                        <p:tav tm="0">
                                          <p:val>
                                            <p:strVal val="0"/>
                                          </p:val>
                                        </p:tav>
                                        <p:tav tm="100000">
                                          <p:val>
                                            <p:strVal val="#ppt_w"/>
                                          </p:val>
                                        </p:tav>
                                      </p:tavLst>
                                    </p:anim>
                                    <p:anim calcmode="lin" valueType="num">
                                      <p:cBhvr additive="base">
                                        <p:cTn id="14" dur="600"/>
                                        <p:tgtEl>
                                          <p:spTgt spid="1128"/>
                                        </p:tgtEl>
                                        <p:attrNameLst>
                                          <p:attrName>ppt_h</p:attrName>
                                        </p:attrNameLst>
                                      </p:cBhvr>
                                      <p:tavLst>
                                        <p:tav tm="0">
                                          <p:val>
                                            <p:strVal val="0"/>
                                          </p:val>
                                        </p:tav>
                                        <p:tav tm="100000">
                                          <p:val>
                                            <p:strVal val="#ppt_h"/>
                                          </p:val>
                                        </p:tav>
                                      </p:tavLst>
                                    </p:anim>
                                  </p:childTnLst>
                                </p:cTn>
                              </p:par>
                              <p:par>
                                <p:cTn id="15" presetID="2" presetClass="entr" presetSubtype="8" fill="hold" nodeType="withEffect">
                                  <p:stCondLst>
                                    <p:cond delay="0"/>
                                  </p:stCondLst>
                                  <p:childTnLst>
                                    <p:set>
                                      <p:cBhvr>
                                        <p:cTn id="16" dur="1" fill="hold">
                                          <p:stCondLst>
                                            <p:cond delay="0"/>
                                          </p:stCondLst>
                                        </p:cTn>
                                        <p:tgtEl>
                                          <p:spTgt spid="1127"/>
                                        </p:tgtEl>
                                        <p:attrNameLst>
                                          <p:attrName>style.visibility</p:attrName>
                                        </p:attrNameLst>
                                      </p:cBhvr>
                                      <p:to>
                                        <p:strVal val="visible"/>
                                      </p:to>
                                    </p:set>
                                    <p:anim calcmode="lin" valueType="num">
                                      <p:cBhvr additive="base">
                                        <p:cTn id="17" dur="600"/>
                                        <p:tgtEl>
                                          <p:spTgt spid="112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54299F-D3E3-81B8-2A66-C8077668DDF7}"/>
              </a:ext>
            </a:extLst>
          </p:cNvPr>
          <p:cNvSpPr txBox="1"/>
          <p:nvPr/>
        </p:nvSpPr>
        <p:spPr>
          <a:xfrm>
            <a:off x="2302042" y="2121082"/>
            <a:ext cx="4539915" cy="523220"/>
          </a:xfrm>
          <a:prstGeom prst="rect">
            <a:avLst/>
          </a:prstGeom>
          <a:noFill/>
        </p:spPr>
        <p:txBody>
          <a:bodyPr wrap="square">
            <a:spAutoFit/>
          </a:bodyPr>
          <a:lstStyle/>
          <a:p>
            <a:r>
              <a:rPr lang="en-IN" sz="2800" dirty="0">
                <a:hlinkClick r:id="rId2"/>
              </a:rPr>
              <a:t>Home - MMS SOLUTIONS</a:t>
            </a:r>
            <a:endParaRPr lang="en-IN" sz="2800" dirty="0"/>
          </a:p>
        </p:txBody>
      </p:sp>
    </p:spTree>
    <p:extLst>
      <p:ext uri="{BB962C8B-B14F-4D97-AF65-F5344CB8AC3E}">
        <p14:creationId xmlns:p14="http://schemas.microsoft.com/office/powerpoint/2010/main" val="4269092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82"/>
        <p:cNvGrpSpPr/>
        <p:nvPr/>
      </p:nvGrpSpPr>
      <p:grpSpPr>
        <a:xfrm>
          <a:off x="0" y="0"/>
          <a:ext cx="0" cy="0"/>
          <a:chOff x="0" y="0"/>
          <a:chExt cx="0" cy="0"/>
        </a:xfrm>
      </p:grpSpPr>
      <p:sp>
        <p:nvSpPr>
          <p:cNvPr id="3883" name="Google Shape;3883;p76"/>
          <p:cNvSpPr/>
          <p:nvPr/>
        </p:nvSpPr>
        <p:spPr>
          <a:xfrm rot="4373895">
            <a:off x="4613830" y="584912"/>
            <a:ext cx="5033566" cy="4070757"/>
          </a:xfrm>
          <a:custGeom>
            <a:avLst/>
            <a:gdLst/>
            <a:ahLst/>
            <a:cxnLst/>
            <a:rect l="l" t="t" r="r" b="b"/>
            <a:pathLst>
              <a:path w="58139" h="47017" extrusionOk="0">
                <a:moveTo>
                  <a:pt x="31608" y="1"/>
                </a:moveTo>
                <a:cubicBezTo>
                  <a:pt x="28463" y="1"/>
                  <a:pt x="24560" y="621"/>
                  <a:pt x="20691" y="2851"/>
                </a:cubicBezTo>
                <a:cubicBezTo>
                  <a:pt x="11960" y="7875"/>
                  <a:pt x="7561" y="17880"/>
                  <a:pt x="3774" y="25883"/>
                </a:cubicBezTo>
                <a:cubicBezTo>
                  <a:pt x="0" y="33886"/>
                  <a:pt x="2172" y="42026"/>
                  <a:pt x="8834" y="45732"/>
                </a:cubicBezTo>
                <a:cubicBezTo>
                  <a:pt x="10510" y="46665"/>
                  <a:pt x="12051" y="47017"/>
                  <a:pt x="13568" y="47017"/>
                </a:cubicBezTo>
                <a:cubicBezTo>
                  <a:pt x="18078" y="47017"/>
                  <a:pt x="22374" y="43905"/>
                  <a:pt x="29376" y="43709"/>
                </a:cubicBezTo>
                <a:cubicBezTo>
                  <a:pt x="30452" y="43675"/>
                  <a:pt x="31437" y="43666"/>
                  <a:pt x="32348" y="43666"/>
                </a:cubicBezTo>
                <a:cubicBezTo>
                  <a:pt x="32978" y="43666"/>
                  <a:pt x="33573" y="43670"/>
                  <a:pt x="34140" y="43675"/>
                </a:cubicBezTo>
                <a:cubicBezTo>
                  <a:pt x="34651" y="43678"/>
                  <a:pt x="35139" y="43681"/>
                  <a:pt x="35608" y="43681"/>
                </a:cubicBezTo>
                <a:cubicBezTo>
                  <a:pt x="40426" y="43681"/>
                  <a:pt x="43300" y="43366"/>
                  <a:pt x="48987" y="39492"/>
                </a:cubicBezTo>
                <a:cubicBezTo>
                  <a:pt x="56751" y="34217"/>
                  <a:pt x="58138" y="21757"/>
                  <a:pt x="52022" y="12526"/>
                </a:cubicBezTo>
                <a:cubicBezTo>
                  <a:pt x="45906" y="3305"/>
                  <a:pt x="38301" y="975"/>
                  <a:pt x="38301" y="975"/>
                </a:cubicBezTo>
                <a:cubicBezTo>
                  <a:pt x="38301" y="975"/>
                  <a:pt x="35550" y="1"/>
                  <a:pt x="316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76"/>
          <p:cNvSpPr txBox="1">
            <a:spLocks noGrp="1"/>
          </p:cNvSpPr>
          <p:nvPr>
            <p:ph type="title"/>
          </p:nvPr>
        </p:nvSpPr>
        <p:spPr>
          <a:xfrm>
            <a:off x="4229700" y="1357025"/>
            <a:ext cx="4194300" cy="2751900"/>
          </a:xfrm>
          <a:prstGeom prst="rect">
            <a:avLst/>
          </a:prstGeom>
        </p:spPr>
        <p:txBody>
          <a:bodyPr spcFirstLastPara="1" wrap="square" lIns="91425" tIns="91425" rIns="91425" bIns="91425" anchor="ctr" anchorCtr="0">
            <a:noAutofit/>
          </a:bodyPr>
          <a:lstStyle/>
          <a:p>
            <a:pPr lvl="0">
              <a:buSzPts val="1100"/>
            </a:pPr>
            <a:r>
              <a:rPr lang="en" dirty="0"/>
              <a:t>Thanks</a:t>
            </a:r>
            <a:r>
              <a:rPr lang="en" dirty="0">
                <a:solidFill>
                  <a:schemeClr val="lt1"/>
                </a:solidFill>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883"/>
                                        </p:tgtEl>
                                        <p:attrNameLst>
                                          <p:attrName>style.visibility</p:attrName>
                                        </p:attrNameLst>
                                      </p:cBhvr>
                                      <p:to>
                                        <p:strVal val="visible"/>
                                      </p:to>
                                    </p:set>
                                    <p:anim calcmode="lin" valueType="num">
                                      <p:cBhvr additive="base">
                                        <p:cTn id="7" dur="600"/>
                                        <p:tgtEl>
                                          <p:spTgt spid="3883"/>
                                        </p:tgtEl>
                                        <p:attrNameLst>
                                          <p:attrName>ppt_w</p:attrName>
                                        </p:attrNameLst>
                                      </p:cBhvr>
                                      <p:tavLst>
                                        <p:tav tm="0">
                                          <p:val>
                                            <p:strVal val="0"/>
                                          </p:val>
                                        </p:tav>
                                        <p:tav tm="100000">
                                          <p:val>
                                            <p:strVal val="#ppt_w"/>
                                          </p:val>
                                        </p:tav>
                                      </p:tavLst>
                                    </p:anim>
                                    <p:anim calcmode="lin" valueType="num">
                                      <p:cBhvr additive="base">
                                        <p:cTn id="8" dur="600"/>
                                        <p:tgtEl>
                                          <p:spTgt spid="388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EO Audit Proposal XL by Slidesgo">
  <a:themeElements>
    <a:clrScheme name="Simple Light">
      <a:dk1>
        <a:srgbClr val="000000"/>
      </a:dk1>
      <a:lt1>
        <a:srgbClr val="FFFFFF"/>
      </a:lt1>
      <a:dk2>
        <a:srgbClr val="595959"/>
      </a:dk2>
      <a:lt2>
        <a:srgbClr val="EEEEEE"/>
      </a:lt2>
      <a:accent1>
        <a:srgbClr val="0EAD69"/>
      </a:accent1>
      <a:accent2>
        <a:srgbClr val="EE4266"/>
      </a:accent2>
      <a:accent3>
        <a:srgbClr val="263238"/>
      </a:accent3>
      <a:accent4>
        <a:srgbClr val="89E2CD"/>
      </a:accent4>
      <a:accent5>
        <a:srgbClr val="0EAD69"/>
      </a:accent5>
      <a:accent6>
        <a:srgbClr val="263238"/>
      </a:accent6>
      <a:hlink>
        <a:srgbClr val="EE42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2086</TotalTime>
  <Words>1107</Words>
  <Application>Microsoft Office PowerPoint</Application>
  <PresentationFormat>On-screen Show (16:9)</PresentationFormat>
  <Paragraphs>231</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Kulim Park</vt:lpstr>
      <vt:lpstr>Darker Grotesque Medium</vt:lpstr>
      <vt:lpstr>Calibri</vt:lpstr>
      <vt:lpstr>Arial</vt:lpstr>
      <vt:lpstr>Enriqueta Medium</vt:lpstr>
      <vt:lpstr>SEO Audit Proposal XL by Slidesgo</vt:lpstr>
      <vt:lpstr>Comprehensive Audit and Analysis for Effective Digital Presence</vt:lpstr>
      <vt:lpstr>01</vt:lpstr>
      <vt:lpstr>Company Selection</vt:lpstr>
      <vt:lpstr>About the Company — MMS Solutions (MMS Service)</vt:lpstr>
      <vt:lpstr>Website Audit </vt:lpstr>
      <vt:lpstr>PowerPoint Presentation</vt:lpstr>
      <vt:lpstr>PowerPoint Presentation</vt:lpstr>
      <vt:lpstr>PowerPoint Presentation</vt:lpstr>
      <vt:lpstr>PowerPoint Presentation</vt:lpstr>
      <vt:lpstr>—Executive Summary</vt:lpstr>
      <vt:lpstr>Digital Marketing Strategy</vt:lpstr>
      <vt:lpstr>PowerPoint Presentation</vt:lpstr>
      <vt:lpstr>PowerPoint Presentation</vt:lpstr>
      <vt:lpstr>PowerPoint Presentation</vt:lpstr>
      <vt:lpstr>Landing Page Development</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DHRUV MALHOTRA</dc:creator>
  <cp:lastModifiedBy>DHRUV MALHOTRA</cp:lastModifiedBy>
  <cp:revision>2</cp:revision>
  <dcterms:modified xsi:type="dcterms:W3CDTF">2025-11-29T22:17:43Z</dcterms:modified>
</cp:coreProperties>
</file>